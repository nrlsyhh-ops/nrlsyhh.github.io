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4"/>
  </p:sldMasterIdLst>
  <p:notesMasterIdLst>
    <p:notesMasterId r:id="rId69"/>
  </p:notesMasterIdLst>
  <p:sldIdLst>
    <p:sldId id="256" r:id="rId5"/>
    <p:sldId id="281" r:id="rId6"/>
    <p:sldId id="282" r:id="rId7"/>
    <p:sldId id="283" r:id="rId8"/>
    <p:sldId id="284" r:id="rId9"/>
    <p:sldId id="332" r:id="rId10"/>
    <p:sldId id="257" r:id="rId11"/>
    <p:sldId id="334" r:id="rId12"/>
    <p:sldId id="346" r:id="rId13"/>
    <p:sldId id="286" r:id="rId14"/>
    <p:sldId id="287" r:id="rId15"/>
    <p:sldId id="288" r:id="rId16"/>
    <p:sldId id="289" r:id="rId17"/>
    <p:sldId id="290" r:id="rId18"/>
    <p:sldId id="265" r:id="rId19"/>
    <p:sldId id="347" r:id="rId20"/>
    <p:sldId id="348" r:id="rId21"/>
    <p:sldId id="279" r:id="rId22"/>
    <p:sldId id="293" r:id="rId23"/>
    <p:sldId id="349" r:id="rId24"/>
    <p:sldId id="350" r:id="rId25"/>
    <p:sldId id="351" r:id="rId26"/>
    <p:sldId id="307" r:id="rId27"/>
    <p:sldId id="352" r:id="rId28"/>
    <p:sldId id="353" r:id="rId29"/>
    <p:sldId id="354" r:id="rId30"/>
    <p:sldId id="355" r:id="rId31"/>
    <p:sldId id="311" r:id="rId32"/>
    <p:sldId id="356" r:id="rId33"/>
    <p:sldId id="357" r:id="rId34"/>
    <p:sldId id="358" r:id="rId35"/>
    <p:sldId id="359" r:id="rId36"/>
    <p:sldId id="382" r:id="rId37"/>
    <p:sldId id="380" r:id="rId38"/>
    <p:sldId id="362" r:id="rId39"/>
    <p:sldId id="379" r:id="rId40"/>
    <p:sldId id="361" r:id="rId41"/>
    <p:sldId id="312" r:id="rId42"/>
    <p:sldId id="383" r:id="rId43"/>
    <p:sldId id="366" r:id="rId44"/>
    <p:sldId id="365" r:id="rId45"/>
    <p:sldId id="367" r:id="rId46"/>
    <p:sldId id="368" r:id="rId47"/>
    <p:sldId id="374" r:id="rId48"/>
    <p:sldId id="375" r:id="rId49"/>
    <p:sldId id="373" r:id="rId50"/>
    <p:sldId id="372" r:id="rId51"/>
    <p:sldId id="371" r:id="rId52"/>
    <p:sldId id="370" r:id="rId53"/>
    <p:sldId id="369" r:id="rId54"/>
    <p:sldId id="376" r:id="rId55"/>
    <p:sldId id="377" r:id="rId56"/>
    <p:sldId id="378" r:id="rId57"/>
    <p:sldId id="339" r:id="rId58"/>
    <p:sldId id="340" r:id="rId59"/>
    <p:sldId id="341" r:id="rId60"/>
    <p:sldId id="342" r:id="rId61"/>
    <p:sldId id="343" r:id="rId62"/>
    <p:sldId id="344" r:id="rId63"/>
    <p:sldId id="345" r:id="rId64"/>
    <p:sldId id="384" r:id="rId65"/>
    <p:sldId id="385" r:id="rId66"/>
    <p:sldId id="386" r:id="rId67"/>
    <p:sldId id="313" r:id="rId6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E71"/>
    <a:srgbClr val="A5CEE2"/>
    <a:srgbClr val="1F78B4"/>
    <a:srgbClr val="B2DF8A"/>
    <a:srgbClr val="33A02B"/>
    <a:srgbClr val="FFFFFF"/>
    <a:srgbClr val="FD9999"/>
    <a:srgbClr val="E21A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03B3F0-3928-47AA-BC06-9E9E5D254E48}">
  <a:tblStyle styleId="{5803B3F0-3928-47AA-BC06-9E9E5D254E4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20" d="100"/>
          <a:sy n="120" d="100"/>
        </p:scale>
        <p:origin x="398" y="77"/>
      </p:cViewPr>
      <p:guideLst/>
    </p:cSldViewPr>
  </p:slideViewPr>
  <p:notesTextViewPr>
    <p:cViewPr>
      <p:scale>
        <a:sx n="1" d="1"/>
        <a:sy n="1" d="1"/>
      </p:scale>
      <p:origin x="0" y="0"/>
    </p:cViewPr>
  </p:notesTextViewPr>
  <p:sorterViewPr>
    <p:cViewPr>
      <p:scale>
        <a:sx n="87" d="100"/>
        <a:sy n="87" d="100"/>
      </p:scale>
      <p:origin x="0" y="-11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25fc6f885e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25fc6f885e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79DEC356-36AF-D397-BAB6-B2C5EDCD2D8B}"/>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081BC1E5-3876-B1FE-C4BD-B58ACFC837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D23678AD-D221-2816-F433-CD5CE14077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0299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91108F0C-49F7-A835-AD41-226551016DBD}"/>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7FCF44CE-4842-0FF8-F692-1DB502C275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923DCD21-8D27-63D8-D44C-8836627FB4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2286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8E060D96-B35C-3BDD-CD69-4CF52BD7C35A}"/>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F5974A39-D6F4-84D2-4D98-A23DC75646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675F9EEB-FF3A-9A86-9C8B-DE343CFBB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526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24F97B64-AF2A-690E-8F43-AF907B1E9B7A}"/>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5ED1A2C5-2B4F-C449-1233-B632284E2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DB93E295-4D5D-1A14-FB4E-ED69CEC6A1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447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a:extLst>
            <a:ext uri="{FF2B5EF4-FFF2-40B4-BE49-F238E27FC236}">
              <a16:creationId xmlns:a16="http://schemas.microsoft.com/office/drawing/2014/main" id="{5DDE0E41-49A1-7659-152E-2CA34ED5DD20}"/>
            </a:ext>
          </a:extLst>
        </p:cNvPr>
        <p:cNvGrpSpPr/>
        <p:nvPr/>
      </p:nvGrpSpPr>
      <p:grpSpPr>
        <a:xfrm>
          <a:off x="0" y="0"/>
          <a:ext cx="0" cy="0"/>
          <a:chOff x="0" y="0"/>
          <a:chExt cx="0" cy="0"/>
        </a:xfrm>
      </p:grpSpPr>
      <p:sp>
        <p:nvSpPr>
          <p:cNvPr id="673" name="Google Shape;673;g1de95a381e3_0_571:notes">
            <a:extLst>
              <a:ext uri="{FF2B5EF4-FFF2-40B4-BE49-F238E27FC236}">
                <a16:creationId xmlns:a16="http://schemas.microsoft.com/office/drawing/2014/main" id="{18DB1E28-038C-AD53-856E-795029C51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1de95a381e3_0_571:notes">
            <a:extLst>
              <a:ext uri="{FF2B5EF4-FFF2-40B4-BE49-F238E27FC236}">
                <a16:creationId xmlns:a16="http://schemas.microsoft.com/office/drawing/2014/main" id="{3B4BEE58-CB8B-5565-9299-D6492844C3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0068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de95a381e3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de95a381e3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a:extLst>
            <a:ext uri="{FF2B5EF4-FFF2-40B4-BE49-F238E27FC236}">
              <a16:creationId xmlns:a16="http://schemas.microsoft.com/office/drawing/2014/main" id="{9F7A7F8C-2132-4440-5710-C6B23EC1935D}"/>
            </a:ext>
          </a:extLst>
        </p:cNvPr>
        <p:cNvGrpSpPr/>
        <p:nvPr/>
      </p:nvGrpSpPr>
      <p:grpSpPr>
        <a:xfrm>
          <a:off x="0" y="0"/>
          <a:ext cx="0" cy="0"/>
          <a:chOff x="0" y="0"/>
          <a:chExt cx="0" cy="0"/>
        </a:xfrm>
      </p:grpSpPr>
      <p:sp>
        <p:nvSpPr>
          <p:cNvPr id="439" name="Google Shape;439;g1de95a381e3_0_512:notes">
            <a:extLst>
              <a:ext uri="{FF2B5EF4-FFF2-40B4-BE49-F238E27FC236}">
                <a16:creationId xmlns:a16="http://schemas.microsoft.com/office/drawing/2014/main" id="{F7253C66-3111-E699-61E4-9298AEA6C0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de95a381e3_0_512:notes">
            <a:extLst>
              <a:ext uri="{FF2B5EF4-FFF2-40B4-BE49-F238E27FC236}">
                <a16:creationId xmlns:a16="http://schemas.microsoft.com/office/drawing/2014/main" id="{48E726AF-E591-638B-AE81-BB5EEA19AD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9266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8AF002D6-4B78-8087-CDF4-96BA8954B3ED}"/>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CFAE7EC5-1BFA-4B5B-4240-4C00949D37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1A3D7941-B28D-5546-7775-C0BE5C7D50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6433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B71E8A44-40D9-92C7-BFFF-A75C76A67872}"/>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400B99AF-17B0-7C83-4A36-5877AD9C0A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E2C042C0-35D7-83EC-50D2-CB67CF4BDE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6482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1CB8998B-4880-258E-317F-85A5A819EA62}"/>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3D8F6BE2-B3C7-18E6-9C71-8B29F9F0F4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ECED3143-B0DF-8771-81C7-BFEB555871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3960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1017F2B2-D233-3819-2B2A-BA867B0802F4}"/>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4C5042B4-ECC5-9862-1728-AB67B5787E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4F83018A-DF2F-95C8-F098-A755283B5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4270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65857B32-4337-2B69-27E4-141FD89F96A0}"/>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BA59D25D-3FD5-EF2E-BDB7-AF59F72477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CFD1E30F-93B8-CEAC-4C42-0F172EA3A7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9207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c3a60fed9b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a:extLst>
            <a:ext uri="{FF2B5EF4-FFF2-40B4-BE49-F238E27FC236}">
              <a16:creationId xmlns:a16="http://schemas.microsoft.com/office/drawing/2014/main" id="{DF2AC961-139D-062D-48C1-B167A5EDA4F1}"/>
            </a:ext>
          </a:extLst>
        </p:cNvPr>
        <p:cNvGrpSpPr/>
        <p:nvPr/>
      </p:nvGrpSpPr>
      <p:grpSpPr>
        <a:xfrm>
          <a:off x="0" y="0"/>
          <a:ext cx="0" cy="0"/>
          <a:chOff x="0" y="0"/>
          <a:chExt cx="0" cy="0"/>
        </a:xfrm>
      </p:grpSpPr>
      <p:sp>
        <p:nvSpPr>
          <p:cNvPr id="1090" name="Google Shape;1090;g2c3a60fed9b_1_55:notes">
            <a:extLst>
              <a:ext uri="{FF2B5EF4-FFF2-40B4-BE49-F238E27FC236}">
                <a16:creationId xmlns:a16="http://schemas.microsoft.com/office/drawing/2014/main" id="{024A3A32-3B2E-739C-DCA2-30E4D64CF0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a:extLst>
              <a:ext uri="{FF2B5EF4-FFF2-40B4-BE49-F238E27FC236}">
                <a16:creationId xmlns:a16="http://schemas.microsoft.com/office/drawing/2014/main" id="{E5C0F3DF-E37B-7CDD-8B77-4806094A1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9340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a:extLst>
            <a:ext uri="{FF2B5EF4-FFF2-40B4-BE49-F238E27FC236}">
              <a16:creationId xmlns:a16="http://schemas.microsoft.com/office/drawing/2014/main" id="{C54C1F08-0496-FA26-5CA2-5B3760FE4C1F}"/>
            </a:ext>
          </a:extLst>
        </p:cNvPr>
        <p:cNvGrpSpPr/>
        <p:nvPr/>
      </p:nvGrpSpPr>
      <p:grpSpPr>
        <a:xfrm>
          <a:off x="0" y="0"/>
          <a:ext cx="0" cy="0"/>
          <a:chOff x="0" y="0"/>
          <a:chExt cx="0" cy="0"/>
        </a:xfrm>
      </p:grpSpPr>
      <p:sp>
        <p:nvSpPr>
          <p:cNvPr id="1090" name="Google Shape;1090;g2c3a60fed9b_1_55:notes">
            <a:extLst>
              <a:ext uri="{FF2B5EF4-FFF2-40B4-BE49-F238E27FC236}">
                <a16:creationId xmlns:a16="http://schemas.microsoft.com/office/drawing/2014/main" id="{4CA5A17D-47CB-1CC5-4704-89DFEC4246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a:extLst>
              <a:ext uri="{FF2B5EF4-FFF2-40B4-BE49-F238E27FC236}">
                <a16:creationId xmlns:a16="http://schemas.microsoft.com/office/drawing/2014/main" id="{BEBCD5B6-9193-3059-CB90-22AB662FB3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088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F41FC5B1-9A05-C314-A666-A17C8FD099E6}"/>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E14B83A6-2A29-6BCE-C9AC-BA0B7C540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5F70A546-5241-ED15-2CFD-8AB94EE667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9879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68F01A7B-30FE-DE99-5312-64AF30EEA1F2}"/>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349A5641-044E-3E0C-61C6-D8F83AC35E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C5EA1794-50FC-F433-4566-4117BF0FDF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8193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206AF9E7-7C39-3393-882C-714C87446B54}"/>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63588372-4498-0FE9-D128-B46CDED217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FC5A8A28-2F81-983B-F734-92665775D7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348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2DC234EB-3F40-767F-318E-E5A3199E4CF1}"/>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A8CBFCA7-4FAF-8345-B480-8FA731E9DC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2FC8FF09-1C8F-83F0-E30C-2113C3EE7B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2536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1B065C18-3320-90B3-90CE-ED590F9AE4D6}"/>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10F17064-0A60-02AF-3028-0D69ABA18F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6914E0B7-0094-F630-542D-6D062BABAA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4425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30108E15-F021-F229-4CE4-E4A60B076AF6}"/>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BCD4A1B6-DB65-8FB6-843A-1E495AEA9D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73477979-D3F8-E741-C115-2FC3ACA871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17756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434ECF71-8B9D-6854-D516-160FF81641F3}"/>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F344F924-5FE5-8A63-32A8-D9692CEB04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A1F62E73-35B4-2BAD-7CE4-B1EAF3777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5108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574DE492-F1D0-0938-0293-16DCF089A9C6}"/>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7BB9CD2B-AC96-951E-4558-D4A74CD68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EB85D559-D7A2-FC30-1D91-D257F586A2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29015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0B2A4C74-D521-7912-3E22-83ADE7600B23}"/>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72DA0385-EA4E-B9EC-8152-384C4DA933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40E4076F-4C5C-D69F-8070-526B17EBC5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2495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26352858-3BA0-B721-BA85-B8A0D13B9DA6}"/>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850365C7-F4FB-03B7-5994-F9A9A9633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E9F30EFC-5CD3-9027-2219-933ADCE12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12850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7CBC6F04-41BF-7B5E-81E8-398F3FAF1164}"/>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C6624C40-1639-BFC3-E90D-8980A8005E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C63A8289-F590-FC23-FFC4-9AFC820A8B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14979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0F52FA71-5E7D-5278-F80B-C1913FBD71C0}"/>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5B329CE7-3878-8D63-ACB2-12CC6ECFA0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4CF1C8E3-7AF5-6086-5DE1-A857392B98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3853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B186703F-E164-3ABE-EA48-FFF132BD6938}"/>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E1B3B2E9-C7C6-50E9-69C1-3A1C1D6A0D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4FB24649-03FF-029D-D32B-697F7C0DF7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59004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0D628B6B-74DC-8D3A-3145-BB7F4D1158A8}"/>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2EAB18AB-9742-2B09-0C14-74504A9838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D1C49303-D57C-F776-EFA8-7DF9F98588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8740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140AD2CC-304E-5577-8686-BAF7D8554608}"/>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9CE12207-EB2D-A418-B046-39D2E125B0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64D5243E-7F51-65E0-A19B-1FECA1B5D1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7319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FF77A3D8-4114-AC47-A821-C330D2897E8B}"/>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2DDD1E2D-CDA9-5147-7A68-4B8847055C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A1DB2E8C-B1B1-B179-8432-19F430DE49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86468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88F1A658-BDE8-C7B8-E553-D1F5BB74DD43}"/>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D6D3A028-F1FF-8C3B-AC26-A0CC977DD1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34957493-C1A5-8382-02C2-42340CDB57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1566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CF99EFD6-48B4-9383-9E7B-45466A6F47C3}"/>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EB88D55F-932F-7844-7CB7-969A15C017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A10C65E2-029D-D4EA-4F1A-E38B410819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40605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181271FC-11BD-593F-AC90-60AD92CD604F}"/>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847F011E-9F46-C858-37F2-72BF87D1ED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1CDC744B-B5BE-85A8-C05A-05C78F04D2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91027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A6A989A1-9642-A349-5E4B-C1439B88555C}"/>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EC789D0C-8A2D-8934-F422-BEBE89BA4B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055B62EF-C6BA-8352-4B90-694FEA4231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66025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434A852F-9FFC-5169-E635-5D288D7848AB}"/>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A5A5135B-D065-6238-26BA-FF450BFC6B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7FE651D4-42D0-7736-F276-39925319F9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43732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FD608F13-20F1-F46F-4763-59A975F3A5B3}"/>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EB448D95-42C7-3FF8-6B6C-60C4672DBF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FEB88443-8CC4-3569-581F-95B17A973B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74575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5333A2B9-FFAE-1531-B416-F2DABDA5A9AD}"/>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52BA5BC5-6AAC-BA38-1A4E-0B56FFAB95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543AE4B4-B9E4-4111-7A52-BB312AAC20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2933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D2307301-6C46-44A9-EF40-DE80E6DAB53F}"/>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DC5F5B7E-CEA1-6448-7C96-0DB2750F90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1EF34346-6B64-31EC-1B23-7981962AEA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54689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04D33103-4FF1-0D30-2ABB-2D0BF55CB457}"/>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290C03F4-C3BF-1939-712F-E370411AAD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42D90B68-8E31-1E92-9830-A995F776DD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01830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C9CDF24C-6F04-CF7E-68EA-0F26A4EB9FAB}"/>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BA7A8532-23C5-8A70-8790-3FA28A1E67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C91E6D92-3EAE-F0ED-E70A-4B4CF6F2F6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57247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8F00F6C3-3240-E608-49B5-20E3A7D75F1F}"/>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08408013-4BCE-CD01-2AD4-965BF8EFE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D1C42740-049B-7E9E-0F80-412BCB9EF2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77664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A65F3830-1CEE-FC10-AE26-CF92A96A3D32}"/>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6B545A0A-DDBA-061F-75F4-73E4314132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2C4279A2-F58E-E426-CCE9-00D67F25E6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80735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C1CBB917-F0FF-1677-645F-E5F049DC0BA5}"/>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5D1903C3-3CC7-3E37-5CD7-7EDF8C99FD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CD9A1A08-C3E4-5EC8-FBB5-C402831125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66422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8FF3E0A6-2057-3965-C47F-8AEA00E12D76}"/>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C8C2DF16-0762-A81F-5853-CCB98B6B6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0541FE1B-487B-A657-A9EE-BDAD8EF457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31418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6FB79577-806E-FC13-80EF-E21934A48FD5}"/>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F37C3AB2-0EC8-0FD4-A583-749F4D2E42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5470C7E0-10FF-905A-3254-EFC73E9699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54291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73E1739E-B4A1-AA46-CA85-3EA942D681AA}"/>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CE65D710-EAE1-C9AE-9D38-F6D751782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67CEB286-E8AC-3A60-DC76-E75D755FF0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04334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3643988B-8A48-47F3-D522-0B8235F5F19A}"/>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DE055284-CE03-9540-692A-9EDDFABCC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DF0AE72E-02B8-D04C-3A16-B76649CD3D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554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AB22DFF0-EFD4-06F0-1814-71F493F92EF3}"/>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7770E860-19D8-7A4D-A529-202475041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9D903B20-62C5-1209-C7A8-F15234A404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98075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315861C7-A863-4F6B-841B-B183BCE41A3B}"/>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EE1048C8-7CFD-27FE-3CBB-9F50EE4AFC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D603FB29-1E92-E37F-9BCF-525257828D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33469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890417B9-E697-CC61-1400-DBA30A2E046B}"/>
            </a:ext>
          </a:extLst>
        </p:cNvPr>
        <p:cNvGrpSpPr/>
        <p:nvPr/>
      </p:nvGrpSpPr>
      <p:grpSpPr>
        <a:xfrm>
          <a:off x="0" y="0"/>
          <a:ext cx="0" cy="0"/>
          <a:chOff x="0" y="0"/>
          <a:chExt cx="0" cy="0"/>
        </a:xfrm>
      </p:grpSpPr>
      <p:sp>
        <p:nvSpPr>
          <p:cNvPr id="2180" name="Google Shape;2180;g2a5868fc0f2_0_55:notes">
            <a:extLst>
              <a:ext uri="{FF2B5EF4-FFF2-40B4-BE49-F238E27FC236}">
                <a16:creationId xmlns:a16="http://schemas.microsoft.com/office/drawing/2014/main" id="{2BE5B4F2-A85B-C385-F882-38486A723E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2a5868fc0f2_0_55:notes">
            <a:extLst>
              <a:ext uri="{FF2B5EF4-FFF2-40B4-BE49-F238E27FC236}">
                <a16:creationId xmlns:a16="http://schemas.microsoft.com/office/drawing/2014/main" id="{AAAA7979-20C7-116B-EC5E-EDD53394B7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05704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B6B27D81-267E-0EEB-003F-2D071EC3027F}"/>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78921218-8726-B6ED-9E7F-286925643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CF832BC5-84EE-0515-32FC-F628BB406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81038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2B38FCAA-DFDD-72D2-237E-D3D9A9029172}"/>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186C6B51-431C-ACC0-7B8A-75552B9C3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5F4A2B6A-DD96-B7FD-AE65-FE933DD317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23877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5517F9EC-34EB-DB73-9BFE-E3EDA100C103}"/>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3A7BE8EC-443F-F3AE-AC1C-8B7247CA62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0FDD7051-A1E7-DDFC-FA04-F1619BC698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54082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F3F49100-AB33-4822-35AE-132B3886AA84}"/>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81591A0D-63CA-369D-343D-963A8D81B4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1FF18A13-E2F5-7B5B-E60C-1F4354F1F0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17596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399CFC3C-F5A1-7CFF-30B9-135B152BE8E8}"/>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B3F2DE58-A0B2-CDFF-5D2E-DED013FFD7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6A4F5516-3FB6-EA16-9A18-F7FDB962C9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52361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6CB5638C-5FCA-5F6F-2695-99E15284BD35}"/>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AFA3DBDA-CEE5-132B-FA00-3072D793AE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908AC060-AD48-42AC-A01E-A8780F5F81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83568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177FCE39-D41D-1C9E-3DA3-584FC5FFB025}"/>
            </a:ext>
          </a:extLst>
        </p:cNvPr>
        <p:cNvGrpSpPr/>
        <p:nvPr/>
      </p:nvGrpSpPr>
      <p:grpSpPr>
        <a:xfrm>
          <a:off x="0" y="0"/>
          <a:ext cx="0" cy="0"/>
          <a:chOff x="0" y="0"/>
          <a:chExt cx="0" cy="0"/>
        </a:xfrm>
      </p:grpSpPr>
      <p:sp>
        <p:nvSpPr>
          <p:cNvPr id="269" name="Google Shape;269;g2c3a60fed9b_0_4084:notes">
            <a:extLst>
              <a:ext uri="{FF2B5EF4-FFF2-40B4-BE49-F238E27FC236}">
                <a16:creationId xmlns:a16="http://schemas.microsoft.com/office/drawing/2014/main" id="{22B6013B-2FDE-F81D-BD0D-7B99188D7E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c3a60fed9b_0_4084:notes">
            <a:extLst>
              <a:ext uri="{FF2B5EF4-FFF2-40B4-BE49-F238E27FC236}">
                <a16:creationId xmlns:a16="http://schemas.microsoft.com/office/drawing/2014/main" id="{336FD7FB-42A5-E32C-C0FD-A4A6A8069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88548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a:extLst>
            <a:ext uri="{FF2B5EF4-FFF2-40B4-BE49-F238E27FC236}">
              <a16:creationId xmlns:a16="http://schemas.microsoft.com/office/drawing/2014/main" id="{356EAE3E-302E-B1EA-4C98-5AC1AE3EC4F0}"/>
            </a:ext>
          </a:extLst>
        </p:cNvPr>
        <p:cNvGrpSpPr/>
        <p:nvPr/>
      </p:nvGrpSpPr>
      <p:grpSpPr>
        <a:xfrm>
          <a:off x="0" y="0"/>
          <a:ext cx="0" cy="0"/>
          <a:chOff x="0" y="0"/>
          <a:chExt cx="0" cy="0"/>
        </a:xfrm>
      </p:grpSpPr>
      <p:sp>
        <p:nvSpPr>
          <p:cNvPr id="1090" name="Google Shape;1090;g2c3a60fed9b_1_55:notes">
            <a:extLst>
              <a:ext uri="{FF2B5EF4-FFF2-40B4-BE49-F238E27FC236}">
                <a16:creationId xmlns:a16="http://schemas.microsoft.com/office/drawing/2014/main" id="{C9E3EC96-F9C0-7171-6BE9-5754373F5B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a:extLst>
              <a:ext uri="{FF2B5EF4-FFF2-40B4-BE49-F238E27FC236}">
                <a16:creationId xmlns:a16="http://schemas.microsoft.com/office/drawing/2014/main" id="{9BAB6DC8-2E30-080B-C885-EB6B9F1CFB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743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a:extLst>
            <a:ext uri="{FF2B5EF4-FFF2-40B4-BE49-F238E27FC236}">
              <a16:creationId xmlns:a16="http://schemas.microsoft.com/office/drawing/2014/main" id="{D658A2ED-8C6A-8C39-9DDB-00F5418CF462}"/>
            </a:ext>
          </a:extLst>
        </p:cNvPr>
        <p:cNvGrpSpPr/>
        <p:nvPr/>
      </p:nvGrpSpPr>
      <p:grpSpPr>
        <a:xfrm>
          <a:off x="0" y="0"/>
          <a:ext cx="0" cy="0"/>
          <a:chOff x="0" y="0"/>
          <a:chExt cx="0" cy="0"/>
        </a:xfrm>
      </p:grpSpPr>
      <p:sp>
        <p:nvSpPr>
          <p:cNvPr id="1090" name="Google Shape;1090;g2c3a60fed9b_1_55:notes">
            <a:extLst>
              <a:ext uri="{FF2B5EF4-FFF2-40B4-BE49-F238E27FC236}">
                <a16:creationId xmlns:a16="http://schemas.microsoft.com/office/drawing/2014/main" id="{B2A0EA15-E494-D98F-BA6A-56E8CD26F4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a:extLst>
              <a:ext uri="{FF2B5EF4-FFF2-40B4-BE49-F238E27FC236}">
                <a16:creationId xmlns:a16="http://schemas.microsoft.com/office/drawing/2014/main" id="{A733C2A5-EB01-94D3-6318-DBACC8E8A9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02767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a:extLst>
            <a:ext uri="{FF2B5EF4-FFF2-40B4-BE49-F238E27FC236}">
              <a16:creationId xmlns:a16="http://schemas.microsoft.com/office/drawing/2014/main" id="{F9AA0155-7264-778C-749D-26A24FE423D7}"/>
            </a:ext>
          </a:extLst>
        </p:cNvPr>
        <p:cNvGrpSpPr/>
        <p:nvPr/>
      </p:nvGrpSpPr>
      <p:grpSpPr>
        <a:xfrm>
          <a:off x="0" y="0"/>
          <a:ext cx="0" cy="0"/>
          <a:chOff x="0" y="0"/>
          <a:chExt cx="0" cy="0"/>
        </a:xfrm>
      </p:grpSpPr>
      <p:sp>
        <p:nvSpPr>
          <p:cNvPr id="1090" name="Google Shape;1090;g2c3a60fed9b_1_55:notes">
            <a:extLst>
              <a:ext uri="{FF2B5EF4-FFF2-40B4-BE49-F238E27FC236}">
                <a16:creationId xmlns:a16="http://schemas.microsoft.com/office/drawing/2014/main" id="{8426E531-29EB-F18F-2259-AE0421C1CF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a:extLst>
              <a:ext uri="{FF2B5EF4-FFF2-40B4-BE49-F238E27FC236}">
                <a16:creationId xmlns:a16="http://schemas.microsoft.com/office/drawing/2014/main" id="{672C3F01-809F-462A-272F-32294316AF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364844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a:extLst>
            <a:ext uri="{FF2B5EF4-FFF2-40B4-BE49-F238E27FC236}">
              <a16:creationId xmlns:a16="http://schemas.microsoft.com/office/drawing/2014/main" id="{DC59B7A5-BF7D-06FA-68EF-FD3C3670193D}"/>
            </a:ext>
          </a:extLst>
        </p:cNvPr>
        <p:cNvGrpSpPr/>
        <p:nvPr/>
      </p:nvGrpSpPr>
      <p:grpSpPr>
        <a:xfrm>
          <a:off x="0" y="0"/>
          <a:ext cx="0" cy="0"/>
          <a:chOff x="0" y="0"/>
          <a:chExt cx="0" cy="0"/>
        </a:xfrm>
      </p:grpSpPr>
      <p:sp>
        <p:nvSpPr>
          <p:cNvPr id="1090" name="Google Shape;1090;g2c3a60fed9b_1_55:notes">
            <a:extLst>
              <a:ext uri="{FF2B5EF4-FFF2-40B4-BE49-F238E27FC236}">
                <a16:creationId xmlns:a16="http://schemas.microsoft.com/office/drawing/2014/main" id="{4B3B7124-A052-8751-0BF0-A62EFEDB7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1" name="Google Shape;1091;g2c3a60fed9b_1_55:notes">
            <a:extLst>
              <a:ext uri="{FF2B5EF4-FFF2-40B4-BE49-F238E27FC236}">
                <a16:creationId xmlns:a16="http://schemas.microsoft.com/office/drawing/2014/main" id="{FAD8387C-AB33-0632-1738-7FC2A901E3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3077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862924" y="1577992"/>
            <a:ext cx="4487400" cy="1557900"/>
          </a:xfrm>
          <a:prstGeom prst="rect">
            <a:avLst/>
          </a:prstGeom>
        </p:spPr>
        <p:txBody>
          <a:bodyPr spcFirstLastPara="1" wrap="square" lIns="91425" tIns="91425" rIns="91425" bIns="91425" anchor="b" anchorCtr="0">
            <a:noAutofit/>
          </a:bodyPr>
          <a:lstStyle>
            <a:lvl1pPr lvl="0" algn="l">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862924" y="3135908"/>
            <a:ext cx="4487400" cy="429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
        <p:nvSpPr>
          <p:cNvPr id="17" name="Google Shape;17;p4"/>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Fira Sans Extra Condensed"/>
              <a:buNone/>
              <a:defRPr sz="2400" b="1">
                <a:solidFill>
                  <a:schemeClr val="dk1"/>
                </a:solidFill>
              </a:defRPr>
            </a:lvl1pPr>
            <a:lvl2pPr lvl="1"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20" name="Google Shape;20;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rtl="0">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21" name="Google Shape;21;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 name="Google Shape;22;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 name="Google Shape;23;p5"/>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Fira Sans Extra Condensed"/>
              <a:buNone/>
              <a:defRPr sz="2400" b="1">
                <a:solidFill>
                  <a:schemeClr val="dk1"/>
                </a:solidFill>
              </a:defRPr>
            </a:lvl1pPr>
            <a:lvl2pPr lvl="1"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accent6"/>
        </a:solidFill>
        <a:effectLst/>
      </p:bgPr>
    </p:bg>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Fira Sans Extra Condensed"/>
              <a:buNone/>
              <a:defRPr sz="2400" b="1">
                <a:solidFill>
                  <a:schemeClr val="dk1"/>
                </a:solidFill>
              </a:defRPr>
            </a:lvl1pPr>
            <a:lvl2pPr lvl="1"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28" name="Google Shape;28;p7"/>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Fira Sans Extra Condensed"/>
              <a:buNone/>
              <a:defRPr sz="2400" b="1">
                <a:solidFill>
                  <a:schemeClr val="dk1"/>
                </a:solidFill>
              </a:defRPr>
            </a:lvl1pPr>
            <a:lvl2pPr lvl="1"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rtl="0">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 name="Google Shape;33;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
        <p:cNvGrpSpPr/>
        <p:nvPr/>
      </p:nvGrpSpPr>
      <p:grpSpPr>
        <a:xfrm>
          <a:off x="0" y="0"/>
          <a:ext cx="0" cy="0"/>
          <a:chOff x="0" y="0"/>
          <a:chExt cx="0" cy="0"/>
        </a:xfrm>
      </p:grpSpPr>
      <p:sp>
        <p:nvSpPr>
          <p:cNvPr id="35" name="Google Shape;35;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a:lvl1pPr>
            <a:lvl2pPr lvl="1" algn="ctr" rtl="0">
              <a:spcBef>
                <a:spcPts val="0"/>
              </a:spcBef>
              <a:spcAft>
                <a:spcPts val="0"/>
              </a:spcAft>
              <a:buSzPts val="2400"/>
              <a:buNone/>
              <a:defRPr/>
            </a:lvl2pPr>
            <a:lvl3pPr lvl="2" algn="ctr" rtl="0">
              <a:spcBef>
                <a:spcPts val="0"/>
              </a:spcBef>
              <a:spcAft>
                <a:spcPts val="0"/>
              </a:spcAft>
              <a:buSzPts val="2400"/>
              <a:buNone/>
              <a:defRPr/>
            </a:lvl3pPr>
            <a:lvl4pPr lvl="3" algn="ctr" rtl="0">
              <a:spcBef>
                <a:spcPts val="0"/>
              </a:spcBef>
              <a:spcAft>
                <a:spcPts val="0"/>
              </a:spcAft>
              <a:buSzPts val="2400"/>
              <a:buNone/>
              <a:defRPr/>
            </a:lvl4pPr>
            <a:lvl5pPr lvl="4" algn="ctr" rtl="0">
              <a:spcBef>
                <a:spcPts val="0"/>
              </a:spcBef>
              <a:spcAft>
                <a:spcPts val="0"/>
              </a:spcAft>
              <a:buSzPts val="2400"/>
              <a:buNone/>
              <a:defRPr/>
            </a:lvl5pPr>
            <a:lvl6pPr lvl="5" algn="ctr" rtl="0">
              <a:spcBef>
                <a:spcPts val="0"/>
              </a:spcBef>
              <a:spcAft>
                <a:spcPts val="0"/>
              </a:spcAft>
              <a:buSzPts val="2400"/>
              <a:buNone/>
              <a:defRPr/>
            </a:lvl6pPr>
            <a:lvl7pPr lvl="6" algn="ctr" rtl="0">
              <a:spcBef>
                <a:spcPts val="0"/>
              </a:spcBef>
              <a:spcAft>
                <a:spcPts val="0"/>
              </a:spcAft>
              <a:buSzPts val="2400"/>
              <a:buNone/>
              <a:defRPr/>
            </a:lvl7pPr>
            <a:lvl8pPr lvl="7" algn="ctr" rtl="0">
              <a:spcBef>
                <a:spcPts val="0"/>
              </a:spcBef>
              <a:spcAft>
                <a:spcPts val="0"/>
              </a:spcAft>
              <a:buSzPts val="2400"/>
              <a:buNone/>
              <a:defRPr/>
            </a:lvl8pPr>
            <a:lvl9pPr lvl="8" algn="ctr" rtl="0">
              <a:spcBef>
                <a:spcPts val="0"/>
              </a:spcBef>
              <a:spcAft>
                <a:spcPts val="0"/>
              </a:spcAft>
              <a:buSzPts val="2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 name="Google Shape;38;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5100" y="1096600"/>
            <a:ext cx="7713600" cy="35118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1pPr>
            <a:lvl2pPr marL="914400" lvl="1"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2pPr>
            <a:lvl3pPr marL="1371600" lvl="2"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3pPr>
            <a:lvl4pPr marL="1828800" lvl="3"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4pPr>
            <a:lvl5pPr marL="2286000" lvl="4"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5pPr>
            <a:lvl6pPr marL="2743200" lvl="5"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6pPr>
            <a:lvl7pPr marL="3200400" lvl="6"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7pPr>
            <a:lvl8pPr marL="3657600" lvl="7"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8pPr>
            <a:lvl9pPr marL="4114800" lvl="8" indent="-304800">
              <a:lnSpc>
                <a:spcPct val="100000"/>
              </a:lnSpc>
              <a:spcBef>
                <a:spcPts val="0"/>
              </a:spcBef>
              <a:spcAft>
                <a:spcPts val="0"/>
              </a:spcAft>
              <a:buClr>
                <a:schemeClr val="dk1"/>
              </a:buClr>
              <a:buSzPts val="1200"/>
              <a:buFont typeface="Montserrat Medium"/>
              <a:buChar char="■"/>
              <a:defRPr sz="1200">
                <a:solidFill>
                  <a:schemeClr val="dk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0.emf"/><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1.emf"/><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12.emf"/><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3.jp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4.jp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5.jp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6.jp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18.jp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0.jp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2.jp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4.emf"/></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36.emf"/></Relationships>
</file>

<file path=ppt/slides/_rels/slide5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40.emf"/></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50"/>
        <p:cNvGrpSpPr/>
        <p:nvPr/>
      </p:nvGrpSpPr>
      <p:grpSpPr>
        <a:xfrm>
          <a:off x="0" y="0"/>
          <a:ext cx="0" cy="0"/>
          <a:chOff x="0" y="0"/>
          <a:chExt cx="0" cy="0"/>
        </a:xfrm>
      </p:grpSpPr>
      <p:cxnSp>
        <p:nvCxnSpPr>
          <p:cNvPr id="51" name="Google Shape;51;p16"/>
          <p:cNvCxnSpPr/>
          <p:nvPr/>
        </p:nvCxnSpPr>
        <p:spPr>
          <a:xfrm>
            <a:off x="1426130" y="1633400"/>
            <a:ext cx="0" cy="2612400"/>
          </a:xfrm>
          <a:prstGeom prst="straightConnector1">
            <a:avLst/>
          </a:prstGeom>
          <a:noFill/>
          <a:ln w="28575" cap="flat" cmpd="sng">
            <a:solidFill>
              <a:schemeClr val="dk1"/>
            </a:solidFill>
            <a:prstDash val="solid"/>
            <a:round/>
            <a:headEnd type="none" w="med" len="med"/>
            <a:tailEnd type="none" w="med" len="med"/>
          </a:ln>
        </p:spPr>
      </p:cxnSp>
      <p:cxnSp>
        <p:nvCxnSpPr>
          <p:cNvPr id="52" name="Google Shape;52;p16"/>
          <p:cNvCxnSpPr/>
          <p:nvPr/>
        </p:nvCxnSpPr>
        <p:spPr>
          <a:xfrm>
            <a:off x="2538955" y="907225"/>
            <a:ext cx="0" cy="2612400"/>
          </a:xfrm>
          <a:prstGeom prst="straightConnector1">
            <a:avLst/>
          </a:prstGeom>
          <a:noFill/>
          <a:ln w="28575" cap="flat" cmpd="sng">
            <a:solidFill>
              <a:schemeClr val="dk1"/>
            </a:solidFill>
            <a:prstDash val="solid"/>
            <a:round/>
            <a:headEnd type="none" w="med" len="med"/>
            <a:tailEnd type="none" w="med" len="med"/>
          </a:ln>
        </p:spPr>
      </p:cxnSp>
      <p:sp>
        <p:nvSpPr>
          <p:cNvPr id="53" name="Google Shape;53;p16"/>
          <p:cNvSpPr/>
          <p:nvPr/>
        </p:nvSpPr>
        <p:spPr>
          <a:xfrm>
            <a:off x="793676" y="1057149"/>
            <a:ext cx="1272300" cy="1096800"/>
          </a:xfrm>
          <a:prstGeom prst="hexagon">
            <a:avLst>
              <a:gd name="adj" fmla="val 28852"/>
              <a:gd name="vf" fmla="val 115470"/>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4" name="Google Shape;54;p16"/>
          <p:cNvSpPr/>
          <p:nvPr/>
        </p:nvSpPr>
        <p:spPr>
          <a:xfrm>
            <a:off x="1904038" y="1702364"/>
            <a:ext cx="1272300" cy="1097700"/>
          </a:xfrm>
          <a:prstGeom prst="hexagon">
            <a:avLst>
              <a:gd name="adj" fmla="val 28852"/>
              <a:gd name="vf" fmla="val 11547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5" name="Google Shape;55;p16"/>
          <p:cNvSpPr/>
          <p:nvPr/>
        </p:nvSpPr>
        <p:spPr>
          <a:xfrm>
            <a:off x="793694" y="2347579"/>
            <a:ext cx="1272300" cy="1097700"/>
          </a:xfrm>
          <a:prstGeom prst="hexagon">
            <a:avLst>
              <a:gd name="adj" fmla="val 28852"/>
              <a:gd name="vf" fmla="val 115470"/>
            </a:avLst>
          </a:prstGeom>
          <a:solidFill>
            <a:schemeClr val="l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6" name="Google Shape;56;p16"/>
          <p:cNvSpPr/>
          <p:nvPr/>
        </p:nvSpPr>
        <p:spPr>
          <a:xfrm>
            <a:off x="1904038" y="2993244"/>
            <a:ext cx="1272300" cy="1097700"/>
          </a:xfrm>
          <a:prstGeom prst="hexagon">
            <a:avLst>
              <a:gd name="adj" fmla="val 28852"/>
              <a:gd name="vf" fmla="val 115470"/>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7" name="Google Shape;57;p16"/>
          <p:cNvSpPr/>
          <p:nvPr/>
        </p:nvSpPr>
        <p:spPr>
          <a:xfrm>
            <a:off x="1904038" y="411484"/>
            <a:ext cx="1272300" cy="1097700"/>
          </a:xfrm>
          <a:prstGeom prst="hexagon">
            <a:avLst>
              <a:gd name="adj" fmla="val 28852"/>
              <a:gd name="vf" fmla="val 115470"/>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8" name="Google Shape;58;p16"/>
          <p:cNvSpPr/>
          <p:nvPr/>
        </p:nvSpPr>
        <p:spPr>
          <a:xfrm>
            <a:off x="793689" y="3638909"/>
            <a:ext cx="1272300" cy="1097700"/>
          </a:xfrm>
          <a:prstGeom prst="hexagon">
            <a:avLst>
              <a:gd name="adj" fmla="val 28852"/>
              <a:gd name="vf" fmla="val 115470"/>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9" name="Google Shape;59;p16"/>
          <p:cNvSpPr txBox="1">
            <a:spLocks noGrp="1"/>
          </p:cNvSpPr>
          <p:nvPr>
            <p:ph type="ctrTitle"/>
          </p:nvPr>
        </p:nvSpPr>
        <p:spPr>
          <a:xfrm>
            <a:off x="3862924" y="2726956"/>
            <a:ext cx="4487400" cy="42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Hyperhive</a:t>
            </a:r>
            <a:br>
              <a:rPr lang="en" dirty="0"/>
            </a:br>
            <a:endParaRPr dirty="0"/>
          </a:p>
        </p:txBody>
      </p:sp>
      <p:sp>
        <p:nvSpPr>
          <p:cNvPr id="60" name="Google Shape;60;p16"/>
          <p:cNvSpPr txBox="1">
            <a:spLocks noGrp="1"/>
          </p:cNvSpPr>
          <p:nvPr>
            <p:ph type="subTitle" idx="1"/>
          </p:nvPr>
        </p:nvSpPr>
        <p:spPr>
          <a:xfrm>
            <a:off x="3899020" y="3135908"/>
            <a:ext cx="4487400" cy="4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 Sekolah Sri Acmar</a:t>
            </a:r>
            <a:endParaRPr dirty="0"/>
          </a:p>
        </p:txBody>
      </p:sp>
      <p:grpSp>
        <p:nvGrpSpPr>
          <p:cNvPr id="62" name="Google Shape;62;p16"/>
          <p:cNvGrpSpPr/>
          <p:nvPr/>
        </p:nvGrpSpPr>
        <p:grpSpPr>
          <a:xfrm>
            <a:off x="2223650" y="1935328"/>
            <a:ext cx="633056" cy="631762"/>
            <a:chOff x="3305030" y="2939609"/>
            <a:chExt cx="455010" cy="454080"/>
          </a:xfrm>
        </p:grpSpPr>
        <p:sp>
          <p:nvSpPr>
            <p:cNvPr id="63" name="Google Shape;63;p16"/>
            <p:cNvSpPr/>
            <p:nvPr/>
          </p:nvSpPr>
          <p:spPr>
            <a:xfrm>
              <a:off x="3389551" y="2996760"/>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6"/>
            <p:cNvSpPr/>
            <p:nvPr/>
          </p:nvSpPr>
          <p:spPr>
            <a:xfrm>
              <a:off x="3447727" y="2996736"/>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3305936" y="3071959"/>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p:nvPr/>
          </p:nvSpPr>
          <p:spPr>
            <a:xfrm>
              <a:off x="3306151" y="3071959"/>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6"/>
            <p:cNvSpPr/>
            <p:nvPr/>
          </p:nvSpPr>
          <p:spPr>
            <a:xfrm>
              <a:off x="3465529" y="3140125"/>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6"/>
            <p:cNvSpPr/>
            <p:nvPr/>
          </p:nvSpPr>
          <p:spPr>
            <a:xfrm>
              <a:off x="3471900" y="3205143"/>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6"/>
            <p:cNvSpPr/>
            <p:nvPr/>
          </p:nvSpPr>
          <p:spPr>
            <a:xfrm>
              <a:off x="3498974" y="3042575"/>
              <a:ext cx="183275" cy="19932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6"/>
            <p:cNvSpPr/>
            <p:nvPr/>
          </p:nvSpPr>
          <p:spPr>
            <a:xfrm>
              <a:off x="3512443" y="3020078"/>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6"/>
            <p:cNvSpPr/>
            <p:nvPr/>
          </p:nvSpPr>
          <p:spPr>
            <a:xfrm>
              <a:off x="3512443" y="3020078"/>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6"/>
            <p:cNvSpPr/>
            <p:nvPr/>
          </p:nvSpPr>
          <p:spPr>
            <a:xfrm>
              <a:off x="3466436" y="3239477"/>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6"/>
            <p:cNvSpPr/>
            <p:nvPr/>
          </p:nvSpPr>
          <p:spPr>
            <a:xfrm>
              <a:off x="3615505" y="3220760"/>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6"/>
            <p:cNvSpPr/>
            <p:nvPr/>
          </p:nvSpPr>
          <p:spPr>
            <a:xfrm>
              <a:off x="3537331" y="3243101"/>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6"/>
            <p:cNvSpPr/>
            <p:nvPr/>
          </p:nvSpPr>
          <p:spPr>
            <a:xfrm>
              <a:off x="3546972" y="3091009"/>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p:nvPr/>
          </p:nvSpPr>
          <p:spPr>
            <a:xfrm>
              <a:off x="3586607" y="3106340"/>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a:off x="3635501" y="3093251"/>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6"/>
            <p:cNvSpPr/>
            <p:nvPr/>
          </p:nvSpPr>
          <p:spPr>
            <a:xfrm>
              <a:off x="3305030" y="2939609"/>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p:nvPr/>
          </p:nvSpPr>
          <p:spPr>
            <a:xfrm>
              <a:off x="3579687" y="3202068"/>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p:nvPr/>
          </p:nvSpPr>
          <p:spPr>
            <a:xfrm>
              <a:off x="3554250" y="3042585"/>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6"/>
            <p:cNvSpPr/>
            <p:nvPr/>
          </p:nvSpPr>
          <p:spPr>
            <a:xfrm>
              <a:off x="3313024" y="2955608"/>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6"/>
            <p:cNvSpPr/>
            <p:nvPr/>
          </p:nvSpPr>
          <p:spPr>
            <a:xfrm>
              <a:off x="3700026" y="3019887"/>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p:cNvSpPr/>
            <p:nvPr/>
          </p:nvSpPr>
          <p:spPr>
            <a:xfrm>
              <a:off x="3728016" y="2967219"/>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6"/>
            <p:cNvSpPr/>
            <p:nvPr/>
          </p:nvSpPr>
          <p:spPr>
            <a:xfrm>
              <a:off x="3420453" y="2956681"/>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16"/>
          <p:cNvGrpSpPr/>
          <p:nvPr/>
        </p:nvGrpSpPr>
        <p:grpSpPr>
          <a:xfrm>
            <a:off x="1114367" y="2586203"/>
            <a:ext cx="630941" cy="620443"/>
            <a:chOff x="229983" y="3318239"/>
            <a:chExt cx="454437" cy="447714"/>
          </a:xfrm>
        </p:grpSpPr>
        <p:sp>
          <p:nvSpPr>
            <p:cNvPr id="86" name="Google Shape;86;p16"/>
            <p:cNvSpPr/>
            <p:nvPr/>
          </p:nvSpPr>
          <p:spPr>
            <a:xfrm>
              <a:off x="512086" y="3369810"/>
              <a:ext cx="36199" cy="95203"/>
            </a:xfrm>
            <a:custGeom>
              <a:avLst/>
              <a:gdLst/>
              <a:ahLst/>
              <a:cxnLst/>
              <a:rect l="l" t="t" r="r" b="b"/>
              <a:pathLst>
                <a:path w="1517" h="3993" extrusionOk="0">
                  <a:moveTo>
                    <a:pt x="77" y="1"/>
                  </a:moveTo>
                  <a:cubicBezTo>
                    <a:pt x="69" y="46"/>
                    <a:pt x="61" y="92"/>
                    <a:pt x="61" y="138"/>
                  </a:cubicBezTo>
                  <a:lnTo>
                    <a:pt x="1" y="3992"/>
                  </a:lnTo>
                  <a:lnTo>
                    <a:pt x="1463" y="3992"/>
                  </a:lnTo>
                  <a:lnTo>
                    <a:pt x="1516" y="161"/>
                  </a:lnTo>
                  <a:cubicBezTo>
                    <a:pt x="1516" y="107"/>
                    <a:pt x="1516" y="54"/>
                    <a:pt x="1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p:cNvSpPr/>
            <p:nvPr/>
          </p:nvSpPr>
          <p:spPr>
            <a:xfrm>
              <a:off x="384660" y="3555973"/>
              <a:ext cx="290860" cy="54146"/>
            </a:xfrm>
            <a:custGeom>
              <a:avLst/>
              <a:gdLst/>
              <a:ahLst/>
              <a:cxnLst/>
              <a:rect l="l" t="t" r="r" b="b"/>
              <a:pathLst>
                <a:path w="12189" h="2271" extrusionOk="0">
                  <a:moveTo>
                    <a:pt x="1227" y="1"/>
                  </a:moveTo>
                  <a:cubicBezTo>
                    <a:pt x="549" y="1"/>
                    <a:pt x="1" y="511"/>
                    <a:pt x="1" y="1136"/>
                  </a:cubicBezTo>
                  <a:cubicBezTo>
                    <a:pt x="1" y="1768"/>
                    <a:pt x="549" y="2271"/>
                    <a:pt x="1227" y="2271"/>
                  </a:cubicBezTo>
                  <a:lnTo>
                    <a:pt x="10962" y="2271"/>
                  </a:lnTo>
                  <a:cubicBezTo>
                    <a:pt x="11640" y="2271"/>
                    <a:pt x="12189" y="1768"/>
                    <a:pt x="12189" y="1136"/>
                  </a:cubicBezTo>
                  <a:cubicBezTo>
                    <a:pt x="12189" y="511"/>
                    <a:pt x="11640" y="1"/>
                    <a:pt x="10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403750" y="3500587"/>
              <a:ext cx="252680" cy="54313"/>
            </a:xfrm>
            <a:custGeom>
              <a:avLst/>
              <a:gdLst/>
              <a:ahLst/>
              <a:cxnLst/>
              <a:rect l="l" t="t" r="r" b="b"/>
              <a:pathLst>
                <a:path w="10589" h="2278" extrusionOk="0">
                  <a:moveTo>
                    <a:pt x="1235" y="0"/>
                  </a:moveTo>
                  <a:cubicBezTo>
                    <a:pt x="549" y="0"/>
                    <a:pt x="0" y="511"/>
                    <a:pt x="0" y="1135"/>
                  </a:cubicBezTo>
                  <a:cubicBezTo>
                    <a:pt x="0" y="1767"/>
                    <a:pt x="549" y="2278"/>
                    <a:pt x="1235" y="2278"/>
                  </a:cubicBezTo>
                  <a:lnTo>
                    <a:pt x="9362" y="2278"/>
                  </a:lnTo>
                  <a:cubicBezTo>
                    <a:pt x="10040" y="2278"/>
                    <a:pt x="10589" y="1767"/>
                    <a:pt x="10589" y="1135"/>
                  </a:cubicBezTo>
                  <a:cubicBezTo>
                    <a:pt x="10589" y="511"/>
                    <a:pt x="10040" y="0"/>
                    <a:pt x="93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a:off x="429927" y="3445177"/>
              <a:ext cx="200326" cy="54337"/>
            </a:xfrm>
            <a:custGeom>
              <a:avLst/>
              <a:gdLst/>
              <a:ahLst/>
              <a:cxnLst/>
              <a:rect l="l" t="t" r="r" b="b"/>
              <a:pathLst>
                <a:path w="8395" h="2279" extrusionOk="0">
                  <a:moveTo>
                    <a:pt x="1227" y="1"/>
                  </a:moveTo>
                  <a:cubicBezTo>
                    <a:pt x="549" y="1"/>
                    <a:pt x="0" y="511"/>
                    <a:pt x="0" y="1144"/>
                  </a:cubicBezTo>
                  <a:cubicBezTo>
                    <a:pt x="0" y="1768"/>
                    <a:pt x="549" y="2279"/>
                    <a:pt x="1227" y="2279"/>
                  </a:cubicBezTo>
                  <a:lnTo>
                    <a:pt x="7169" y="2279"/>
                  </a:lnTo>
                  <a:cubicBezTo>
                    <a:pt x="7846" y="2279"/>
                    <a:pt x="8395" y="1768"/>
                    <a:pt x="8395" y="1144"/>
                  </a:cubicBezTo>
                  <a:cubicBezTo>
                    <a:pt x="8395" y="511"/>
                    <a:pt x="7846" y="1"/>
                    <a:pt x="7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p:nvPr/>
          </p:nvSpPr>
          <p:spPr>
            <a:xfrm>
              <a:off x="403750" y="3611359"/>
              <a:ext cx="252680" cy="54146"/>
            </a:xfrm>
            <a:custGeom>
              <a:avLst/>
              <a:gdLst/>
              <a:ahLst/>
              <a:cxnLst/>
              <a:rect l="l" t="t" r="r" b="b"/>
              <a:pathLst>
                <a:path w="10589" h="2271" extrusionOk="0">
                  <a:moveTo>
                    <a:pt x="1235" y="1"/>
                  </a:moveTo>
                  <a:cubicBezTo>
                    <a:pt x="549" y="1"/>
                    <a:pt x="0" y="511"/>
                    <a:pt x="0" y="1136"/>
                  </a:cubicBezTo>
                  <a:cubicBezTo>
                    <a:pt x="0" y="1761"/>
                    <a:pt x="549" y="2271"/>
                    <a:pt x="1235" y="2271"/>
                  </a:cubicBezTo>
                  <a:lnTo>
                    <a:pt x="9362" y="2271"/>
                  </a:lnTo>
                  <a:cubicBezTo>
                    <a:pt x="10040" y="2271"/>
                    <a:pt x="10589" y="1761"/>
                    <a:pt x="10589" y="1136"/>
                  </a:cubicBezTo>
                  <a:cubicBezTo>
                    <a:pt x="10589" y="511"/>
                    <a:pt x="10040" y="1"/>
                    <a:pt x="93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6"/>
            <p:cNvSpPr/>
            <p:nvPr/>
          </p:nvSpPr>
          <p:spPr>
            <a:xfrm>
              <a:off x="429927" y="3666769"/>
              <a:ext cx="200326" cy="54146"/>
            </a:xfrm>
            <a:custGeom>
              <a:avLst/>
              <a:gdLst/>
              <a:ahLst/>
              <a:cxnLst/>
              <a:rect l="l" t="t" r="r" b="b"/>
              <a:pathLst>
                <a:path w="8395" h="2271" extrusionOk="0">
                  <a:moveTo>
                    <a:pt x="1227" y="0"/>
                  </a:moveTo>
                  <a:cubicBezTo>
                    <a:pt x="549" y="0"/>
                    <a:pt x="0" y="511"/>
                    <a:pt x="0" y="1135"/>
                  </a:cubicBezTo>
                  <a:cubicBezTo>
                    <a:pt x="0" y="1760"/>
                    <a:pt x="549" y="2270"/>
                    <a:pt x="1227" y="2270"/>
                  </a:cubicBezTo>
                  <a:lnTo>
                    <a:pt x="7169" y="2270"/>
                  </a:lnTo>
                  <a:cubicBezTo>
                    <a:pt x="7846" y="2270"/>
                    <a:pt x="8395" y="1760"/>
                    <a:pt x="8395" y="1135"/>
                  </a:cubicBezTo>
                  <a:cubicBezTo>
                    <a:pt x="8395" y="511"/>
                    <a:pt x="7846" y="0"/>
                    <a:pt x="7169" y="0"/>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p:nvPr/>
          </p:nvSpPr>
          <p:spPr>
            <a:xfrm>
              <a:off x="429927" y="3445177"/>
              <a:ext cx="245593" cy="275739"/>
            </a:xfrm>
            <a:custGeom>
              <a:avLst/>
              <a:gdLst/>
              <a:ahLst/>
              <a:cxnLst/>
              <a:rect l="l" t="t" r="r" b="b"/>
              <a:pathLst>
                <a:path w="10292" h="11565" extrusionOk="0">
                  <a:moveTo>
                    <a:pt x="5455" y="1"/>
                  </a:moveTo>
                  <a:cubicBezTo>
                    <a:pt x="6011" y="1"/>
                    <a:pt x="6590" y="633"/>
                    <a:pt x="6590" y="1144"/>
                  </a:cubicBezTo>
                  <a:cubicBezTo>
                    <a:pt x="6590" y="1517"/>
                    <a:pt x="6483" y="2042"/>
                    <a:pt x="5843" y="2218"/>
                  </a:cubicBezTo>
                  <a:lnTo>
                    <a:pt x="6506" y="2324"/>
                  </a:lnTo>
                  <a:cubicBezTo>
                    <a:pt x="7054" y="2324"/>
                    <a:pt x="7351" y="2941"/>
                    <a:pt x="7207" y="3459"/>
                  </a:cubicBezTo>
                  <a:cubicBezTo>
                    <a:pt x="7069" y="3939"/>
                    <a:pt x="6384" y="4229"/>
                    <a:pt x="5973" y="4343"/>
                  </a:cubicBezTo>
                  <a:cubicBezTo>
                    <a:pt x="5973" y="4343"/>
                    <a:pt x="6894" y="7146"/>
                    <a:pt x="6346" y="7146"/>
                  </a:cubicBezTo>
                  <a:lnTo>
                    <a:pt x="5455" y="7184"/>
                  </a:lnTo>
                  <a:cubicBezTo>
                    <a:pt x="6011" y="7184"/>
                    <a:pt x="6452" y="7596"/>
                    <a:pt x="6452" y="8106"/>
                  </a:cubicBezTo>
                  <a:cubicBezTo>
                    <a:pt x="6452" y="8616"/>
                    <a:pt x="6041" y="9119"/>
                    <a:pt x="5493" y="9119"/>
                  </a:cubicBezTo>
                  <a:lnTo>
                    <a:pt x="747" y="9386"/>
                  </a:lnTo>
                  <a:cubicBezTo>
                    <a:pt x="305" y="9553"/>
                    <a:pt x="0" y="9957"/>
                    <a:pt x="0" y="10429"/>
                  </a:cubicBezTo>
                  <a:cubicBezTo>
                    <a:pt x="0" y="11054"/>
                    <a:pt x="549" y="11564"/>
                    <a:pt x="1227" y="11564"/>
                  </a:cubicBezTo>
                  <a:lnTo>
                    <a:pt x="7169" y="11564"/>
                  </a:lnTo>
                  <a:cubicBezTo>
                    <a:pt x="7846" y="11564"/>
                    <a:pt x="8395" y="11054"/>
                    <a:pt x="8395" y="10429"/>
                  </a:cubicBezTo>
                  <a:cubicBezTo>
                    <a:pt x="8395" y="9805"/>
                    <a:pt x="7846" y="9294"/>
                    <a:pt x="7169" y="9294"/>
                  </a:cubicBezTo>
                  <a:lnTo>
                    <a:pt x="7009" y="9241"/>
                  </a:lnTo>
                  <a:lnTo>
                    <a:pt x="8265" y="9241"/>
                  </a:lnTo>
                  <a:cubicBezTo>
                    <a:pt x="8943" y="9241"/>
                    <a:pt x="9492" y="8731"/>
                    <a:pt x="9492" y="8106"/>
                  </a:cubicBezTo>
                  <a:cubicBezTo>
                    <a:pt x="9492" y="7481"/>
                    <a:pt x="8943" y="6971"/>
                    <a:pt x="8265" y="6971"/>
                  </a:cubicBezTo>
                  <a:lnTo>
                    <a:pt x="7999" y="6918"/>
                  </a:lnTo>
                  <a:lnTo>
                    <a:pt x="9065" y="6918"/>
                  </a:lnTo>
                  <a:cubicBezTo>
                    <a:pt x="9743" y="6918"/>
                    <a:pt x="10292" y="6415"/>
                    <a:pt x="10292" y="5783"/>
                  </a:cubicBezTo>
                  <a:cubicBezTo>
                    <a:pt x="10292" y="5158"/>
                    <a:pt x="9743" y="4648"/>
                    <a:pt x="9065" y="4648"/>
                  </a:cubicBezTo>
                  <a:lnTo>
                    <a:pt x="8616" y="4549"/>
                  </a:lnTo>
                  <a:cubicBezTo>
                    <a:pt x="9119" y="4411"/>
                    <a:pt x="9492" y="3977"/>
                    <a:pt x="9492" y="3459"/>
                  </a:cubicBezTo>
                  <a:cubicBezTo>
                    <a:pt x="9492" y="2835"/>
                    <a:pt x="8943" y="2324"/>
                    <a:pt x="8265" y="2324"/>
                  </a:cubicBezTo>
                  <a:lnTo>
                    <a:pt x="7664" y="2179"/>
                  </a:lnTo>
                  <a:cubicBezTo>
                    <a:pt x="8098" y="1997"/>
                    <a:pt x="8395" y="1601"/>
                    <a:pt x="8395" y="1144"/>
                  </a:cubicBezTo>
                  <a:cubicBezTo>
                    <a:pt x="8395" y="511"/>
                    <a:pt x="7846" y="1"/>
                    <a:pt x="7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6"/>
            <p:cNvSpPr/>
            <p:nvPr/>
          </p:nvSpPr>
          <p:spPr>
            <a:xfrm>
              <a:off x="351396" y="3355314"/>
              <a:ext cx="113084" cy="114039"/>
            </a:xfrm>
            <a:custGeom>
              <a:avLst/>
              <a:gdLst/>
              <a:ahLst/>
              <a:cxnLst/>
              <a:rect l="l" t="t" r="r" b="b"/>
              <a:pathLst>
                <a:path w="4739" h="4783" extrusionOk="0">
                  <a:moveTo>
                    <a:pt x="3929" y="1"/>
                  </a:moveTo>
                  <a:cubicBezTo>
                    <a:pt x="3735" y="1"/>
                    <a:pt x="3541" y="77"/>
                    <a:pt x="3398" y="228"/>
                  </a:cubicBezTo>
                  <a:lnTo>
                    <a:pt x="275" y="3557"/>
                  </a:lnTo>
                  <a:cubicBezTo>
                    <a:pt x="1" y="3846"/>
                    <a:pt x="16" y="4311"/>
                    <a:pt x="313" y="4585"/>
                  </a:cubicBezTo>
                  <a:cubicBezTo>
                    <a:pt x="450" y="4722"/>
                    <a:pt x="633" y="4783"/>
                    <a:pt x="808" y="4783"/>
                  </a:cubicBezTo>
                  <a:cubicBezTo>
                    <a:pt x="1006" y="4783"/>
                    <a:pt x="1197" y="4707"/>
                    <a:pt x="1341" y="4554"/>
                  </a:cubicBezTo>
                  <a:lnTo>
                    <a:pt x="4465" y="1226"/>
                  </a:lnTo>
                  <a:cubicBezTo>
                    <a:pt x="4739" y="936"/>
                    <a:pt x="4723" y="471"/>
                    <a:pt x="4426" y="197"/>
                  </a:cubicBezTo>
                  <a:cubicBezTo>
                    <a:pt x="4288" y="66"/>
                    <a:pt x="4108" y="1"/>
                    <a:pt x="3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6"/>
            <p:cNvSpPr/>
            <p:nvPr/>
          </p:nvSpPr>
          <p:spPr>
            <a:xfrm>
              <a:off x="305580" y="3347828"/>
              <a:ext cx="369940" cy="40723"/>
            </a:xfrm>
            <a:custGeom>
              <a:avLst/>
              <a:gdLst/>
              <a:ahLst/>
              <a:cxnLst/>
              <a:rect l="l" t="t" r="r" b="b"/>
              <a:pathLst>
                <a:path w="15503" h="1708" extrusionOk="0">
                  <a:moveTo>
                    <a:pt x="938" y="1"/>
                  </a:moveTo>
                  <a:cubicBezTo>
                    <a:pt x="420" y="1"/>
                    <a:pt x="1" y="382"/>
                    <a:pt x="1" y="854"/>
                  </a:cubicBezTo>
                  <a:cubicBezTo>
                    <a:pt x="1" y="1326"/>
                    <a:pt x="420" y="1707"/>
                    <a:pt x="938" y="1707"/>
                  </a:cubicBezTo>
                  <a:lnTo>
                    <a:pt x="15503" y="1707"/>
                  </a:lnTo>
                  <a:lnTo>
                    <a:pt x="155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6"/>
            <p:cNvSpPr/>
            <p:nvPr/>
          </p:nvSpPr>
          <p:spPr>
            <a:xfrm>
              <a:off x="238884" y="3327132"/>
              <a:ext cx="114349" cy="82304"/>
            </a:xfrm>
            <a:custGeom>
              <a:avLst/>
              <a:gdLst/>
              <a:ahLst/>
              <a:cxnLst/>
              <a:rect l="l" t="t" r="r" b="b"/>
              <a:pathLst>
                <a:path w="4792" h="3452" extrusionOk="0">
                  <a:moveTo>
                    <a:pt x="3070" y="0"/>
                  </a:moveTo>
                  <a:cubicBezTo>
                    <a:pt x="2118" y="0"/>
                    <a:pt x="0" y="770"/>
                    <a:pt x="0" y="1722"/>
                  </a:cubicBezTo>
                  <a:cubicBezTo>
                    <a:pt x="0" y="2674"/>
                    <a:pt x="2118" y="3451"/>
                    <a:pt x="3070" y="3451"/>
                  </a:cubicBezTo>
                  <a:cubicBezTo>
                    <a:pt x="4022" y="3451"/>
                    <a:pt x="4792" y="2674"/>
                    <a:pt x="4792" y="1722"/>
                  </a:cubicBezTo>
                  <a:cubicBezTo>
                    <a:pt x="4792" y="770"/>
                    <a:pt x="4022" y="0"/>
                    <a:pt x="30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6"/>
            <p:cNvSpPr/>
            <p:nvPr/>
          </p:nvSpPr>
          <p:spPr>
            <a:xfrm>
              <a:off x="238884" y="3327132"/>
              <a:ext cx="114349" cy="82304"/>
            </a:xfrm>
            <a:custGeom>
              <a:avLst/>
              <a:gdLst/>
              <a:ahLst/>
              <a:cxnLst/>
              <a:rect l="l" t="t" r="r" b="b"/>
              <a:pathLst>
                <a:path w="4792" h="3452" extrusionOk="0">
                  <a:moveTo>
                    <a:pt x="3070" y="0"/>
                  </a:moveTo>
                  <a:cubicBezTo>
                    <a:pt x="2910" y="0"/>
                    <a:pt x="2727" y="16"/>
                    <a:pt x="2522" y="61"/>
                  </a:cubicBezTo>
                  <a:cubicBezTo>
                    <a:pt x="3002" y="214"/>
                    <a:pt x="3352" y="671"/>
                    <a:pt x="3352" y="1204"/>
                  </a:cubicBezTo>
                  <a:cubicBezTo>
                    <a:pt x="3352" y="1867"/>
                    <a:pt x="2811" y="2408"/>
                    <a:pt x="2148" y="2408"/>
                  </a:cubicBezTo>
                  <a:cubicBezTo>
                    <a:pt x="1562" y="2408"/>
                    <a:pt x="351" y="1996"/>
                    <a:pt x="61" y="1440"/>
                  </a:cubicBezTo>
                  <a:cubicBezTo>
                    <a:pt x="23" y="1532"/>
                    <a:pt x="0" y="1631"/>
                    <a:pt x="0" y="1722"/>
                  </a:cubicBezTo>
                  <a:cubicBezTo>
                    <a:pt x="0" y="2674"/>
                    <a:pt x="2118" y="3451"/>
                    <a:pt x="3070" y="3451"/>
                  </a:cubicBezTo>
                  <a:cubicBezTo>
                    <a:pt x="4022" y="3451"/>
                    <a:pt x="4792" y="2674"/>
                    <a:pt x="4792" y="1722"/>
                  </a:cubicBezTo>
                  <a:cubicBezTo>
                    <a:pt x="4792" y="770"/>
                    <a:pt x="4022" y="0"/>
                    <a:pt x="30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6"/>
            <p:cNvSpPr/>
            <p:nvPr/>
          </p:nvSpPr>
          <p:spPr>
            <a:xfrm>
              <a:off x="297586" y="3434328"/>
              <a:ext cx="95092" cy="84164"/>
            </a:xfrm>
            <a:custGeom>
              <a:avLst/>
              <a:gdLst/>
              <a:ahLst/>
              <a:cxnLst/>
              <a:rect l="l" t="t" r="r" b="b"/>
              <a:pathLst>
                <a:path w="3985" h="3530" extrusionOk="0">
                  <a:moveTo>
                    <a:pt x="2366" y="0"/>
                  </a:moveTo>
                  <a:cubicBezTo>
                    <a:pt x="1977" y="0"/>
                    <a:pt x="1589" y="155"/>
                    <a:pt x="1303" y="463"/>
                  </a:cubicBezTo>
                  <a:cubicBezTo>
                    <a:pt x="747" y="1050"/>
                    <a:pt x="1" y="2802"/>
                    <a:pt x="587" y="3351"/>
                  </a:cubicBezTo>
                  <a:cubicBezTo>
                    <a:pt x="722" y="3477"/>
                    <a:pt x="914" y="3530"/>
                    <a:pt x="1136" y="3530"/>
                  </a:cubicBezTo>
                  <a:cubicBezTo>
                    <a:pt x="1894" y="3530"/>
                    <a:pt x="3006" y="2913"/>
                    <a:pt x="3436" y="2459"/>
                  </a:cubicBezTo>
                  <a:cubicBezTo>
                    <a:pt x="3985" y="1873"/>
                    <a:pt x="3954" y="951"/>
                    <a:pt x="3368" y="395"/>
                  </a:cubicBezTo>
                  <a:cubicBezTo>
                    <a:pt x="3086" y="132"/>
                    <a:pt x="2726" y="0"/>
                    <a:pt x="23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p:nvPr/>
          </p:nvSpPr>
          <p:spPr>
            <a:xfrm>
              <a:off x="477915" y="3530914"/>
              <a:ext cx="104351" cy="104263"/>
            </a:xfrm>
            <a:custGeom>
              <a:avLst/>
              <a:gdLst/>
              <a:ahLst/>
              <a:cxnLst/>
              <a:rect l="l" t="t" r="r" b="b"/>
              <a:pathLst>
                <a:path w="4373" h="4373" extrusionOk="0">
                  <a:moveTo>
                    <a:pt x="2187" y="0"/>
                  </a:moveTo>
                  <a:cubicBezTo>
                    <a:pt x="983" y="0"/>
                    <a:pt x="0" y="983"/>
                    <a:pt x="0" y="2187"/>
                  </a:cubicBezTo>
                  <a:cubicBezTo>
                    <a:pt x="0" y="3398"/>
                    <a:pt x="983" y="4373"/>
                    <a:pt x="2187" y="4373"/>
                  </a:cubicBezTo>
                  <a:cubicBezTo>
                    <a:pt x="3398" y="4373"/>
                    <a:pt x="4373" y="3398"/>
                    <a:pt x="4373" y="2187"/>
                  </a:cubicBezTo>
                  <a:cubicBezTo>
                    <a:pt x="4373" y="983"/>
                    <a:pt x="3398" y="0"/>
                    <a:pt x="21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6"/>
            <p:cNvSpPr/>
            <p:nvPr/>
          </p:nvSpPr>
          <p:spPr>
            <a:xfrm>
              <a:off x="483546" y="3530914"/>
              <a:ext cx="74928" cy="74842"/>
            </a:xfrm>
            <a:custGeom>
              <a:avLst/>
              <a:gdLst/>
              <a:ahLst/>
              <a:cxnLst/>
              <a:rect l="l" t="t" r="r" b="b"/>
              <a:pathLst>
                <a:path w="3140" h="3139" extrusionOk="0">
                  <a:moveTo>
                    <a:pt x="1570" y="0"/>
                  </a:moveTo>
                  <a:cubicBezTo>
                    <a:pt x="701" y="0"/>
                    <a:pt x="1" y="701"/>
                    <a:pt x="1" y="1570"/>
                  </a:cubicBezTo>
                  <a:cubicBezTo>
                    <a:pt x="1" y="2438"/>
                    <a:pt x="701" y="3139"/>
                    <a:pt x="1570" y="3139"/>
                  </a:cubicBezTo>
                  <a:cubicBezTo>
                    <a:pt x="2438" y="3139"/>
                    <a:pt x="3139" y="2438"/>
                    <a:pt x="3139" y="1570"/>
                  </a:cubicBezTo>
                  <a:cubicBezTo>
                    <a:pt x="3139" y="701"/>
                    <a:pt x="2438" y="0"/>
                    <a:pt x="15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6"/>
            <p:cNvSpPr/>
            <p:nvPr/>
          </p:nvSpPr>
          <p:spPr>
            <a:xfrm>
              <a:off x="489178" y="3463535"/>
              <a:ext cx="49825" cy="17810"/>
            </a:xfrm>
            <a:custGeom>
              <a:avLst/>
              <a:gdLst/>
              <a:ahLst/>
              <a:cxnLst/>
              <a:rect l="l" t="t" r="r" b="b"/>
              <a:pathLst>
                <a:path w="2088" h="747" extrusionOk="0">
                  <a:moveTo>
                    <a:pt x="374" y="0"/>
                  </a:moveTo>
                  <a:cubicBezTo>
                    <a:pt x="168" y="0"/>
                    <a:pt x="1" y="168"/>
                    <a:pt x="1" y="374"/>
                  </a:cubicBezTo>
                  <a:cubicBezTo>
                    <a:pt x="1" y="579"/>
                    <a:pt x="168" y="747"/>
                    <a:pt x="374" y="747"/>
                  </a:cubicBezTo>
                  <a:lnTo>
                    <a:pt x="1715" y="747"/>
                  </a:lnTo>
                  <a:cubicBezTo>
                    <a:pt x="1920" y="747"/>
                    <a:pt x="2088" y="579"/>
                    <a:pt x="2088" y="374"/>
                  </a:cubicBezTo>
                  <a:cubicBezTo>
                    <a:pt x="2088" y="168"/>
                    <a:pt x="1920" y="0"/>
                    <a:pt x="1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455198" y="3463535"/>
              <a:ext cx="19114" cy="17810"/>
            </a:xfrm>
            <a:custGeom>
              <a:avLst/>
              <a:gdLst/>
              <a:ahLst/>
              <a:cxnLst/>
              <a:rect l="l" t="t" r="r" b="b"/>
              <a:pathLst>
                <a:path w="801" h="747" extrusionOk="0">
                  <a:moveTo>
                    <a:pt x="373" y="0"/>
                  </a:moveTo>
                  <a:cubicBezTo>
                    <a:pt x="168" y="0"/>
                    <a:pt x="0" y="168"/>
                    <a:pt x="0" y="374"/>
                  </a:cubicBezTo>
                  <a:cubicBezTo>
                    <a:pt x="0" y="579"/>
                    <a:pt x="168" y="747"/>
                    <a:pt x="373" y="747"/>
                  </a:cubicBezTo>
                  <a:lnTo>
                    <a:pt x="427" y="747"/>
                  </a:lnTo>
                  <a:cubicBezTo>
                    <a:pt x="632" y="747"/>
                    <a:pt x="800" y="579"/>
                    <a:pt x="800" y="374"/>
                  </a:cubicBezTo>
                  <a:cubicBezTo>
                    <a:pt x="800" y="168"/>
                    <a:pt x="632" y="0"/>
                    <a:pt x="4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327223" y="3693830"/>
              <a:ext cx="65455" cy="72124"/>
            </a:xfrm>
            <a:custGeom>
              <a:avLst/>
              <a:gdLst/>
              <a:ahLst/>
              <a:cxnLst/>
              <a:rect l="l" t="t" r="r" b="b"/>
              <a:pathLst>
                <a:path w="2743" h="3025" extrusionOk="0">
                  <a:moveTo>
                    <a:pt x="1372" y="0"/>
                  </a:moveTo>
                  <a:cubicBezTo>
                    <a:pt x="1322" y="0"/>
                    <a:pt x="1273" y="31"/>
                    <a:pt x="1250" y="92"/>
                  </a:cubicBezTo>
                  <a:lnTo>
                    <a:pt x="945" y="952"/>
                  </a:lnTo>
                  <a:cubicBezTo>
                    <a:pt x="930" y="991"/>
                    <a:pt x="907" y="1021"/>
                    <a:pt x="876" y="1036"/>
                  </a:cubicBezTo>
                  <a:lnTo>
                    <a:pt x="107" y="1379"/>
                  </a:lnTo>
                  <a:cubicBezTo>
                    <a:pt x="0" y="1425"/>
                    <a:pt x="0" y="1600"/>
                    <a:pt x="107" y="1646"/>
                  </a:cubicBezTo>
                  <a:lnTo>
                    <a:pt x="876" y="1988"/>
                  </a:lnTo>
                  <a:cubicBezTo>
                    <a:pt x="907" y="2004"/>
                    <a:pt x="930" y="2034"/>
                    <a:pt x="945" y="2072"/>
                  </a:cubicBezTo>
                  <a:lnTo>
                    <a:pt x="1250" y="2933"/>
                  </a:lnTo>
                  <a:cubicBezTo>
                    <a:pt x="1273" y="2994"/>
                    <a:pt x="1322" y="3024"/>
                    <a:pt x="1372" y="3024"/>
                  </a:cubicBezTo>
                  <a:cubicBezTo>
                    <a:pt x="1421" y="3024"/>
                    <a:pt x="1471" y="2994"/>
                    <a:pt x="1494" y="2933"/>
                  </a:cubicBezTo>
                  <a:lnTo>
                    <a:pt x="1798" y="2072"/>
                  </a:lnTo>
                  <a:cubicBezTo>
                    <a:pt x="1813" y="2034"/>
                    <a:pt x="1836" y="2004"/>
                    <a:pt x="1867" y="1988"/>
                  </a:cubicBezTo>
                  <a:lnTo>
                    <a:pt x="2636" y="1646"/>
                  </a:lnTo>
                  <a:cubicBezTo>
                    <a:pt x="2743" y="1600"/>
                    <a:pt x="2743" y="1425"/>
                    <a:pt x="2636" y="1379"/>
                  </a:cubicBezTo>
                  <a:lnTo>
                    <a:pt x="1867" y="1036"/>
                  </a:lnTo>
                  <a:cubicBezTo>
                    <a:pt x="1836" y="1021"/>
                    <a:pt x="1813" y="991"/>
                    <a:pt x="1798" y="952"/>
                  </a:cubicBezTo>
                  <a:lnTo>
                    <a:pt x="1494" y="92"/>
                  </a:lnTo>
                  <a:cubicBezTo>
                    <a:pt x="1471" y="31"/>
                    <a:pt x="1421" y="0"/>
                    <a:pt x="13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
            <p:cNvSpPr/>
            <p:nvPr/>
          </p:nvSpPr>
          <p:spPr>
            <a:xfrm>
              <a:off x="231797" y="3564866"/>
              <a:ext cx="48560" cy="53598"/>
            </a:xfrm>
            <a:custGeom>
              <a:avLst/>
              <a:gdLst/>
              <a:ahLst/>
              <a:cxnLst/>
              <a:rect l="l" t="t" r="r" b="b"/>
              <a:pathLst>
                <a:path w="2035" h="2248" extrusionOk="0">
                  <a:moveTo>
                    <a:pt x="1017" y="1"/>
                  </a:moveTo>
                  <a:cubicBezTo>
                    <a:pt x="981" y="1"/>
                    <a:pt x="945" y="24"/>
                    <a:pt x="930" y="69"/>
                  </a:cubicBezTo>
                  <a:lnTo>
                    <a:pt x="701" y="709"/>
                  </a:lnTo>
                  <a:cubicBezTo>
                    <a:pt x="693" y="732"/>
                    <a:pt x="671" y="755"/>
                    <a:pt x="648" y="770"/>
                  </a:cubicBezTo>
                  <a:lnTo>
                    <a:pt x="84" y="1022"/>
                  </a:lnTo>
                  <a:cubicBezTo>
                    <a:pt x="0" y="1060"/>
                    <a:pt x="0" y="1189"/>
                    <a:pt x="84" y="1220"/>
                  </a:cubicBezTo>
                  <a:lnTo>
                    <a:pt x="648" y="1479"/>
                  </a:lnTo>
                  <a:cubicBezTo>
                    <a:pt x="671" y="1494"/>
                    <a:pt x="693" y="1509"/>
                    <a:pt x="701" y="1540"/>
                  </a:cubicBezTo>
                  <a:lnTo>
                    <a:pt x="930" y="2179"/>
                  </a:lnTo>
                  <a:cubicBezTo>
                    <a:pt x="945" y="2225"/>
                    <a:pt x="981" y="2248"/>
                    <a:pt x="1017" y="2248"/>
                  </a:cubicBezTo>
                  <a:cubicBezTo>
                    <a:pt x="1053" y="2248"/>
                    <a:pt x="1090" y="2225"/>
                    <a:pt x="1105" y="2179"/>
                  </a:cubicBezTo>
                  <a:lnTo>
                    <a:pt x="1333" y="1540"/>
                  </a:lnTo>
                  <a:cubicBezTo>
                    <a:pt x="1341" y="1509"/>
                    <a:pt x="1364" y="1494"/>
                    <a:pt x="1387" y="1479"/>
                  </a:cubicBezTo>
                  <a:lnTo>
                    <a:pt x="1958" y="1220"/>
                  </a:lnTo>
                  <a:cubicBezTo>
                    <a:pt x="2034" y="1189"/>
                    <a:pt x="2034" y="1060"/>
                    <a:pt x="1958" y="1022"/>
                  </a:cubicBezTo>
                  <a:lnTo>
                    <a:pt x="1387" y="770"/>
                  </a:lnTo>
                  <a:cubicBezTo>
                    <a:pt x="1364" y="755"/>
                    <a:pt x="1341" y="732"/>
                    <a:pt x="1333" y="709"/>
                  </a:cubicBezTo>
                  <a:lnTo>
                    <a:pt x="1105" y="69"/>
                  </a:lnTo>
                  <a:cubicBezTo>
                    <a:pt x="1090" y="24"/>
                    <a:pt x="1053" y="1"/>
                    <a:pt x="10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p:nvPr/>
          </p:nvSpPr>
          <p:spPr>
            <a:xfrm>
              <a:off x="311951" y="3606638"/>
              <a:ext cx="32023" cy="31806"/>
            </a:xfrm>
            <a:custGeom>
              <a:avLst/>
              <a:gdLst/>
              <a:ahLst/>
              <a:cxnLst/>
              <a:rect l="l" t="t" r="r" b="b"/>
              <a:pathLst>
                <a:path w="1342" h="1334" extrusionOk="0">
                  <a:moveTo>
                    <a:pt x="671" y="1"/>
                  </a:moveTo>
                  <a:cubicBezTo>
                    <a:pt x="305" y="1"/>
                    <a:pt x="1" y="298"/>
                    <a:pt x="1" y="664"/>
                  </a:cubicBezTo>
                  <a:cubicBezTo>
                    <a:pt x="1" y="1037"/>
                    <a:pt x="305" y="1334"/>
                    <a:pt x="671" y="1334"/>
                  </a:cubicBezTo>
                  <a:cubicBezTo>
                    <a:pt x="1044" y="1334"/>
                    <a:pt x="1341" y="1037"/>
                    <a:pt x="1341" y="664"/>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6"/>
            <p:cNvSpPr/>
            <p:nvPr/>
          </p:nvSpPr>
          <p:spPr>
            <a:xfrm>
              <a:off x="269953" y="3678022"/>
              <a:ext cx="13482" cy="13471"/>
            </a:xfrm>
            <a:custGeom>
              <a:avLst/>
              <a:gdLst/>
              <a:ahLst/>
              <a:cxnLst/>
              <a:rect l="l" t="t" r="r" b="b"/>
              <a:pathLst>
                <a:path w="565" h="565" extrusionOk="0">
                  <a:moveTo>
                    <a:pt x="283" y="1"/>
                  </a:moveTo>
                  <a:cubicBezTo>
                    <a:pt x="130" y="1"/>
                    <a:pt x="1" y="130"/>
                    <a:pt x="1" y="282"/>
                  </a:cubicBezTo>
                  <a:cubicBezTo>
                    <a:pt x="1" y="435"/>
                    <a:pt x="130" y="564"/>
                    <a:pt x="283" y="564"/>
                  </a:cubicBezTo>
                  <a:cubicBezTo>
                    <a:pt x="435" y="564"/>
                    <a:pt x="565" y="435"/>
                    <a:pt x="565" y="282"/>
                  </a:cubicBezTo>
                  <a:cubicBezTo>
                    <a:pt x="565"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p:nvPr/>
          </p:nvSpPr>
          <p:spPr>
            <a:xfrm>
              <a:off x="229983" y="3318239"/>
              <a:ext cx="454437" cy="411569"/>
            </a:xfrm>
            <a:custGeom>
              <a:avLst/>
              <a:gdLst/>
              <a:ahLst/>
              <a:cxnLst/>
              <a:rect l="l" t="t" r="r" b="b"/>
              <a:pathLst>
                <a:path w="19044" h="17262" extrusionOk="0">
                  <a:moveTo>
                    <a:pt x="3443" y="747"/>
                  </a:moveTo>
                  <a:cubicBezTo>
                    <a:pt x="4114" y="747"/>
                    <a:pt x="4670" y="1234"/>
                    <a:pt x="4776" y="1874"/>
                  </a:cubicBezTo>
                  <a:lnTo>
                    <a:pt x="2773" y="1874"/>
                  </a:lnTo>
                  <a:cubicBezTo>
                    <a:pt x="2651" y="1874"/>
                    <a:pt x="2544" y="1973"/>
                    <a:pt x="2544" y="2095"/>
                  </a:cubicBezTo>
                  <a:cubicBezTo>
                    <a:pt x="2544" y="2217"/>
                    <a:pt x="2651" y="2324"/>
                    <a:pt x="2773" y="2324"/>
                  </a:cubicBezTo>
                  <a:lnTo>
                    <a:pt x="4776" y="2324"/>
                  </a:lnTo>
                  <a:cubicBezTo>
                    <a:pt x="4670" y="2963"/>
                    <a:pt x="4114" y="3451"/>
                    <a:pt x="3443" y="3451"/>
                  </a:cubicBezTo>
                  <a:cubicBezTo>
                    <a:pt x="3062" y="3451"/>
                    <a:pt x="2354" y="3291"/>
                    <a:pt x="1714" y="2979"/>
                  </a:cubicBezTo>
                  <a:cubicBezTo>
                    <a:pt x="1127" y="2697"/>
                    <a:pt x="747" y="2354"/>
                    <a:pt x="747" y="2095"/>
                  </a:cubicBezTo>
                  <a:cubicBezTo>
                    <a:pt x="747" y="1844"/>
                    <a:pt x="1127" y="1493"/>
                    <a:pt x="1714" y="1211"/>
                  </a:cubicBezTo>
                  <a:cubicBezTo>
                    <a:pt x="2354" y="907"/>
                    <a:pt x="3062" y="747"/>
                    <a:pt x="3443" y="747"/>
                  </a:cubicBezTo>
                  <a:close/>
                  <a:moveTo>
                    <a:pt x="12950" y="3321"/>
                  </a:moveTo>
                  <a:lnTo>
                    <a:pt x="12927" y="4952"/>
                  </a:lnTo>
                  <a:lnTo>
                    <a:pt x="12219" y="4952"/>
                  </a:lnTo>
                  <a:lnTo>
                    <a:pt x="12242" y="3321"/>
                  </a:lnTo>
                  <a:close/>
                  <a:moveTo>
                    <a:pt x="8532" y="3321"/>
                  </a:moveTo>
                  <a:lnTo>
                    <a:pt x="6704" y="5272"/>
                  </a:lnTo>
                  <a:cubicBezTo>
                    <a:pt x="6627" y="5173"/>
                    <a:pt x="6551" y="5081"/>
                    <a:pt x="6452" y="4990"/>
                  </a:cubicBezTo>
                  <a:cubicBezTo>
                    <a:pt x="6368" y="4914"/>
                    <a:pt x="6277" y="4845"/>
                    <a:pt x="6186" y="4784"/>
                  </a:cubicBezTo>
                  <a:lnTo>
                    <a:pt x="7557" y="3321"/>
                  </a:lnTo>
                  <a:close/>
                  <a:moveTo>
                    <a:pt x="15639" y="5698"/>
                  </a:moveTo>
                  <a:cubicBezTo>
                    <a:pt x="16058" y="5698"/>
                    <a:pt x="16401" y="6041"/>
                    <a:pt x="16401" y="6468"/>
                  </a:cubicBezTo>
                  <a:cubicBezTo>
                    <a:pt x="16401" y="6886"/>
                    <a:pt x="16058" y="7229"/>
                    <a:pt x="15639" y="7229"/>
                  </a:cubicBezTo>
                  <a:lnTo>
                    <a:pt x="9514" y="7229"/>
                  </a:lnTo>
                  <a:cubicBezTo>
                    <a:pt x="9095" y="7229"/>
                    <a:pt x="8753" y="6886"/>
                    <a:pt x="8753" y="6468"/>
                  </a:cubicBezTo>
                  <a:cubicBezTo>
                    <a:pt x="8753" y="6041"/>
                    <a:pt x="9095" y="5698"/>
                    <a:pt x="9514" y="5698"/>
                  </a:cubicBezTo>
                  <a:close/>
                  <a:moveTo>
                    <a:pt x="5203" y="5241"/>
                  </a:moveTo>
                  <a:cubicBezTo>
                    <a:pt x="5469" y="5241"/>
                    <a:pt x="5736" y="5340"/>
                    <a:pt x="5942" y="5538"/>
                  </a:cubicBezTo>
                  <a:cubicBezTo>
                    <a:pt x="6155" y="5736"/>
                    <a:pt x="6277" y="6003"/>
                    <a:pt x="6285" y="6292"/>
                  </a:cubicBezTo>
                  <a:cubicBezTo>
                    <a:pt x="6300" y="6582"/>
                    <a:pt x="6193" y="6864"/>
                    <a:pt x="5995" y="7077"/>
                  </a:cubicBezTo>
                  <a:cubicBezTo>
                    <a:pt x="5782" y="7298"/>
                    <a:pt x="5271" y="7641"/>
                    <a:pt x="4723" y="7854"/>
                  </a:cubicBezTo>
                  <a:cubicBezTo>
                    <a:pt x="4404" y="7979"/>
                    <a:pt x="4148" y="8028"/>
                    <a:pt x="3966" y="8028"/>
                  </a:cubicBezTo>
                  <a:cubicBezTo>
                    <a:pt x="3826" y="8028"/>
                    <a:pt x="3729" y="7999"/>
                    <a:pt x="3679" y="7953"/>
                  </a:cubicBezTo>
                  <a:cubicBezTo>
                    <a:pt x="3565" y="7846"/>
                    <a:pt x="3527" y="7473"/>
                    <a:pt x="3710" y="6902"/>
                  </a:cubicBezTo>
                  <a:cubicBezTo>
                    <a:pt x="3885" y="6338"/>
                    <a:pt x="4197" y="5812"/>
                    <a:pt x="4411" y="5584"/>
                  </a:cubicBezTo>
                  <a:cubicBezTo>
                    <a:pt x="4624" y="5355"/>
                    <a:pt x="4913" y="5241"/>
                    <a:pt x="5203" y="5241"/>
                  </a:cubicBezTo>
                  <a:close/>
                  <a:moveTo>
                    <a:pt x="16736" y="8021"/>
                  </a:moveTo>
                  <a:cubicBezTo>
                    <a:pt x="17155" y="8021"/>
                    <a:pt x="17498" y="8364"/>
                    <a:pt x="17498" y="8783"/>
                  </a:cubicBezTo>
                  <a:cubicBezTo>
                    <a:pt x="17498" y="9210"/>
                    <a:pt x="17155" y="9553"/>
                    <a:pt x="16736" y="9553"/>
                  </a:cubicBezTo>
                  <a:lnTo>
                    <a:pt x="14603" y="9553"/>
                  </a:lnTo>
                  <a:cubicBezTo>
                    <a:pt x="14138" y="8943"/>
                    <a:pt x="13399" y="8547"/>
                    <a:pt x="12577" y="8547"/>
                  </a:cubicBezTo>
                  <a:cubicBezTo>
                    <a:pt x="11754" y="8547"/>
                    <a:pt x="11015" y="8943"/>
                    <a:pt x="10550" y="9553"/>
                  </a:cubicBezTo>
                  <a:lnTo>
                    <a:pt x="8417" y="9553"/>
                  </a:lnTo>
                  <a:cubicBezTo>
                    <a:pt x="7999" y="9553"/>
                    <a:pt x="7656" y="9210"/>
                    <a:pt x="7656" y="8783"/>
                  </a:cubicBezTo>
                  <a:cubicBezTo>
                    <a:pt x="7656" y="8364"/>
                    <a:pt x="7999" y="8021"/>
                    <a:pt x="8417" y="8021"/>
                  </a:cubicBezTo>
                  <a:close/>
                  <a:moveTo>
                    <a:pt x="10131" y="10345"/>
                  </a:moveTo>
                  <a:cubicBezTo>
                    <a:pt x="10063" y="10589"/>
                    <a:pt x="10017" y="10840"/>
                    <a:pt x="10017" y="11107"/>
                  </a:cubicBezTo>
                  <a:cubicBezTo>
                    <a:pt x="10017" y="11373"/>
                    <a:pt x="10063" y="11632"/>
                    <a:pt x="10131" y="11868"/>
                  </a:cubicBezTo>
                  <a:lnTo>
                    <a:pt x="7618" y="11868"/>
                  </a:lnTo>
                  <a:cubicBezTo>
                    <a:pt x="7199" y="11868"/>
                    <a:pt x="6856" y="11526"/>
                    <a:pt x="6856" y="11107"/>
                  </a:cubicBezTo>
                  <a:cubicBezTo>
                    <a:pt x="6856" y="10688"/>
                    <a:pt x="7199" y="10345"/>
                    <a:pt x="7618" y="10345"/>
                  </a:cubicBezTo>
                  <a:close/>
                  <a:moveTo>
                    <a:pt x="17536" y="10345"/>
                  </a:moveTo>
                  <a:cubicBezTo>
                    <a:pt x="17955" y="10345"/>
                    <a:pt x="18297" y="10688"/>
                    <a:pt x="18297" y="11107"/>
                  </a:cubicBezTo>
                  <a:cubicBezTo>
                    <a:pt x="18297" y="11526"/>
                    <a:pt x="17955" y="11868"/>
                    <a:pt x="17536" y="11868"/>
                  </a:cubicBezTo>
                  <a:lnTo>
                    <a:pt x="15022" y="11868"/>
                  </a:lnTo>
                  <a:cubicBezTo>
                    <a:pt x="15098" y="11632"/>
                    <a:pt x="15136" y="11373"/>
                    <a:pt x="15136" y="11107"/>
                  </a:cubicBezTo>
                  <a:cubicBezTo>
                    <a:pt x="15136" y="10840"/>
                    <a:pt x="15098" y="10589"/>
                    <a:pt x="15022" y="10345"/>
                  </a:cubicBezTo>
                  <a:close/>
                  <a:moveTo>
                    <a:pt x="12577" y="9294"/>
                  </a:moveTo>
                  <a:cubicBezTo>
                    <a:pt x="13575" y="9294"/>
                    <a:pt x="14390" y="10109"/>
                    <a:pt x="14390" y="11107"/>
                  </a:cubicBezTo>
                  <a:cubicBezTo>
                    <a:pt x="14390" y="12104"/>
                    <a:pt x="13575" y="12920"/>
                    <a:pt x="12577" y="12920"/>
                  </a:cubicBezTo>
                  <a:cubicBezTo>
                    <a:pt x="11579" y="12920"/>
                    <a:pt x="10764" y="12104"/>
                    <a:pt x="10764" y="11107"/>
                  </a:cubicBezTo>
                  <a:cubicBezTo>
                    <a:pt x="10764" y="10109"/>
                    <a:pt x="11579" y="9294"/>
                    <a:pt x="12577" y="9294"/>
                  </a:cubicBezTo>
                  <a:close/>
                  <a:moveTo>
                    <a:pt x="14603" y="12661"/>
                  </a:moveTo>
                  <a:cubicBezTo>
                    <a:pt x="14626" y="12668"/>
                    <a:pt x="14641" y="12668"/>
                    <a:pt x="14656" y="12668"/>
                  </a:cubicBezTo>
                  <a:lnTo>
                    <a:pt x="16736" y="12668"/>
                  </a:lnTo>
                  <a:cubicBezTo>
                    <a:pt x="17155" y="12668"/>
                    <a:pt x="17498" y="13011"/>
                    <a:pt x="17498" y="13430"/>
                  </a:cubicBezTo>
                  <a:cubicBezTo>
                    <a:pt x="17498" y="13849"/>
                    <a:pt x="17155" y="14192"/>
                    <a:pt x="16736" y="14192"/>
                  </a:cubicBezTo>
                  <a:lnTo>
                    <a:pt x="8417" y="14192"/>
                  </a:lnTo>
                  <a:cubicBezTo>
                    <a:pt x="7999" y="14192"/>
                    <a:pt x="7656" y="13849"/>
                    <a:pt x="7656" y="13430"/>
                  </a:cubicBezTo>
                  <a:cubicBezTo>
                    <a:pt x="7656" y="13011"/>
                    <a:pt x="7999" y="12668"/>
                    <a:pt x="8417" y="12668"/>
                  </a:cubicBezTo>
                  <a:lnTo>
                    <a:pt x="10550" y="12668"/>
                  </a:lnTo>
                  <a:cubicBezTo>
                    <a:pt x="11015" y="13278"/>
                    <a:pt x="11754" y="13666"/>
                    <a:pt x="12577" y="13666"/>
                  </a:cubicBezTo>
                  <a:cubicBezTo>
                    <a:pt x="13399" y="13666"/>
                    <a:pt x="14138" y="13270"/>
                    <a:pt x="14603" y="12661"/>
                  </a:cubicBezTo>
                  <a:close/>
                  <a:moveTo>
                    <a:pt x="15639" y="14992"/>
                  </a:moveTo>
                  <a:cubicBezTo>
                    <a:pt x="16058" y="14992"/>
                    <a:pt x="16401" y="15334"/>
                    <a:pt x="16401" y="15753"/>
                  </a:cubicBezTo>
                  <a:cubicBezTo>
                    <a:pt x="16401" y="16172"/>
                    <a:pt x="16058" y="16515"/>
                    <a:pt x="15639" y="16515"/>
                  </a:cubicBezTo>
                  <a:lnTo>
                    <a:pt x="9514" y="16515"/>
                  </a:lnTo>
                  <a:cubicBezTo>
                    <a:pt x="9095" y="16515"/>
                    <a:pt x="8753" y="16172"/>
                    <a:pt x="8753" y="15753"/>
                  </a:cubicBezTo>
                  <a:cubicBezTo>
                    <a:pt x="8753" y="15334"/>
                    <a:pt x="9095" y="14992"/>
                    <a:pt x="9514" y="14992"/>
                  </a:cubicBezTo>
                  <a:close/>
                  <a:moveTo>
                    <a:pt x="3443" y="0"/>
                  </a:moveTo>
                  <a:cubicBezTo>
                    <a:pt x="2422" y="0"/>
                    <a:pt x="0" y="815"/>
                    <a:pt x="0" y="2095"/>
                  </a:cubicBezTo>
                  <a:cubicBezTo>
                    <a:pt x="0" y="2674"/>
                    <a:pt x="480" y="3215"/>
                    <a:pt x="1386" y="3649"/>
                  </a:cubicBezTo>
                  <a:cubicBezTo>
                    <a:pt x="2064" y="3977"/>
                    <a:pt x="2887" y="4197"/>
                    <a:pt x="3443" y="4197"/>
                  </a:cubicBezTo>
                  <a:cubicBezTo>
                    <a:pt x="4144" y="4197"/>
                    <a:pt x="4761" y="3847"/>
                    <a:pt x="5142" y="3321"/>
                  </a:cubicBezTo>
                  <a:lnTo>
                    <a:pt x="6536" y="3321"/>
                  </a:lnTo>
                  <a:lnTo>
                    <a:pt x="5416" y="4510"/>
                  </a:lnTo>
                  <a:cubicBezTo>
                    <a:pt x="5342" y="4501"/>
                    <a:pt x="5268" y="4496"/>
                    <a:pt x="5194" y="4496"/>
                  </a:cubicBezTo>
                  <a:cubicBezTo>
                    <a:pt x="4709" y="4496"/>
                    <a:pt x="4226" y="4690"/>
                    <a:pt x="3862" y="5073"/>
                  </a:cubicBezTo>
                  <a:cubicBezTo>
                    <a:pt x="3535" y="5424"/>
                    <a:pt x="3192" y="6064"/>
                    <a:pt x="2994" y="6681"/>
                  </a:cubicBezTo>
                  <a:cubicBezTo>
                    <a:pt x="2735" y="7511"/>
                    <a:pt x="2796" y="8143"/>
                    <a:pt x="3169" y="8494"/>
                  </a:cubicBezTo>
                  <a:cubicBezTo>
                    <a:pt x="3367" y="8684"/>
                    <a:pt x="3634" y="8776"/>
                    <a:pt x="3969" y="8776"/>
                  </a:cubicBezTo>
                  <a:cubicBezTo>
                    <a:pt x="4266" y="8776"/>
                    <a:pt x="4609" y="8699"/>
                    <a:pt x="4990" y="8555"/>
                  </a:cubicBezTo>
                  <a:cubicBezTo>
                    <a:pt x="5591" y="8319"/>
                    <a:pt x="6208" y="7930"/>
                    <a:pt x="6536" y="7587"/>
                  </a:cubicBezTo>
                  <a:cubicBezTo>
                    <a:pt x="6940" y="7153"/>
                    <a:pt x="7100" y="6574"/>
                    <a:pt x="7008" y="6033"/>
                  </a:cubicBezTo>
                  <a:lnTo>
                    <a:pt x="9553" y="3321"/>
                  </a:lnTo>
                  <a:lnTo>
                    <a:pt x="11495" y="3321"/>
                  </a:lnTo>
                  <a:lnTo>
                    <a:pt x="11472" y="4952"/>
                  </a:lnTo>
                  <a:lnTo>
                    <a:pt x="9514" y="4952"/>
                  </a:lnTo>
                  <a:cubicBezTo>
                    <a:pt x="8684" y="4952"/>
                    <a:pt x="8006" y="5630"/>
                    <a:pt x="8006" y="6468"/>
                  </a:cubicBezTo>
                  <a:cubicBezTo>
                    <a:pt x="8006" y="6765"/>
                    <a:pt x="8098" y="7046"/>
                    <a:pt x="8250" y="7290"/>
                  </a:cubicBezTo>
                  <a:cubicBezTo>
                    <a:pt x="7496" y="7374"/>
                    <a:pt x="6909" y="8014"/>
                    <a:pt x="6909" y="8783"/>
                  </a:cubicBezTo>
                  <a:cubicBezTo>
                    <a:pt x="6909" y="9111"/>
                    <a:pt x="7016" y="9415"/>
                    <a:pt x="7191" y="9659"/>
                  </a:cubicBezTo>
                  <a:cubicBezTo>
                    <a:pt x="6566" y="9842"/>
                    <a:pt x="6109" y="10421"/>
                    <a:pt x="6109" y="11107"/>
                  </a:cubicBezTo>
                  <a:cubicBezTo>
                    <a:pt x="6109" y="11792"/>
                    <a:pt x="6566" y="12371"/>
                    <a:pt x="7191" y="12554"/>
                  </a:cubicBezTo>
                  <a:cubicBezTo>
                    <a:pt x="7016" y="12805"/>
                    <a:pt x="6909" y="13102"/>
                    <a:pt x="6909" y="13430"/>
                  </a:cubicBezTo>
                  <a:cubicBezTo>
                    <a:pt x="6909" y="14207"/>
                    <a:pt x="7496" y="14847"/>
                    <a:pt x="8250" y="14931"/>
                  </a:cubicBezTo>
                  <a:cubicBezTo>
                    <a:pt x="8098" y="15167"/>
                    <a:pt x="8006" y="15449"/>
                    <a:pt x="8006" y="15753"/>
                  </a:cubicBezTo>
                  <a:cubicBezTo>
                    <a:pt x="8006" y="16584"/>
                    <a:pt x="8684" y="17262"/>
                    <a:pt x="9514" y="17262"/>
                  </a:cubicBezTo>
                  <a:lnTo>
                    <a:pt x="15639" y="17262"/>
                  </a:lnTo>
                  <a:cubicBezTo>
                    <a:pt x="16469" y="17262"/>
                    <a:pt x="17147" y="16584"/>
                    <a:pt x="17147" y="15753"/>
                  </a:cubicBezTo>
                  <a:cubicBezTo>
                    <a:pt x="17147" y="15449"/>
                    <a:pt x="17056" y="15167"/>
                    <a:pt x="16903" y="14931"/>
                  </a:cubicBezTo>
                  <a:cubicBezTo>
                    <a:pt x="17658" y="14847"/>
                    <a:pt x="18244" y="14207"/>
                    <a:pt x="18244" y="13430"/>
                  </a:cubicBezTo>
                  <a:cubicBezTo>
                    <a:pt x="18244" y="13102"/>
                    <a:pt x="18137" y="12805"/>
                    <a:pt x="17962" y="12554"/>
                  </a:cubicBezTo>
                  <a:cubicBezTo>
                    <a:pt x="18587" y="12371"/>
                    <a:pt x="19044" y="11792"/>
                    <a:pt x="19044" y="11107"/>
                  </a:cubicBezTo>
                  <a:cubicBezTo>
                    <a:pt x="19044" y="10421"/>
                    <a:pt x="18587" y="9842"/>
                    <a:pt x="17962" y="9659"/>
                  </a:cubicBezTo>
                  <a:cubicBezTo>
                    <a:pt x="18137" y="9415"/>
                    <a:pt x="18244" y="9111"/>
                    <a:pt x="18244" y="8783"/>
                  </a:cubicBezTo>
                  <a:cubicBezTo>
                    <a:pt x="18244" y="8014"/>
                    <a:pt x="17658" y="7374"/>
                    <a:pt x="16903" y="7290"/>
                  </a:cubicBezTo>
                  <a:cubicBezTo>
                    <a:pt x="17056" y="7046"/>
                    <a:pt x="17147" y="6765"/>
                    <a:pt x="17147" y="6468"/>
                  </a:cubicBezTo>
                  <a:cubicBezTo>
                    <a:pt x="17147" y="5630"/>
                    <a:pt x="16469" y="4952"/>
                    <a:pt x="15639" y="4952"/>
                  </a:cubicBezTo>
                  <a:lnTo>
                    <a:pt x="13674" y="4952"/>
                  </a:lnTo>
                  <a:lnTo>
                    <a:pt x="13696" y="3321"/>
                  </a:lnTo>
                  <a:lnTo>
                    <a:pt x="18671" y="3321"/>
                  </a:lnTo>
                  <a:cubicBezTo>
                    <a:pt x="18876" y="3321"/>
                    <a:pt x="19044" y="3154"/>
                    <a:pt x="19044" y="2948"/>
                  </a:cubicBezTo>
                  <a:cubicBezTo>
                    <a:pt x="19044" y="2743"/>
                    <a:pt x="18876" y="2575"/>
                    <a:pt x="18671" y="2575"/>
                  </a:cubicBezTo>
                  <a:lnTo>
                    <a:pt x="5485" y="2575"/>
                  </a:lnTo>
                  <a:cubicBezTo>
                    <a:pt x="5523" y="2423"/>
                    <a:pt x="5538" y="2263"/>
                    <a:pt x="5538" y="2095"/>
                  </a:cubicBezTo>
                  <a:cubicBezTo>
                    <a:pt x="5538" y="1927"/>
                    <a:pt x="5523" y="1767"/>
                    <a:pt x="5485" y="1615"/>
                  </a:cubicBezTo>
                  <a:lnTo>
                    <a:pt x="18671" y="1615"/>
                  </a:lnTo>
                  <a:cubicBezTo>
                    <a:pt x="18876" y="1615"/>
                    <a:pt x="19044" y="1448"/>
                    <a:pt x="19044" y="1242"/>
                  </a:cubicBezTo>
                  <a:cubicBezTo>
                    <a:pt x="19044" y="1036"/>
                    <a:pt x="18876" y="869"/>
                    <a:pt x="18671" y="869"/>
                  </a:cubicBezTo>
                  <a:lnTo>
                    <a:pt x="5142" y="869"/>
                  </a:lnTo>
                  <a:cubicBezTo>
                    <a:pt x="4761" y="343"/>
                    <a:pt x="4144" y="0"/>
                    <a:pt x="3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9;p16">
            <a:extLst>
              <a:ext uri="{FF2B5EF4-FFF2-40B4-BE49-F238E27FC236}">
                <a16:creationId xmlns:a16="http://schemas.microsoft.com/office/drawing/2014/main" id="{30925883-C3EE-B27C-E441-6279DB5521B6}"/>
              </a:ext>
            </a:extLst>
          </p:cNvPr>
          <p:cNvSpPr txBox="1">
            <a:spLocks/>
          </p:cNvSpPr>
          <p:nvPr/>
        </p:nvSpPr>
        <p:spPr>
          <a:xfrm>
            <a:off x="3892795" y="946085"/>
            <a:ext cx="4900747" cy="214804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Montserrat"/>
              <a:buNone/>
              <a:defRPr sz="5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5200"/>
              <a:buFont typeface="Montserrat"/>
              <a:buNone/>
              <a:defRPr sz="5200" b="1" i="0" u="none" strike="noStrike" cap="none">
                <a:solidFill>
                  <a:schemeClr val="dk1"/>
                </a:solidFill>
                <a:latin typeface="Montserrat"/>
                <a:ea typeface="Montserrat"/>
                <a:cs typeface="Montserrat"/>
                <a:sym typeface="Montserrat"/>
              </a:defRPr>
            </a:lvl9pPr>
          </a:lstStyle>
          <a:p>
            <a:r>
              <a:rPr lang="en-US" sz="2000" kern="200" spc="300" dirty="0"/>
              <a:t>PERSONALIZES ADAPTIVE LEARNING SYSTEM</a:t>
            </a:r>
          </a:p>
        </p:txBody>
      </p:sp>
      <p:grpSp>
        <p:nvGrpSpPr>
          <p:cNvPr id="3" name="Google Shape;3249;p35">
            <a:extLst>
              <a:ext uri="{FF2B5EF4-FFF2-40B4-BE49-F238E27FC236}">
                <a16:creationId xmlns:a16="http://schemas.microsoft.com/office/drawing/2014/main" id="{E077C9EC-8E1F-9CE2-654A-B0CC7477FCC2}"/>
              </a:ext>
            </a:extLst>
          </p:cNvPr>
          <p:cNvGrpSpPr/>
          <p:nvPr/>
        </p:nvGrpSpPr>
        <p:grpSpPr>
          <a:xfrm>
            <a:off x="7490377" y="1476051"/>
            <a:ext cx="454986" cy="452626"/>
            <a:chOff x="2716201" y="4267204"/>
            <a:chExt cx="454986" cy="452626"/>
          </a:xfrm>
        </p:grpSpPr>
        <p:sp>
          <p:nvSpPr>
            <p:cNvPr id="4" name="Google Shape;3250;p35">
              <a:extLst>
                <a:ext uri="{FF2B5EF4-FFF2-40B4-BE49-F238E27FC236}">
                  <a16:creationId xmlns:a16="http://schemas.microsoft.com/office/drawing/2014/main" id="{CB0AE946-5F14-5891-AD8B-9EBCAD6ECAE1}"/>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51;p35">
              <a:extLst>
                <a:ext uri="{FF2B5EF4-FFF2-40B4-BE49-F238E27FC236}">
                  <a16:creationId xmlns:a16="http://schemas.microsoft.com/office/drawing/2014/main" id="{123B7FFF-6227-599C-4F14-CB665E4EEA75}"/>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252;p35">
              <a:extLst>
                <a:ext uri="{FF2B5EF4-FFF2-40B4-BE49-F238E27FC236}">
                  <a16:creationId xmlns:a16="http://schemas.microsoft.com/office/drawing/2014/main" id="{58991FEA-5A2B-5736-5A14-D4A72C84CCFB}"/>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253;p35">
              <a:extLst>
                <a:ext uri="{FF2B5EF4-FFF2-40B4-BE49-F238E27FC236}">
                  <a16:creationId xmlns:a16="http://schemas.microsoft.com/office/drawing/2014/main" id="{E39545CF-F6A1-FC50-F662-14CEC2C0129E}"/>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254;p35">
              <a:extLst>
                <a:ext uri="{FF2B5EF4-FFF2-40B4-BE49-F238E27FC236}">
                  <a16:creationId xmlns:a16="http://schemas.microsoft.com/office/drawing/2014/main" id="{BB4187BE-3C20-7403-0A4C-05383736717E}"/>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255;p35">
              <a:extLst>
                <a:ext uri="{FF2B5EF4-FFF2-40B4-BE49-F238E27FC236}">
                  <a16:creationId xmlns:a16="http://schemas.microsoft.com/office/drawing/2014/main" id="{92189FF5-47E9-76BB-6BC5-13A2477312D9}"/>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256;p35">
              <a:extLst>
                <a:ext uri="{FF2B5EF4-FFF2-40B4-BE49-F238E27FC236}">
                  <a16:creationId xmlns:a16="http://schemas.microsoft.com/office/drawing/2014/main" id="{909CD8EF-C9B1-ACA8-FF14-8ECE767DDD57}"/>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257;p35">
              <a:extLst>
                <a:ext uri="{FF2B5EF4-FFF2-40B4-BE49-F238E27FC236}">
                  <a16:creationId xmlns:a16="http://schemas.microsoft.com/office/drawing/2014/main" id="{BB73D1D0-E56F-0A52-40B4-7755A20A7200}"/>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258;p35">
              <a:extLst>
                <a:ext uri="{FF2B5EF4-FFF2-40B4-BE49-F238E27FC236}">
                  <a16:creationId xmlns:a16="http://schemas.microsoft.com/office/drawing/2014/main" id="{EFDE1AA7-F6AB-A4AE-F794-74E1B384A858}"/>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259;p35">
              <a:extLst>
                <a:ext uri="{FF2B5EF4-FFF2-40B4-BE49-F238E27FC236}">
                  <a16:creationId xmlns:a16="http://schemas.microsoft.com/office/drawing/2014/main" id="{FB8319B9-0A6B-907E-9C54-A756BBD59067}"/>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260;p35">
              <a:extLst>
                <a:ext uri="{FF2B5EF4-FFF2-40B4-BE49-F238E27FC236}">
                  <a16:creationId xmlns:a16="http://schemas.microsoft.com/office/drawing/2014/main" id="{AC300B46-E101-C236-CB38-021DA18B01B4}"/>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261;p35">
              <a:extLst>
                <a:ext uri="{FF2B5EF4-FFF2-40B4-BE49-F238E27FC236}">
                  <a16:creationId xmlns:a16="http://schemas.microsoft.com/office/drawing/2014/main" id="{FB629043-E8FC-30F9-0446-80F8D21D8A93}"/>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262;p35">
              <a:extLst>
                <a:ext uri="{FF2B5EF4-FFF2-40B4-BE49-F238E27FC236}">
                  <a16:creationId xmlns:a16="http://schemas.microsoft.com/office/drawing/2014/main" id="{030C2D69-A20B-4C96-68A9-7E9B5C37E0C2}"/>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263;p35">
              <a:extLst>
                <a:ext uri="{FF2B5EF4-FFF2-40B4-BE49-F238E27FC236}">
                  <a16:creationId xmlns:a16="http://schemas.microsoft.com/office/drawing/2014/main" id="{66114C28-ED6C-4CAD-B7B7-9AF2E4642269}"/>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264;p35">
              <a:extLst>
                <a:ext uri="{FF2B5EF4-FFF2-40B4-BE49-F238E27FC236}">
                  <a16:creationId xmlns:a16="http://schemas.microsoft.com/office/drawing/2014/main" id="{0DCE7ED6-B556-B0FB-6F33-6DE863FB493E}"/>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265;p35">
              <a:extLst>
                <a:ext uri="{FF2B5EF4-FFF2-40B4-BE49-F238E27FC236}">
                  <a16:creationId xmlns:a16="http://schemas.microsoft.com/office/drawing/2014/main" id="{42A646A1-5768-B2C4-F874-022C349A68CF}"/>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266;p35">
              <a:extLst>
                <a:ext uri="{FF2B5EF4-FFF2-40B4-BE49-F238E27FC236}">
                  <a16:creationId xmlns:a16="http://schemas.microsoft.com/office/drawing/2014/main" id="{C0BECF94-4EC0-42F4-0ACF-BC573386D9B6}"/>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267;p35">
              <a:extLst>
                <a:ext uri="{FF2B5EF4-FFF2-40B4-BE49-F238E27FC236}">
                  <a16:creationId xmlns:a16="http://schemas.microsoft.com/office/drawing/2014/main" id="{FAE6C93F-FD31-9DCF-6CF9-B51AC22F5C39}"/>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268;p35">
              <a:extLst>
                <a:ext uri="{FF2B5EF4-FFF2-40B4-BE49-F238E27FC236}">
                  <a16:creationId xmlns:a16="http://schemas.microsoft.com/office/drawing/2014/main" id="{31F5469D-3A3E-6A72-7BBD-1D17A1FA68A4}"/>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269;p35">
              <a:extLst>
                <a:ext uri="{FF2B5EF4-FFF2-40B4-BE49-F238E27FC236}">
                  <a16:creationId xmlns:a16="http://schemas.microsoft.com/office/drawing/2014/main" id="{2312A5F6-DBE0-64D3-E54E-6A4D9F0AF727}"/>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270;p35">
              <a:extLst>
                <a:ext uri="{FF2B5EF4-FFF2-40B4-BE49-F238E27FC236}">
                  <a16:creationId xmlns:a16="http://schemas.microsoft.com/office/drawing/2014/main" id="{7909BE8B-BDEF-4F63-17CE-3F7DCA2BCE4B}"/>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271;p35">
              <a:extLst>
                <a:ext uri="{FF2B5EF4-FFF2-40B4-BE49-F238E27FC236}">
                  <a16:creationId xmlns:a16="http://schemas.microsoft.com/office/drawing/2014/main" id="{8393BF7C-1C56-4BA7-920E-290716E0D1AB}"/>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272;p35">
              <a:extLst>
                <a:ext uri="{FF2B5EF4-FFF2-40B4-BE49-F238E27FC236}">
                  <a16:creationId xmlns:a16="http://schemas.microsoft.com/office/drawing/2014/main" id="{E61263EB-5513-596A-0DCA-777E6FD45AE2}"/>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273;p35">
              <a:extLst>
                <a:ext uri="{FF2B5EF4-FFF2-40B4-BE49-F238E27FC236}">
                  <a16:creationId xmlns:a16="http://schemas.microsoft.com/office/drawing/2014/main" id="{A6B9F469-EAFD-AC14-B331-A3BF03B15FB0}"/>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274;p35">
              <a:extLst>
                <a:ext uri="{FF2B5EF4-FFF2-40B4-BE49-F238E27FC236}">
                  <a16:creationId xmlns:a16="http://schemas.microsoft.com/office/drawing/2014/main" id="{71650D38-652F-E775-2C14-C819046B6297}"/>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275;p35">
              <a:extLst>
                <a:ext uri="{FF2B5EF4-FFF2-40B4-BE49-F238E27FC236}">
                  <a16:creationId xmlns:a16="http://schemas.microsoft.com/office/drawing/2014/main" id="{09A365A7-8C5C-EC8A-795D-3A002912A139}"/>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276;p35">
              <a:extLst>
                <a:ext uri="{FF2B5EF4-FFF2-40B4-BE49-F238E27FC236}">
                  <a16:creationId xmlns:a16="http://schemas.microsoft.com/office/drawing/2014/main" id="{557CA3AD-EB36-34BE-5EBF-988B0C9E8EF3}"/>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277;p35">
              <a:extLst>
                <a:ext uri="{FF2B5EF4-FFF2-40B4-BE49-F238E27FC236}">
                  <a16:creationId xmlns:a16="http://schemas.microsoft.com/office/drawing/2014/main" id="{9ECE01A4-E105-AE42-A387-21C7942924F6}"/>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78;p35">
              <a:extLst>
                <a:ext uri="{FF2B5EF4-FFF2-40B4-BE49-F238E27FC236}">
                  <a16:creationId xmlns:a16="http://schemas.microsoft.com/office/drawing/2014/main" id="{06466FB5-2BBF-2422-03BC-8C8F50E33AF6}"/>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279;p35">
              <a:extLst>
                <a:ext uri="{FF2B5EF4-FFF2-40B4-BE49-F238E27FC236}">
                  <a16:creationId xmlns:a16="http://schemas.microsoft.com/office/drawing/2014/main" id="{AE5771DB-21CC-4213-5F63-9EE6E2CDEC2A}"/>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280;p35">
              <a:extLst>
                <a:ext uri="{FF2B5EF4-FFF2-40B4-BE49-F238E27FC236}">
                  <a16:creationId xmlns:a16="http://schemas.microsoft.com/office/drawing/2014/main" id="{38DAE14E-3065-403B-CB50-5DBDC3D4F3E8}"/>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281;p35">
              <a:extLst>
                <a:ext uri="{FF2B5EF4-FFF2-40B4-BE49-F238E27FC236}">
                  <a16:creationId xmlns:a16="http://schemas.microsoft.com/office/drawing/2014/main" id="{E9627187-C7D4-97CC-EEFD-C3A949F91AEA}"/>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82;p35">
              <a:extLst>
                <a:ext uri="{FF2B5EF4-FFF2-40B4-BE49-F238E27FC236}">
                  <a16:creationId xmlns:a16="http://schemas.microsoft.com/office/drawing/2014/main" id="{55D7BBEA-D578-4F13-687E-66C236A59CB3}"/>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83;p35">
              <a:extLst>
                <a:ext uri="{FF2B5EF4-FFF2-40B4-BE49-F238E27FC236}">
                  <a16:creationId xmlns:a16="http://schemas.microsoft.com/office/drawing/2014/main" id="{8B680E3F-73C9-F567-5130-C28CF6A1A1DC}"/>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84;p35">
              <a:extLst>
                <a:ext uri="{FF2B5EF4-FFF2-40B4-BE49-F238E27FC236}">
                  <a16:creationId xmlns:a16="http://schemas.microsoft.com/office/drawing/2014/main" id="{89208A0D-3E7F-8043-3BA2-515959520119}"/>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85;p35">
              <a:extLst>
                <a:ext uri="{FF2B5EF4-FFF2-40B4-BE49-F238E27FC236}">
                  <a16:creationId xmlns:a16="http://schemas.microsoft.com/office/drawing/2014/main" id="{35664129-B779-790A-72DC-7437BFE22FAD}"/>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86;p35">
              <a:extLst>
                <a:ext uri="{FF2B5EF4-FFF2-40B4-BE49-F238E27FC236}">
                  <a16:creationId xmlns:a16="http://schemas.microsoft.com/office/drawing/2014/main" id="{E97F7952-A34C-2322-6F5C-7A0D13FAB6EA}"/>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87;p35">
              <a:extLst>
                <a:ext uri="{FF2B5EF4-FFF2-40B4-BE49-F238E27FC236}">
                  <a16:creationId xmlns:a16="http://schemas.microsoft.com/office/drawing/2014/main" id="{EE478D32-2BCF-C7A8-CBF2-EEC58818BD90}"/>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88;p35">
              <a:extLst>
                <a:ext uri="{FF2B5EF4-FFF2-40B4-BE49-F238E27FC236}">
                  <a16:creationId xmlns:a16="http://schemas.microsoft.com/office/drawing/2014/main" id="{FB8C8C5F-2D7C-1133-0056-5D2D368E5287}"/>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89;p35">
              <a:extLst>
                <a:ext uri="{FF2B5EF4-FFF2-40B4-BE49-F238E27FC236}">
                  <a16:creationId xmlns:a16="http://schemas.microsoft.com/office/drawing/2014/main" id="{09FB09DB-431B-DF8B-ADFD-3177D059090E}"/>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90;p35">
              <a:extLst>
                <a:ext uri="{FF2B5EF4-FFF2-40B4-BE49-F238E27FC236}">
                  <a16:creationId xmlns:a16="http://schemas.microsoft.com/office/drawing/2014/main" id="{D60B804C-72A6-E193-3F25-3A8A965F22B7}"/>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91;p35">
              <a:extLst>
                <a:ext uri="{FF2B5EF4-FFF2-40B4-BE49-F238E27FC236}">
                  <a16:creationId xmlns:a16="http://schemas.microsoft.com/office/drawing/2014/main" id="{20A8B34E-DF02-726C-7A8D-43D4368173DB}"/>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92;p35">
              <a:extLst>
                <a:ext uri="{FF2B5EF4-FFF2-40B4-BE49-F238E27FC236}">
                  <a16:creationId xmlns:a16="http://schemas.microsoft.com/office/drawing/2014/main" id="{96FE3459-9212-43AD-E31C-3E73E2865131}"/>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93;p35">
              <a:extLst>
                <a:ext uri="{FF2B5EF4-FFF2-40B4-BE49-F238E27FC236}">
                  <a16:creationId xmlns:a16="http://schemas.microsoft.com/office/drawing/2014/main" id="{C27FCD6D-4D17-9FCD-AF7A-47335B27887D}"/>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94;p35">
              <a:extLst>
                <a:ext uri="{FF2B5EF4-FFF2-40B4-BE49-F238E27FC236}">
                  <a16:creationId xmlns:a16="http://schemas.microsoft.com/office/drawing/2014/main" id="{21750D1F-B26B-CBCE-B87A-9A983D0C3AC0}"/>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95;p35">
              <a:extLst>
                <a:ext uri="{FF2B5EF4-FFF2-40B4-BE49-F238E27FC236}">
                  <a16:creationId xmlns:a16="http://schemas.microsoft.com/office/drawing/2014/main" id="{FA6DC868-D1D3-0682-CC61-C40753B042E2}"/>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96;p35">
              <a:extLst>
                <a:ext uri="{FF2B5EF4-FFF2-40B4-BE49-F238E27FC236}">
                  <a16:creationId xmlns:a16="http://schemas.microsoft.com/office/drawing/2014/main" id="{3D12AF09-7728-64DA-44B2-1A64BF3D3A21}"/>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97;p35">
              <a:extLst>
                <a:ext uri="{FF2B5EF4-FFF2-40B4-BE49-F238E27FC236}">
                  <a16:creationId xmlns:a16="http://schemas.microsoft.com/office/drawing/2014/main" id="{96F701A3-8F9C-D14D-646A-58EDACD70B1E}"/>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3298;p35">
              <a:extLst>
                <a:ext uri="{FF2B5EF4-FFF2-40B4-BE49-F238E27FC236}">
                  <a16:creationId xmlns:a16="http://schemas.microsoft.com/office/drawing/2014/main" id="{09574174-E43E-C779-3FC1-975A5A8A4E85}"/>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3299;p35">
              <a:extLst>
                <a:ext uri="{FF2B5EF4-FFF2-40B4-BE49-F238E27FC236}">
                  <a16:creationId xmlns:a16="http://schemas.microsoft.com/office/drawing/2014/main" id="{6E6445B8-BE4B-35EC-9BA6-CC4F5E42F436}"/>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3300;p35">
              <a:extLst>
                <a:ext uri="{FF2B5EF4-FFF2-40B4-BE49-F238E27FC236}">
                  <a16:creationId xmlns:a16="http://schemas.microsoft.com/office/drawing/2014/main" id="{0927A3C2-2296-8BA1-4472-D72DBEBA39EC}"/>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3301;p35">
              <a:extLst>
                <a:ext uri="{FF2B5EF4-FFF2-40B4-BE49-F238E27FC236}">
                  <a16:creationId xmlns:a16="http://schemas.microsoft.com/office/drawing/2014/main" id="{86480CF9-D196-326B-F21C-7587C2928852}"/>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3302;p35">
              <a:extLst>
                <a:ext uri="{FF2B5EF4-FFF2-40B4-BE49-F238E27FC236}">
                  <a16:creationId xmlns:a16="http://schemas.microsoft.com/office/drawing/2014/main" id="{94DC8871-14B3-F38A-94A4-0D03766748A9}"/>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3303;p35">
              <a:extLst>
                <a:ext uri="{FF2B5EF4-FFF2-40B4-BE49-F238E27FC236}">
                  <a16:creationId xmlns:a16="http://schemas.microsoft.com/office/drawing/2014/main" id="{99894752-0DDA-22CC-AEB4-69A540702DFC}"/>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3304;p35">
              <a:extLst>
                <a:ext uri="{FF2B5EF4-FFF2-40B4-BE49-F238E27FC236}">
                  <a16:creationId xmlns:a16="http://schemas.microsoft.com/office/drawing/2014/main" id="{0710560F-F6E8-7A82-1930-820FF8C27410}"/>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3305;p35">
              <a:extLst>
                <a:ext uri="{FF2B5EF4-FFF2-40B4-BE49-F238E27FC236}">
                  <a16:creationId xmlns:a16="http://schemas.microsoft.com/office/drawing/2014/main" id="{9DECD795-364A-BBCC-90E5-8AEB31934E89}"/>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3306;p35">
              <a:extLst>
                <a:ext uri="{FF2B5EF4-FFF2-40B4-BE49-F238E27FC236}">
                  <a16:creationId xmlns:a16="http://schemas.microsoft.com/office/drawing/2014/main" id="{695E226F-7D7C-5DAE-A25D-44DE4D7604D8}"/>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3307;p35">
              <a:extLst>
                <a:ext uri="{FF2B5EF4-FFF2-40B4-BE49-F238E27FC236}">
                  <a16:creationId xmlns:a16="http://schemas.microsoft.com/office/drawing/2014/main" id="{34F5CC67-75BF-A6D0-1E32-A4BEE7655294}"/>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3308;p35">
              <a:extLst>
                <a:ext uri="{FF2B5EF4-FFF2-40B4-BE49-F238E27FC236}">
                  <a16:creationId xmlns:a16="http://schemas.microsoft.com/office/drawing/2014/main" id="{B5ADF5A2-8AA8-9C44-99DC-21F787246DF1}"/>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3309;p35">
              <a:extLst>
                <a:ext uri="{FF2B5EF4-FFF2-40B4-BE49-F238E27FC236}">
                  <a16:creationId xmlns:a16="http://schemas.microsoft.com/office/drawing/2014/main" id="{EB73811B-3D72-51F8-CB95-958211B53D28}"/>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3310;p35">
              <a:extLst>
                <a:ext uri="{FF2B5EF4-FFF2-40B4-BE49-F238E27FC236}">
                  <a16:creationId xmlns:a16="http://schemas.microsoft.com/office/drawing/2014/main" id="{C6CA355C-93BE-6C21-BFEB-F6F5A48A5EE4}"/>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3311;p35">
              <a:extLst>
                <a:ext uri="{FF2B5EF4-FFF2-40B4-BE49-F238E27FC236}">
                  <a16:creationId xmlns:a16="http://schemas.microsoft.com/office/drawing/2014/main" id="{8CF0CAB5-7CBA-75B2-EA12-B6C91D80782E}"/>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3312;p35">
              <a:extLst>
                <a:ext uri="{FF2B5EF4-FFF2-40B4-BE49-F238E27FC236}">
                  <a16:creationId xmlns:a16="http://schemas.microsoft.com/office/drawing/2014/main" id="{611118EA-F4CB-53F7-028E-8677A9468551}"/>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3313;p35">
              <a:extLst>
                <a:ext uri="{FF2B5EF4-FFF2-40B4-BE49-F238E27FC236}">
                  <a16:creationId xmlns:a16="http://schemas.microsoft.com/office/drawing/2014/main" id="{4BECFFDF-3B21-5958-65F4-899C7CBB5E86}"/>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314;p35">
              <a:extLst>
                <a:ext uri="{FF2B5EF4-FFF2-40B4-BE49-F238E27FC236}">
                  <a16:creationId xmlns:a16="http://schemas.microsoft.com/office/drawing/2014/main" id="{981A2093-23B4-0159-BC2F-1051B4E8676A}"/>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315;p35">
              <a:extLst>
                <a:ext uri="{FF2B5EF4-FFF2-40B4-BE49-F238E27FC236}">
                  <a16:creationId xmlns:a16="http://schemas.microsoft.com/office/drawing/2014/main" id="{07FC8900-FEEA-3027-7348-6BA5ABED4DF3}"/>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316;p35">
              <a:extLst>
                <a:ext uri="{FF2B5EF4-FFF2-40B4-BE49-F238E27FC236}">
                  <a16:creationId xmlns:a16="http://schemas.microsoft.com/office/drawing/2014/main" id="{C823BA22-C49A-EC0C-4574-3CCE0EDA7D70}"/>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317;p35">
              <a:extLst>
                <a:ext uri="{FF2B5EF4-FFF2-40B4-BE49-F238E27FC236}">
                  <a16:creationId xmlns:a16="http://schemas.microsoft.com/office/drawing/2014/main" id="{4CF3EC29-BA06-5834-D807-EB4E1053C07A}"/>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318;p35">
              <a:extLst>
                <a:ext uri="{FF2B5EF4-FFF2-40B4-BE49-F238E27FC236}">
                  <a16:creationId xmlns:a16="http://schemas.microsoft.com/office/drawing/2014/main" id="{C59FC0FF-3E7B-39F3-9843-74D34C6312DB}"/>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3319;p35">
              <a:extLst>
                <a:ext uri="{FF2B5EF4-FFF2-40B4-BE49-F238E27FC236}">
                  <a16:creationId xmlns:a16="http://schemas.microsoft.com/office/drawing/2014/main" id="{60A31EC0-14CD-C2F9-CA81-6C751B5AC573}"/>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3320;p35">
              <a:extLst>
                <a:ext uri="{FF2B5EF4-FFF2-40B4-BE49-F238E27FC236}">
                  <a16:creationId xmlns:a16="http://schemas.microsoft.com/office/drawing/2014/main" id="{C8BC4D7D-57DD-39B1-9E5E-C2F4709D6799}"/>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239;p17">
            <a:extLst>
              <a:ext uri="{FF2B5EF4-FFF2-40B4-BE49-F238E27FC236}">
                <a16:creationId xmlns:a16="http://schemas.microsoft.com/office/drawing/2014/main" id="{1D43FF12-464E-8A30-859B-E68B3B1148E5}"/>
              </a:ext>
            </a:extLst>
          </p:cNvPr>
          <p:cNvGrpSpPr/>
          <p:nvPr/>
        </p:nvGrpSpPr>
        <p:grpSpPr>
          <a:xfrm>
            <a:off x="8076329" y="973075"/>
            <a:ext cx="473766" cy="454057"/>
            <a:chOff x="2310542" y="2989951"/>
            <a:chExt cx="473766" cy="454057"/>
          </a:xfrm>
        </p:grpSpPr>
        <p:sp>
          <p:nvSpPr>
            <p:cNvPr id="131" name="Google Shape;240;p17">
              <a:extLst>
                <a:ext uri="{FF2B5EF4-FFF2-40B4-BE49-F238E27FC236}">
                  <a16:creationId xmlns:a16="http://schemas.microsoft.com/office/drawing/2014/main" id="{41ABFDBE-3798-46FB-1241-23BCB9414FE2}"/>
                </a:ext>
              </a:extLst>
            </p:cNvPr>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41;p17">
              <a:extLst>
                <a:ext uri="{FF2B5EF4-FFF2-40B4-BE49-F238E27FC236}">
                  <a16:creationId xmlns:a16="http://schemas.microsoft.com/office/drawing/2014/main" id="{E979D733-D4DC-E653-69F3-DC96E47B80B4}"/>
                </a:ext>
              </a:extLst>
            </p:cNvPr>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42;p17">
              <a:extLst>
                <a:ext uri="{FF2B5EF4-FFF2-40B4-BE49-F238E27FC236}">
                  <a16:creationId xmlns:a16="http://schemas.microsoft.com/office/drawing/2014/main" id="{89BD9811-BC46-0482-548A-8982DED66181}"/>
                </a:ext>
              </a:extLst>
            </p:cNvPr>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43;p17">
              <a:extLst>
                <a:ext uri="{FF2B5EF4-FFF2-40B4-BE49-F238E27FC236}">
                  <a16:creationId xmlns:a16="http://schemas.microsoft.com/office/drawing/2014/main" id="{C1310A1E-72A3-6F75-CB23-01DA6E3470DD}"/>
                </a:ext>
              </a:extLst>
            </p:cNvPr>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44;p17">
              <a:extLst>
                <a:ext uri="{FF2B5EF4-FFF2-40B4-BE49-F238E27FC236}">
                  <a16:creationId xmlns:a16="http://schemas.microsoft.com/office/drawing/2014/main" id="{9220B768-FD9D-BCE4-DF63-FE321462A2B2}"/>
                </a:ext>
              </a:extLst>
            </p:cNvPr>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45;p17">
              <a:extLst>
                <a:ext uri="{FF2B5EF4-FFF2-40B4-BE49-F238E27FC236}">
                  <a16:creationId xmlns:a16="http://schemas.microsoft.com/office/drawing/2014/main" id="{A8EE0001-9755-BE66-495D-B0F16C21AE79}"/>
                </a:ext>
              </a:extLst>
            </p:cNvPr>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46;p17">
              <a:extLst>
                <a:ext uri="{FF2B5EF4-FFF2-40B4-BE49-F238E27FC236}">
                  <a16:creationId xmlns:a16="http://schemas.microsoft.com/office/drawing/2014/main" id="{6244B3F7-00F7-C13D-609A-A87865A89D09}"/>
                </a:ext>
              </a:extLst>
            </p:cNvPr>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47;p17">
              <a:extLst>
                <a:ext uri="{FF2B5EF4-FFF2-40B4-BE49-F238E27FC236}">
                  <a16:creationId xmlns:a16="http://schemas.microsoft.com/office/drawing/2014/main" id="{8BF818DD-6FE3-6930-F103-F34A3B02F95B}"/>
                </a:ext>
              </a:extLst>
            </p:cNvPr>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48;p17">
              <a:extLst>
                <a:ext uri="{FF2B5EF4-FFF2-40B4-BE49-F238E27FC236}">
                  <a16:creationId xmlns:a16="http://schemas.microsoft.com/office/drawing/2014/main" id="{3D4859C1-C58C-A58D-0FA1-56F1F982AD11}"/>
                </a:ext>
              </a:extLst>
            </p:cNvPr>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49;p17">
              <a:extLst>
                <a:ext uri="{FF2B5EF4-FFF2-40B4-BE49-F238E27FC236}">
                  <a16:creationId xmlns:a16="http://schemas.microsoft.com/office/drawing/2014/main" id="{D4DC0C33-653D-53C7-B3ED-3D0A9E20B569}"/>
                </a:ext>
              </a:extLst>
            </p:cNvPr>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50;p17">
              <a:extLst>
                <a:ext uri="{FF2B5EF4-FFF2-40B4-BE49-F238E27FC236}">
                  <a16:creationId xmlns:a16="http://schemas.microsoft.com/office/drawing/2014/main" id="{ACC2D2C6-0C72-46FF-985E-DAA1FFC0D2F5}"/>
                </a:ext>
              </a:extLst>
            </p:cNvPr>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51;p17">
              <a:extLst>
                <a:ext uri="{FF2B5EF4-FFF2-40B4-BE49-F238E27FC236}">
                  <a16:creationId xmlns:a16="http://schemas.microsoft.com/office/drawing/2014/main" id="{3520C4E3-B313-988A-464B-3C44C7347D7A}"/>
                </a:ext>
              </a:extLst>
            </p:cNvPr>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52;p17">
              <a:extLst>
                <a:ext uri="{FF2B5EF4-FFF2-40B4-BE49-F238E27FC236}">
                  <a16:creationId xmlns:a16="http://schemas.microsoft.com/office/drawing/2014/main" id="{B971F74E-3CE7-48AD-9F3B-8B3EF1ADED4A}"/>
                </a:ext>
              </a:extLst>
            </p:cNvPr>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253;p17">
              <a:extLst>
                <a:ext uri="{FF2B5EF4-FFF2-40B4-BE49-F238E27FC236}">
                  <a16:creationId xmlns:a16="http://schemas.microsoft.com/office/drawing/2014/main" id="{B6F2D0C3-F87D-2C5B-2078-385E0390AE5B}"/>
                </a:ext>
              </a:extLst>
            </p:cNvPr>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54;p17">
              <a:extLst>
                <a:ext uri="{FF2B5EF4-FFF2-40B4-BE49-F238E27FC236}">
                  <a16:creationId xmlns:a16="http://schemas.microsoft.com/office/drawing/2014/main" id="{C824D044-6DD9-4120-1A84-7C895F904081}"/>
                </a:ext>
              </a:extLst>
            </p:cNvPr>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255;p17">
              <a:extLst>
                <a:ext uri="{FF2B5EF4-FFF2-40B4-BE49-F238E27FC236}">
                  <a16:creationId xmlns:a16="http://schemas.microsoft.com/office/drawing/2014/main" id="{03A3952D-D0C5-BD01-1C7C-36D8CB55C5CA}"/>
                </a:ext>
              </a:extLst>
            </p:cNvPr>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256;p17">
              <a:extLst>
                <a:ext uri="{FF2B5EF4-FFF2-40B4-BE49-F238E27FC236}">
                  <a16:creationId xmlns:a16="http://schemas.microsoft.com/office/drawing/2014/main" id="{C24B0A45-B120-BFE8-25FB-0D3DAD1F2E8D}"/>
                </a:ext>
              </a:extLst>
            </p:cNvPr>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257;p17">
              <a:extLst>
                <a:ext uri="{FF2B5EF4-FFF2-40B4-BE49-F238E27FC236}">
                  <a16:creationId xmlns:a16="http://schemas.microsoft.com/office/drawing/2014/main" id="{41A3A102-E344-950A-D7A5-21E4E9FC63CE}"/>
                </a:ext>
              </a:extLst>
            </p:cNvPr>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258;p17">
              <a:extLst>
                <a:ext uri="{FF2B5EF4-FFF2-40B4-BE49-F238E27FC236}">
                  <a16:creationId xmlns:a16="http://schemas.microsoft.com/office/drawing/2014/main" id="{1048EADA-7A7D-A6C8-CDF0-A39FBBEF4455}"/>
                </a:ext>
              </a:extLst>
            </p:cNvPr>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259;p17">
              <a:extLst>
                <a:ext uri="{FF2B5EF4-FFF2-40B4-BE49-F238E27FC236}">
                  <a16:creationId xmlns:a16="http://schemas.microsoft.com/office/drawing/2014/main" id="{D409091E-85D1-6A7A-A016-8CBE8898AB02}"/>
                </a:ext>
              </a:extLst>
            </p:cNvPr>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260;p17">
              <a:extLst>
                <a:ext uri="{FF2B5EF4-FFF2-40B4-BE49-F238E27FC236}">
                  <a16:creationId xmlns:a16="http://schemas.microsoft.com/office/drawing/2014/main" id="{443F9A80-17B0-BB52-504A-9871B52C1A28}"/>
                </a:ext>
              </a:extLst>
            </p:cNvPr>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261;p17">
              <a:extLst>
                <a:ext uri="{FF2B5EF4-FFF2-40B4-BE49-F238E27FC236}">
                  <a16:creationId xmlns:a16="http://schemas.microsoft.com/office/drawing/2014/main" id="{F657982B-FC72-68BA-C684-D3FF7969C296}"/>
                </a:ext>
              </a:extLst>
            </p:cNvPr>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262;p17">
              <a:extLst>
                <a:ext uri="{FF2B5EF4-FFF2-40B4-BE49-F238E27FC236}">
                  <a16:creationId xmlns:a16="http://schemas.microsoft.com/office/drawing/2014/main" id="{53FCC0E6-4F96-73DF-AEF1-4E0F39619B13}"/>
                </a:ext>
              </a:extLst>
            </p:cNvPr>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263;p17">
              <a:extLst>
                <a:ext uri="{FF2B5EF4-FFF2-40B4-BE49-F238E27FC236}">
                  <a16:creationId xmlns:a16="http://schemas.microsoft.com/office/drawing/2014/main" id="{842F22A0-24ED-4C32-F3E6-72545DFFB7FE}"/>
                </a:ext>
              </a:extLst>
            </p:cNvPr>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264;p17">
              <a:extLst>
                <a:ext uri="{FF2B5EF4-FFF2-40B4-BE49-F238E27FC236}">
                  <a16:creationId xmlns:a16="http://schemas.microsoft.com/office/drawing/2014/main" id="{E6749143-0956-8767-CC30-2C7BD425D739}"/>
                </a:ext>
              </a:extLst>
            </p:cNvPr>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265;p17">
              <a:extLst>
                <a:ext uri="{FF2B5EF4-FFF2-40B4-BE49-F238E27FC236}">
                  <a16:creationId xmlns:a16="http://schemas.microsoft.com/office/drawing/2014/main" id="{DA558872-9C5A-5715-D32D-96FBA6A854CF}"/>
                </a:ext>
              </a:extLst>
            </p:cNvPr>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266;p17">
              <a:extLst>
                <a:ext uri="{FF2B5EF4-FFF2-40B4-BE49-F238E27FC236}">
                  <a16:creationId xmlns:a16="http://schemas.microsoft.com/office/drawing/2014/main" id="{40D25006-2158-6A2D-B381-A4BC1368639F}"/>
                </a:ext>
              </a:extLst>
            </p:cNvPr>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267;p17">
              <a:extLst>
                <a:ext uri="{FF2B5EF4-FFF2-40B4-BE49-F238E27FC236}">
                  <a16:creationId xmlns:a16="http://schemas.microsoft.com/office/drawing/2014/main" id="{AA247943-049E-A98D-E0E2-AA454CDEA266}"/>
                </a:ext>
              </a:extLst>
            </p:cNvPr>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215;p17">
            <a:extLst>
              <a:ext uri="{FF2B5EF4-FFF2-40B4-BE49-F238E27FC236}">
                <a16:creationId xmlns:a16="http://schemas.microsoft.com/office/drawing/2014/main" id="{37EC99B5-C246-BCDD-1D5F-8041708F0E30}"/>
              </a:ext>
            </a:extLst>
          </p:cNvPr>
          <p:cNvGrpSpPr/>
          <p:nvPr/>
        </p:nvGrpSpPr>
        <p:grpSpPr>
          <a:xfrm>
            <a:off x="1198541" y="1398123"/>
            <a:ext cx="455177" cy="413953"/>
            <a:chOff x="4705178" y="2485990"/>
            <a:chExt cx="455177" cy="413953"/>
          </a:xfrm>
        </p:grpSpPr>
        <p:sp>
          <p:nvSpPr>
            <p:cNvPr id="160" name="Google Shape;216;p17">
              <a:extLst>
                <a:ext uri="{FF2B5EF4-FFF2-40B4-BE49-F238E27FC236}">
                  <a16:creationId xmlns:a16="http://schemas.microsoft.com/office/drawing/2014/main" id="{3989D197-8069-0827-1BA9-41AED8BA5891}"/>
                </a:ext>
              </a:extLst>
            </p:cNvPr>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217;p17">
              <a:extLst>
                <a:ext uri="{FF2B5EF4-FFF2-40B4-BE49-F238E27FC236}">
                  <a16:creationId xmlns:a16="http://schemas.microsoft.com/office/drawing/2014/main" id="{BBA7A92C-1088-D881-38D1-99723A9EECB7}"/>
                </a:ext>
              </a:extLst>
            </p:cNvPr>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218;p17">
              <a:extLst>
                <a:ext uri="{FF2B5EF4-FFF2-40B4-BE49-F238E27FC236}">
                  <a16:creationId xmlns:a16="http://schemas.microsoft.com/office/drawing/2014/main" id="{0F439982-44B4-EF9D-E0BE-9FAA013FCDBE}"/>
                </a:ext>
              </a:extLst>
            </p:cNvPr>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219;p17">
              <a:extLst>
                <a:ext uri="{FF2B5EF4-FFF2-40B4-BE49-F238E27FC236}">
                  <a16:creationId xmlns:a16="http://schemas.microsoft.com/office/drawing/2014/main" id="{FA8C7E63-4FBF-AEBC-BF78-92E857728771}"/>
                </a:ext>
              </a:extLst>
            </p:cNvPr>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220;p17">
              <a:extLst>
                <a:ext uri="{FF2B5EF4-FFF2-40B4-BE49-F238E27FC236}">
                  <a16:creationId xmlns:a16="http://schemas.microsoft.com/office/drawing/2014/main" id="{ED8DB3B4-8179-64E3-29BE-F5FE04E90614}"/>
                </a:ext>
              </a:extLst>
            </p:cNvPr>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221;p17">
              <a:extLst>
                <a:ext uri="{FF2B5EF4-FFF2-40B4-BE49-F238E27FC236}">
                  <a16:creationId xmlns:a16="http://schemas.microsoft.com/office/drawing/2014/main" id="{CBD47110-6DE6-CE46-A1D5-3FF56B7F7841}"/>
                </a:ext>
              </a:extLst>
            </p:cNvPr>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222;p17">
              <a:extLst>
                <a:ext uri="{FF2B5EF4-FFF2-40B4-BE49-F238E27FC236}">
                  <a16:creationId xmlns:a16="http://schemas.microsoft.com/office/drawing/2014/main" id="{2880E137-CCC1-C096-02AA-E8BF69D50560}"/>
                </a:ext>
              </a:extLst>
            </p:cNvPr>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223;p17">
              <a:extLst>
                <a:ext uri="{FF2B5EF4-FFF2-40B4-BE49-F238E27FC236}">
                  <a16:creationId xmlns:a16="http://schemas.microsoft.com/office/drawing/2014/main" id="{1F368990-B924-CF65-342E-64D06733334C}"/>
                </a:ext>
              </a:extLst>
            </p:cNvPr>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224;p17">
              <a:extLst>
                <a:ext uri="{FF2B5EF4-FFF2-40B4-BE49-F238E27FC236}">
                  <a16:creationId xmlns:a16="http://schemas.microsoft.com/office/drawing/2014/main" id="{43DA1CC1-D740-E6E8-830F-AD0FB3E01704}"/>
                </a:ext>
              </a:extLst>
            </p:cNvPr>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225;p17">
              <a:extLst>
                <a:ext uri="{FF2B5EF4-FFF2-40B4-BE49-F238E27FC236}">
                  <a16:creationId xmlns:a16="http://schemas.microsoft.com/office/drawing/2014/main" id="{496E02B3-79A5-8E3B-5804-72106C12AC58}"/>
                </a:ext>
              </a:extLst>
            </p:cNvPr>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226;p17">
              <a:extLst>
                <a:ext uri="{FF2B5EF4-FFF2-40B4-BE49-F238E27FC236}">
                  <a16:creationId xmlns:a16="http://schemas.microsoft.com/office/drawing/2014/main" id="{AE064806-F3C4-5F4F-5E01-470F0B6B6244}"/>
                </a:ext>
              </a:extLst>
            </p:cNvPr>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227;p17">
              <a:extLst>
                <a:ext uri="{FF2B5EF4-FFF2-40B4-BE49-F238E27FC236}">
                  <a16:creationId xmlns:a16="http://schemas.microsoft.com/office/drawing/2014/main" id="{A4F9C371-EAF7-A627-131D-630606050016}"/>
                </a:ext>
              </a:extLst>
            </p:cNvPr>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228;p17">
              <a:extLst>
                <a:ext uri="{FF2B5EF4-FFF2-40B4-BE49-F238E27FC236}">
                  <a16:creationId xmlns:a16="http://schemas.microsoft.com/office/drawing/2014/main" id="{0DB68348-5366-D6AD-622E-6C69A163C77A}"/>
                </a:ext>
              </a:extLst>
            </p:cNvPr>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229;p17">
              <a:extLst>
                <a:ext uri="{FF2B5EF4-FFF2-40B4-BE49-F238E27FC236}">
                  <a16:creationId xmlns:a16="http://schemas.microsoft.com/office/drawing/2014/main" id="{BB225117-769B-F1AE-6C40-519AB70E0AD4}"/>
                </a:ext>
              </a:extLst>
            </p:cNvPr>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230;p17">
              <a:extLst>
                <a:ext uri="{FF2B5EF4-FFF2-40B4-BE49-F238E27FC236}">
                  <a16:creationId xmlns:a16="http://schemas.microsoft.com/office/drawing/2014/main" id="{1CFA1891-C1D4-0AE1-56CD-5E431F304702}"/>
                </a:ext>
              </a:extLst>
            </p:cNvPr>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231;p17">
              <a:extLst>
                <a:ext uri="{FF2B5EF4-FFF2-40B4-BE49-F238E27FC236}">
                  <a16:creationId xmlns:a16="http://schemas.microsoft.com/office/drawing/2014/main" id="{B4564E88-202E-1740-25FC-1F23CB3AED8B}"/>
                </a:ext>
              </a:extLst>
            </p:cNvPr>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232;p17">
              <a:extLst>
                <a:ext uri="{FF2B5EF4-FFF2-40B4-BE49-F238E27FC236}">
                  <a16:creationId xmlns:a16="http://schemas.microsoft.com/office/drawing/2014/main" id="{D70E5F8C-45F3-1756-A7C0-F5A8D206A93E}"/>
                </a:ext>
              </a:extLst>
            </p:cNvPr>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233;p17">
              <a:extLst>
                <a:ext uri="{FF2B5EF4-FFF2-40B4-BE49-F238E27FC236}">
                  <a16:creationId xmlns:a16="http://schemas.microsoft.com/office/drawing/2014/main" id="{2038949C-255A-DE6F-B048-C7B58F6A3FB1}"/>
                </a:ext>
              </a:extLst>
            </p:cNvPr>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234;p17">
              <a:extLst>
                <a:ext uri="{FF2B5EF4-FFF2-40B4-BE49-F238E27FC236}">
                  <a16:creationId xmlns:a16="http://schemas.microsoft.com/office/drawing/2014/main" id="{670C20BB-133C-0287-C1A3-0755C3512731}"/>
                </a:ext>
              </a:extLst>
            </p:cNvPr>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235;p17">
              <a:extLst>
                <a:ext uri="{FF2B5EF4-FFF2-40B4-BE49-F238E27FC236}">
                  <a16:creationId xmlns:a16="http://schemas.microsoft.com/office/drawing/2014/main" id="{1A00D127-7CCC-BCF4-A4B6-44A5F5C82526}"/>
                </a:ext>
              </a:extLst>
            </p:cNvPr>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236;p17">
              <a:extLst>
                <a:ext uri="{FF2B5EF4-FFF2-40B4-BE49-F238E27FC236}">
                  <a16:creationId xmlns:a16="http://schemas.microsoft.com/office/drawing/2014/main" id="{F550D793-E4B4-7DA3-1B4D-17D8F7D97704}"/>
                </a:ext>
              </a:extLst>
            </p:cNvPr>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237;p17">
              <a:extLst>
                <a:ext uri="{FF2B5EF4-FFF2-40B4-BE49-F238E27FC236}">
                  <a16:creationId xmlns:a16="http://schemas.microsoft.com/office/drawing/2014/main" id="{51A87FFD-2CDD-DB9F-D103-C923AA8DCF28}"/>
                </a:ext>
              </a:extLst>
            </p:cNvPr>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238;p17">
              <a:extLst>
                <a:ext uri="{FF2B5EF4-FFF2-40B4-BE49-F238E27FC236}">
                  <a16:creationId xmlns:a16="http://schemas.microsoft.com/office/drawing/2014/main" id="{1946CF29-8C69-8FBE-3986-7DF391E977F4}"/>
                </a:ext>
              </a:extLst>
            </p:cNvPr>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 name="Google Shape;173;p17">
            <a:extLst>
              <a:ext uri="{FF2B5EF4-FFF2-40B4-BE49-F238E27FC236}">
                <a16:creationId xmlns:a16="http://schemas.microsoft.com/office/drawing/2014/main" id="{FA7DC8AE-B203-9E3A-D836-FEBF8CED4D75}"/>
              </a:ext>
            </a:extLst>
          </p:cNvPr>
          <p:cNvGrpSpPr/>
          <p:nvPr/>
        </p:nvGrpSpPr>
        <p:grpSpPr>
          <a:xfrm>
            <a:off x="2332038" y="3322492"/>
            <a:ext cx="456633" cy="439203"/>
            <a:chOff x="3266838" y="2089868"/>
            <a:chExt cx="456633" cy="439203"/>
          </a:xfrm>
        </p:grpSpPr>
        <p:sp>
          <p:nvSpPr>
            <p:cNvPr id="184" name="Google Shape;174;p17">
              <a:extLst>
                <a:ext uri="{FF2B5EF4-FFF2-40B4-BE49-F238E27FC236}">
                  <a16:creationId xmlns:a16="http://schemas.microsoft.com/office/drawing/2014/main" id="{01DFBF5C-7CFA-5614-6937-FAB6FBC7C93F}"/>
                </a:ext>
              </a:extLst>
            </p:cNvPr>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75;p17">
              <a:extLst>
                <a:ext uri="{FF2B5EF4-FFF2-40B4-BE49-F238E27FC236}">
                  <a16:creationId xmlns:a16="http://schemas.microsoft.com/office/drawing/2014/main" id="{8ED41AB0-C412-3759-915B-C7411DFFE46B}"/>
                </a:ext>
              </a:extLst>
            </p:cNvPr>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76;p17">
              <a:extLst>
                <a:ext uri="{FF2B5EF4-FFF2-40B4-BE49-F238E27FC236}">
                  <a16:creationId xmlns:a16="http://schemas.microsoft.com/office/drawing/2014/main" id="{669C8E46-A145-7510-824B-144C0949E57A}"/>
                </a:ext>
              </a:extLst>
            </p:cNvPr>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77;p17">
              <a:extLst>
                <a:ext uri="{FF2B5EF4-FFF2-40B4-BE49-F238E27FC236}">
                  <a16:creationId xmlns:a16="http://schemas.microsoft.com/office/drawing/2014/main" id="{FB23B082-F4D8-C3F8-8D2A-069F7EB31E35}"/>
                </a:ext>
              </a:extLst>
            </p:cNvPr>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78;p17">
              <a:extLst>
                <a:ext uri="{FF2B5EF4-FFF2-40B4-BE49-F238E27FC236}">
                  <a16:creationId xmlns:a16="http://schemas.microsoft.com/office/drawing/2014/main" id="{483A5DE3-FB3C-74C4-CC3E-47BD110839AF}"/>
                </a:ext>
              </a:extLst>
            </p:cNvPr>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79;p17">
              <a:extLst>
                <a:ext uri="{FF2B5EF4-FFF2-40B4-BE49-F238E27FC236}">
                  <a16:creationId xmlns:a16="http://schemas.microsoft.com/office/drawing/2014/main" id="{AB1FA6AA-C0DA-BC79-BA5D-478678A49A0C}"/>
                </a:ext>
              </a:extLst>
            </p:cNvPr>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80;p17">
              <a:extLst>
                <a:ext uri="{FF2B5EF4-FFF2-40B4-BE49-F238E27FC236}">
                  <a16:creationId xmlns:a16="http://schemas.microsoft.com/office/drawing/2014/main" id="{5F43B088-AD65-9702-7A6F-044BDDD53EE2}"/>
                </a:ext>
              </a:extLst>
            </p:cNvPr>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81;p17">
              <a:extLst>
                <a:ext uri="{FF2B5EF4-FFF2-40B4-BE49-F238E27FC236}">
                  <a16:creationId xmlns:a16="http://schemas.microsoft.com/office/drawing/2014/main" id="{22B14F93-71A7-57EF-D161-AB87C4A9B604}"/>
                </a:ext>
              </a:extLst>
            </p:cNvPr>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82;p17">
              <a:extLst>
                <a:ext uri="{FF2B5EF4-FFF2-40B4-BE49-F238E27FC236}">
                  <a16:creationId xmlns:a16="http://schemas.microsoft.com/office/drawing/2014/main" id="{C43993C8-605D-2B9B-E227-92E70F7BA447}"/>
                </a:ext>
              </a:extLst>
            </p:cNvPr>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83;p17">
              <a:extLst>
                <a:ext uri="{FF2B5EF4-FFF2-40B4-BE49-F238E27FC236}">
                  <a16:creationId xmlns:a16="http://schemas.microsoft.com/office/drawing/2014/main" id="{7267696A-E637-28E1-9C83-1E984912BAAA}"/>
                </a:ext>
              </a:extLst>
            </p:cNvPr>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84;p17">
              <a:extLst>
                <a:ext uri="{FF2B5EF4-FFF2-40B4-BE49-F238E27FC236}">
                  <a16:creationId xmlns:a16="http://schemas.microsoft.com/office/drawing/2014/main" id="{C419CC78-965F-2AE4-5E05-0FF0AB3A2DDD}"/>
                </a:ext>
              </a:extLst>
            </p:cNvPr>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85;p17">
              <a:extLst>
                <a:ext uri="{FF2B5EF4-FFF2-40B4-BE49-F238E27FC236}">
                  <a16:creationId xmlns:a16="http://schemas.microsoft.com/office/drawing/2014/main" id="{9AB14294-D10A-726E-8821-66C3E937E08C}"/>
                </a:ext>
              </a:extLst>
            </p:cNvPr>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86;p17">
              <a:extLst>
                <a:ext uri="{FF2B5EF4-FFF2-40B4-BE49-F238E27FC236}">
                  <a16:creationId xmlns:a16="http://schemas.microsoft.com/office/drawing/2014/main" id="{4A07B9CB-9A7E-926E-143C-1E47F4896F6D}"/>
                </a:ext>
              </a:extLst>
            </p:cNvPr>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87;p17">
              <a:extLst>
                <a:ext uri="{FF2B5EF4-FFF2-40B4-BE49-F238E27FC236}">
                  <a16:creationId xmlns:a16="http://schemas.microsoft.com/office/drawing/2014/main" id="{02EFA437-1811-A3D8-A188-032522B7AC39}"/>
                </a:ext>
              </a:extLst>
            </p:cNvPr>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88;p17">
              <a:extLst>
                <a:ext uri="{FF2B5EF4-FFF2-40B4-BE49-F238E27FC236}">
                  <a16:creationId xmlns:a16="http://schemas.microsoft.com/office/drawing/2014/main" id="{DF32A0B5-F22F-5B15-C398-DF46C705197C}"/>
                </a:ext>
              </a:extLst>
            </p:cNvPr>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89;p17">
              <a:extLst>
                <a:ext uri="{FF2B5EF4-FFF2-40B4-BE49-F238E27FC236}">
                  <a16:creationId xmlns:a16="http://schemas.microsoft.com/office/drawing/2014/main" id="{144ED75F-A6BF-52F4-222A-C52804C56CD2}"/>
                </a:ext>
              </a:extLst>
            </p:cNvPr>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90;p17">
              <a:extLst>
                <a:ext uri="{FF2B5EF4-FFF2-40B4-BE49-F238E27FC236}">
                  <a16:creationId xmlns:a16="http://schemas.microsoft.com/office/drawing/2014/main" id="{56E7217E-0BF4-F102-B2A0-F332A06F2826}"/>
                </a:ext>
              </a:extLst>
            </p:cNvPr>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91;p17">
              <a:extLst>
                <a:ext uri="{FF2B5EF4-FFF2-40B4-BE49-F238E27FC236}">
                  <a16:creationId xmlns:a16="http://schemas.microsoft.com/office/drawing/2014/main" id="{D03E8433-CC1F-0069-58D9-E4E6CBE7525E}"/>
                </a:ext>
              </a:extLst>
            </p:cNvPr>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144;p17">
            <a:extLst>
              <a:ext uri="{FF2B5EF4-FFF2-40B4-BE49-F238E27FC236}">
                <a16:creationId xmlns:a16="http://schemas.microsoft.com/office/drawing/2014/main" id="{16432D8D-5702-AB02-F2AB-781ED276E491}"/>
              </a:ext>
            </a:extLst>
          </p:cNvPr>
          <p:cNvGrpSpPr/>
          <p:nvPr/>
        </p:nvGrpSpPr>
        <p:grpSpPr>
          <a:xfrm>
            <a:off x="3354073" y="1376943"/>
            <a:ext cx="457182" cy="457212"/>
            <a:chOff x="2195817" y="2132165"/>
            <a:chExt cx="460451" cy="452864"/>
          </a:xfrm>
        </p:grpSpPr>
        <p:sp>
          <p:nvSpPr>
            <p:cNvPr id="203" name="Google Shape;145;p17">
              <a:extLst>
                <a:ext uri="{FF2B5EF4-FFF2-40B4-BE49-F238E27FC236}">
                  <a16:creationId xmlns:a16="http://schemas.microsoft.com/office/drawing/2014/main" id="{99AD29DD-6510-E9B5-CF81-9007D1462F2F}"/>
                </a:ext>
              </a:extLst>
            </p:cNvPr>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46;p17">
              <a:extLst>
                <a:ext uri="{FF2B5EF4-FFF2-40B4-BE49-F238E27FC236}">
                  <a16:creationId xmlns:a16="http://schemas.microsoft.com/office/drawing/2014/main" id="{AC13C6E4-B5A1-F033-C024-4734B24A3D1E}"/>
                </a:ext>
              </a:extLst>
            </p:cNvPr>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47;p17">
              <a:extLst>
                <a:ext uri="{FF2B5EF4-FFF2-40B4-BE49-F238E27FC236}">
                  <a16:creationId xmlns:a16="http://schemas.microsoft.com/office/drawing/2014/main" id="{759028AC-3A6E-7535-D498-9EB5F5A47E5C}"/>
                </a:ext>
              </a:extLst>
            </p:cNvPr>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48;p17">
              <a:extLst>
                <a:ext uri="{FF2B5EF4-FFF2-40B4-BE49-F238E27FC236}">
                  <a16:creationId xmlns:a16="http://schemas.microsoft.com/office/drawing/2014/main" id="{0613572E-BFF9-4231-B150-D34EC30E644C}"/>
                </a:ext>
              </a:extLst>
            </p:cNvPr>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49;p17">
              <a:extLst>
                <a:ext uri="{FF2B5EF4-FFF2-40B4-BE49-F238E27FC236}">
                  <a16:creationId xmlns:a16="http://schemas.microsoft.com/office/drawing/2014/main" id="{1DE6B7F4-7165-035A-4896-431CAE0BEFA7}"/>
                </a:ext>
              </a:extLst>
            </p:cNvPr>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50;p17">
              <a:extLst>
                <a:ext uri="{FF2B5EF4-FFF2-40B4-BE49-F238E27FC236}">
                  <a16:creationId xmlns:a16="http://schemas.microsoft.com/office/drawing/2014/main" id="{DCD26DDC-0DF7-DFA3-135E-3943D5E57B44}"/>
                </a:ext>
              </a:extLst>
            </p:cNvPr>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51;p17">
              <a:extLst>
                <a:ext uri="{FF2B5EF4-FFF2-40B4-BE49-F238E27FC236}">
                  <a16:creationId xmlns:a16="http://schemas.microsoft.com/office/drawing/2014/main" id="{D4B8DCC7-F29A-9086-8988-5B0E65DA9C9A}"/>
                </a:ext>
              </a:extLst>
            </p:cNvPr>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52;p17">
              <a:extLst>
                <a:ext uri="{FF2B5EF4-FFF2-40B4-BE49-F238E27FC236}">
                  <a16:creationId xmlns:a16="http://schemas.microsoft.com/office/drawing/2014/main" id="{1D4F800C-3479-6EE9-B7DE-E8AC207DB654}"/>
                </a:ext>
              </a:extLst>
            </p:cNvPr>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53;p17">
              <a:extLst>
                <a:ext uri="{FF2B5EF4-FFF2-40B4-BE49-F238E27FC236}">
                  <a16:creationId xmlns:a16="http://schemas.microsoft.com/office/drawing/2014/main" id="{11E48777-297E-90FC-63C6-36D005992D3C}"/>
                </a:ext>
              </a:extLst>
            </p:cNvPr>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54;p17">
              <a:extLst>
                <a:ext uri="{FF2B5EF4-FFF2-40B4-BE49-F238E27FC236}">
                  <a16:creationId xmlns:a16="http://schemas.microsoft.com/office/drawing/2014/main" id="{17299F7F-A151-4DE0-1FDC-046F8CD90B31}"/>
                </a:ext>
              </a:extLst>
            </p:cNvPr>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55;p17">
              <a:extLst>
                <a:ext uri="{FF2B5EF4-FFF2-40B4-BE49-F238E27FC236}">
                  <a16:creationId xmlns:a16="http://schemas.microsoft.com/office/drawing/2014/main" id="{05CCC43C-9555-BD69-0CC7-78C76D23F16D}"/>
                </a:ext>
              </a:extLst>
            </p:cNvPr>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56;p17">
              <a:extLst>
                <a:ext uri="{FF2B5EF4-FFF2-40B4-BE49-F238E27FC236}">
                  <a16:creationId xmlns:a16="http://schemas.microsoft.com/office/drawing/2014/main" id="{19976823-6C95-C7E0-BD85-06E75963CB87}"/>
                </a:ext>
              </a:extLst>
            </p:cNvPr>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57;p17">
              <a:extLst>
                <a:ext uri="{FF2B5EF4-FFF2-40B4-BE49-F238E27FC236}">
                  <a16:creationId xmlns:a16="http://schemas.microsoft.com/office/drawing/2014/main" id="{B2E5E90D-E878-722E-0050-1DDA105FD3F2}"/>
                </a:ext>
              </a:extLst>
            </p:cNvPr>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158;p17">
              <a:extLst>
                <a:ext uri="{FF2B5EF4-FFF2-40B4-BE49-F238E27FC236}">
                  <a16:creationId xmlns:a16="http://schemas.microsoft.com/office/drawing/2014/main" id="{03971619-C58D-304F-84AE-616C21398C61}"/>
                </a:ext>
              </a:extLst>
            </p:cNvPr>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59;p17">
              <a:extLst>
                <a:ext uri="{FF2B5EF4-FFF2-40B4-BE49-F238E27FC236}">
                  <a16:creationId xmlns:a16="http://schemas.microsoft.com/office/drawing/2014/main" id="{BBDC3CC0-54DE-AC96-FEC3-6F9C36FD32F1}"/>
                </a:ext>
              </a:extLst>
            </p:cNvPr>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60;p17">
              <a:extLst>
                <a:ext uri="{FF2B5EF4-FFF2-40B4-BE49-F238E27FC236}">
                  <a16:creationId xmlns:a16="http://schemas.microsoft.com/office/drawing/2014/main" id="{53AE79A7-6D0F-37A6-492D-87C3416C47BB}"/>
                </a:ext>
              </a:extLst>
            </p:cNvPr>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61;p17">
              <a:extLst>
                <a:ext uri="{FF2B5EF4-FFF2-40B4-BE49-F238E27FC236}">
                  <a16:creationId xmlns:a16="http://schemas.microsoft.com/office/drawing/2014/main" id="{2ADD9DD5-36A2-7608-95D7-C3EFF3F00204}"/>
                </a:ext>
              </a:extLst>
            </p:cNvPr>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62;p17">
              <a:extLst>
                <a:ext uri="{FF2B5EF4-FFF2-40B4-BE49-F238E27FC236}">
                  <a16:creationId xmlns:a16="http://schemas.microsoft.com/office/drawing/2014/main" id="{08DF514B-8DD9-0617-7B88-531AC01B14BB}"/>
                </a:ext>
              </a:extLst>
            </p:cNvPr>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63;p17">
              <a:extLst>
                <a:ext uri="{FF2B5EF4-FFF2-40B4-BE49-F238E27FC236}">
                  <a16:creationId xmlns:a16="http://schemas.microsoft.com/office/drawing/2014/main" id="{9CCA4902-9FAB-8C8B-A0FD-67EAB3EE16EB}"/>
                </a:ext>
              </a:extLst>
            </p:cNvPr>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64;p17">
              <a:extLst>
                <a:ext uri="{FF2B5EF4-FFF2-40B4-BE49-F238E27FC236}">
                  <a16:creationId xmlns:a16="http://schemas.microsoft.com/office/drawing/2014/main" id="{3794AB23-85B7-5B57-83B6-C77B56AC0E6C}"/>
                </a:ext>
              </a:extLst>
            </p:cNvPr>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165;p17">
              <a:extLst>
                <a:ext uri="{FF2B5EF4-FFF2-40B4-BE49-F238E27FC236}">
                  <a16:creationId xmlns:a16="http://schemas.microsoft.com/office/drawing/2014/main" id="{A7E403F2-B850-04ED-918C-1B388512C6BB}"/>
                </a:ext>
              </a:extLst>
            </p:cNvPr>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66;p17">
              <a:extLst>
                <a:ext uri="{FF2B5EF4-FFF2-40B4-BE49-F238E27FC236}">
                  <a16:creationId xmlns:a16="http://schemas.microsoft.com/office/drawing/2014/main" id="{E877410E-B09F-DB35-CE58-C008A6256EBC}"/>
                </a:ext>
              </a:extLst>
            </p:cNvPr>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67;p17">
              <a:extLst>
                <a:ext uri="{FF2B5EF4-FFF2-40B4-BE49-F238E27FC236}">
                  <a16:creationId xmlns:a16="http://schemas.microsoft.com/office/drawing/2014/main" id="{ECFE030B-FDB7-76A1-74D8-422BC00B9BCD}"/>
                </a:ext>
              </a:extLst>
            </p:cNvPr>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168;p17">
              <a:extLst>
                <a:ext uri="{FF2B5EF4-FFF2-40B4-BE49-F238E27FC236}">
                  <a16:creationId xmlns:a16="http://schemas.microsoft.com/office/drawing/2014/main" id="{168E713C-AFF4-7F55-A0CE-C9EAF98317D0}"/>
                </a:ext>
              </a:extLst>
            </p:cNvPr>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69;p17">
              <a:extLst>
                <a:ext uri="{FF2B5EF4-FFF2-40B4-BE49-F238E27FC236}">
                  <a16:creationId xmlns:a16="http://schemas.microsoft.com/office/drawing/2014/main" id="{532CE69F-9AD1-0C66-7611-1EF425050962}"/>
                </a:ext>
              </a:extLst>
            </p:cNvPr>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70;p17">
              <a:extLst>
                <a:ext uri="{FF2B5EF4-FFF2-40B4-BE49-F238E27FC236}">
                  <a16:creationId xmlns:a16="http://schemas.microsoft.com/office/drawing/2014/main" id="{92F1C21B-ACD2-A215-A4D0-A1D74054951C}"/>
                </a:ext>
              </a:extLst>
            </p:cNvPr>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71;p17">
              <a:extLst>
                <a:ext uri="{FF2B5EF4-FFF2-40B4-BE49-F238E27FC236}">
                  <a16:creationId xmlns:a16="http://schemas.microsoft.com/office/drawing/2014/main" id="{07E768B7-0604-20F9-80C6-62982F036182}"/>
                </a:ext>
              </a:extLst>
            </p:cNvPr>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72;p17">
              <a:extLst>
                <a:ext uri="{FF2B5EF4-FFF2-40B4-BE49-F238E27FC236}">
                  <a16:creationId xmlns:a16="http://schemas.microsoft.com/office/drawing/2014/main" id="{06A6D383-3F2E-D66B-DB86-DD7604CB68BF}"/>
                </a:ext>
              </a:extLst>
            </p:cNvPr>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1" name="Picture 2">
            <a:extLst>
              <a:ext uri="{FF2B5EF4-FFF2-40B4-BE49-F238E27FC236}">
                <a16:creationId xmlns:a16="http://schemas.microsoft.com/office/drawing/2014/main" id="{D3F66E12-082A-7252-FE99-5D971B3EB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41FCC242-BBF5-D404-C5EF-519001D0A542}"/>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E845D43D-D03C-406B-8F2D-8715E98D5FCA}"/>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 sz="2800" dirty="0"/>
              <a:t>1.0 Introduction – Background</a:t>
            </a:r>
            <a:endParaRPr sz="2800" dirty="0"/>
          </a:p>
        </p:txBody>
      </p:sp>
      <p:sp>
        <p:nvSpPr>
          <p:cNvPr id="2190" name="Google Shape;2190;p34">
            <a:extLst>
              <a:ext uri="{FF2B5EF4-FFF2-40B4-BE49-F238E27FC236}">
                <a16:creationId xmlns:a16="http://schemas.microsoft.com/office/drawing/2014/main" id="{C4F03927-4648-0837-89A4-6B6BD78275B1}"/>
              </a:ext>
            </a:extLst>
          </p:cNvPr>
          <p:cNvSpPr>
            <a:spLocks noGrp="1" noRot="1" noMove="1" noResize="1" noEditPoints="1" noAdjustHandles="1" noChangeArrowheads="1" noChangeShapeType="1"/>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91" name="Google Shape;2191;p34">
            <a:extLst>
              <a:ext uri="{FF2B5EF4-FFF2-40B4-BE49-F238E27FC236}">
                <a16:creationId xmlns:a16="http://schemas.microsoft.com/office/drawing/2014/main" id="{D0F2E3CA-0269-9FFB-281A-BA83F9FF93BE}"/>
              </a:ext>
            </a:extLst>
          </p:cNvPr>
          <p:cNvSpPr txBox="1"/>
          <p:nvPr/>
        </p:nvSpPr>
        <p:spPr>
          <a:xfrm>
            <a:off x="2800919" y="3573790"/>
            <a:ext cx="5084864" cy="377100"/>
          </a:xfrm>
          <a:prstGeom prst="rect">
            <a:avLst/>
          </a:prstGeom>
          <a:noFill/>
          <a:ln>
            <a:noFill/>
          </a:ln>
        </p:spPr>
        <p:txBody>
          <a:bodyPr spcFirstLastPara="1" wrap="square" lIns="91425" tIns="91425" rIns="91425" bIns="91425" anchor="b" anchorCtr="0">
            <a:noAutofit/>
          </a:bodyPr>
          <a:lstStyle/>
          <a:p>
            <a:pPr lvl="0" algn="r"/>
            <a:r>
              <a:rPr lang="en" sz="1600" dirty="0">
                <a:solidFill>
                  <a:schemeClr val="dk1"/>
                </a:solidFill>
                <a:latin typeface="Montserrat SemiBold"/>
                <a:ea typeface="Montserrat SemiBold"/>
                <a:cs typeface="Montserrat SemiBold"/>
                <a:sym typeface="Montserrat SemiBold"/>
              </a:rPr>
              <a:t>HyperHive</a:t>
            </a:r>
            <a:endParaRPr sz="1600" dirty="0">
              <a:solidFill>
                <a:schemeClr val="dk1"/>
              </a:solidFill>
              <a:latin typeface="Montserrat SemiBold"/>
              <a:ea typeface="Montserrat SemiBold"/>
              <a:cs typeface="Montserrat SemiBold"/>
              <a:sym typeface="Montserrat SemiBold"/>
            </a:endParaRPr>
          </a:p>
        </p:txBody>
      </p:sp>
      <p:sp>
        <p:nvSpPr>
          <p:cNvPr id="2195" name="Google Shape;2195;p34">
            <a:extLst>
              <a:ext uri="{FF2B5EF4-FFF2-40B4-BE49-F238E27FC236}">
                <a16:creationId xmlns:a16="http://schemas.microsoft.com/office/drawing/2014/main" id="{A60A200A-F2C0-3550-B40D-1398288650C1}"/>
              </a:ext>
            </a:extLst>
          </p:cNvPr>
          <p:cNvSpPr txBox="1"/>
          <p:nvPr/>
        </p:nvSpPr>
        <p:spPr>
          <a:xfrm>
            <a:off x="2800919" y="2703212"/>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Project Undertaken ( HyperHive )</a:t>
            </a:r>
            <a:endParaRPr sz="1600" dirty="0">
              <a:solidFill>
                <a:schemeClr val="dk1"/>
              </a:solidFill>
              <a:latin typeface="Montserrat SemiBold"/>
              <a:ea typeface="Montserrat SemiBold"/>
              <a:cs typeface="Montserrat SemiBold"/>
              <a:sym typeface="Montserrat SemiBold"/>
            </a:endParaRPr>
          </a:p>
        </p:txBody>
      </p:sp>
      <p:grpSp>
        <p:nvGrpSpPr>
          <p:cNvPr id="2203" name="Google Shape;2203;p34">
            <a:extLst>
              <a:ext uri="{FF2B5EF4-FFF2-40B4-BE49-F238E27FC236}">
                <a16:creationId xmlns:a16="http://schemas.microsoft.com/office/drawing/2014/main" id="{95C510B0-FF29-976E-125B-65C496083389}"/>
              </a:ext>
            </a:extLst>
          </p:cNvPr>
          <p:cNvGrpSpPr>
            <a:grpSpLocks noGrp="1" noUngrp="1" noRot="1" noMove="1" noResize="1"/>
          </p:cNvGrpSpPr>
          <p:nvPr/>
        </p:nvGrpSpPr>
        <p:grpSpPr>
          <a:xfrm>
            <a:off x="550987" y="1142581"/>
            <a:ext cx="2136682" cy="3406977"/>
            <a:chOff x="550987" y="1142581"/>
            <a:chExt cx="2136682" cy="3406977"/>
          </a:xfrm>
        </p:grpSpPr>
        <p:grpSp>
          <p:nvGrpSpPr>
            <p:cNvPr id="2204" name="Google Shape;2204;p34">
              <a:extLst>
                <a:ext uri="{FF2B5EF4-FFF2-40B4-BE49-F238E27FC236}">
                  <a16:creationId xmlns:a16="http://schemas.microsoft.com/office/drawing/2014/main" id="{D9794365-2084-CA92-F640-00AE81456922}"/>
                </a:ext>
              </a:extLst>
            </p:cNvPr>
            <p:cNvGrpSpPr>
              <a:grpSpLocks noGrp="1" noUngrp="1" noRot="1" noMove="1" noResize="1"/>
            </p:cNvGrpSpPr>
            <p:nvPr/>
          </p:nvGrpSpPr>
          <p:grpSpPr>
            <a:xfrm>
              <a:off x="802213" y="1431111"/>
              <a:ext cx="1885456" cy="1867669"/>
              <a:chOff x="2605700" y="3152850"/>
              <a:chExt cx="594125" cy="616250"/>
            </a:xfrm>
          </p:grpSpPr>
          <p:sp>
            <p:nvSpPr>
              <p:cNvPr id="2205" name="Google Shape;2205;p34">
                <a:extLst>
                  <a:ext uri="{FF2B5EF4-FFF2-40B4-BE49-F238E27FC236}">
                    <a16:creationId xmlns:a16="http://schemas.microsoft.com/office/drawing/2014/main" id="{2A4770E7-4E2F-8EE5-BBF9-FD65A7E82A0C}"/>
                  </a:ext>
                </a:extLst>
              </p:cNvPr>
              <p:cNvSpPr>
                <a:spLocks noGrp="1" noRot="1" noMove="1" noResize="1" noEditPoints="1" noAdjustHandles="1" noChangeArrowheads="1" noChangeShapeType="1"/>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w="19050" cap="flat" cmpd="sng">
                <a:solidFill>
                  <a:schemeClr val="dk1"/>
                </a:solidFill>
                <a:prstDash val="solid"/>
                <a:round/>
                <a:headEnd type="none" w="med" len="med"/>
                <a:tailEnd type="none" w="med" len="med"/>
              </a:ln>
            </p:spPr>
            <p:txBody>
              <a:bodyPr/>
              <a:lstStyle/>
              <a:p>
                <a:pPr algn="ctr"/>
                <a:endParaRPr lang="en-US"/>
              </a:p>
            </p:txBody>
          </p:sp>
          <p:sp>
            <p:nvSpPr>
              <p:cNvPr id="2206" name="Google Shape;2206;p34">
                <a:extLst>
                  <a:ext uri="{FF2B5EF4-FFF2-40B4-BE49-F238E27FC236}">
                    <a16:creationId xmlns:a16="http://schemas.microsoft.com/office/drawing/2014/main" id="{CBC8FCCB-77D5-CECC-6F54-177D14CF2FF1}"/>
                  </a:ext>
                </a:extLst>
              </p:cNvPr>
              <p:cNvSpPr>
                <a:spLocks noGrp="1" noRot="1" noMove="1" noResize="1" noEditPoints="1" noAdjustHandles="1" noChangeArrowheads="1" noChangeShapeType="1"/>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grpSp>
        <p:grpSp>
          <p:nvGrpSpPr>
            <p:cNvPr id="2207" name="Google Shape;2207;p34">
              <a:extLst>
                <a:ext uri="{FF2B5EF4-FFF2-40B4-BE49-F238E27FC236}">
                  <a16:creationId xmlns:a16="http://schemas.microsoft.com/office/drawing/2014/main" id="{09451212-A6FC-7BA7-6E3F-6B67E7B7ECE8}"/>
                </a:ext>
              </a:extLst>
            </p:cNvPr>
            <p:cNvGrpSpPr>
              <a:grpSpLocks noGrp="1" noUngrp="1" noRot="1" noMove="1" noResize="1"/>
            </p:cNvGrpSpPr>
            <p:nvPr/>
          </p:nvGrpSpPr>
          <p:grpSpPr>
            <a:xfrm>
              <a:off x="1037220" y="2243044"/>
              <a:ext cx="580671" cy="2306514"/>
              <a:chOff x="2680375" y="3423800"/>
              <a:chExt cx="182975" cy="761050"/>
            </a:xfrm>
          </p:grpSpPr>
          <p:sp>
            <p:nvSpPr>
              <p:cNvPr id="2208" name="Google Shape;2208;p34">
                <a:extLst>
                  <a:ext uri="{FF2B5EF4-FFF2-40B4-BE49-F238E27FC236}">
                    <a16:creationId xmlns:a16="http://schemas.microsoft.com/office/drawing/2014/main" id="{EEAA8F67-2345-4B6C-2903-E5A6C35A5A66}"/>
                  </a:ext>
                </a:extLst>
              </p:cNvPr>
              <p:cNvSpPr>
                <a:spLocks noGrp="1" noRot="1" noMove="1" noResize="1" noEditPoints="1" noAdjustHandles="1" noChangeArrowheads="1" noChangeShapeType="1"/>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lt2"/>
              </a:solidFill>
              <a:ln w="19050" cap="flat" cmpd="sng">
                <a:solidFill>
                  <a:schemeClr val="dk1"/>
                </a:solidFill>
                <a:prstDash val="solid"/>
                <a:round/>
                <a:headEnd type="none" w="med" len="med"/>
                <a:tailEnd type="none" w="med" len="med"/>
              </a:ln>
            </p:spPr>
            <p:txBody>
              <a:bodyPr/>
              <a:lstStyle/>
              <a:p>
                <a:pPr algn="ctr"/>
                <a:endParaRPr lang="en-US"/>
              </a:p>
            </p:txBody>
          </p:sp>
          <p:sp>
            <p:nvSpPr>
              <p:cNvPr id="2209" name="Google Shape;2209;p34">
                <a:extLst>
                  <a:ext uri="{FF2B5EF4-FFF2-40B4-BE49-F238E27FC236}">
                    <a16:creationId xmlns:a16="http://schemas.microsoft.com/office/drawing/2014/main" id="{95CF55C5-3C5A-FBE4-4BEE-620C43543099}"/>
                  </a:ext>
                </a:extLst>
              </p:cNvPr>
              <p:cNvSpPr>
                <a:spLocks noGrp="1" noRot="1" noMove="1" noResize="1" noEditPoints="1" noAdjustHandles="1" noChangeArrowheads="1" noChangeShapeType="1"/>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210" name="Google Shape;2210;p34">
              <a:extLst>
                <a:ext uri="{FF2B5EF4-FFF2-40B4-BE49-F238E27FC236}">
                  <a16:creationId xmlns:a16="http://schemas.microsoft.com/office/drawing/2014/main" id="{1DECE40A-EA3E-E217-85E0-82D5B033A25C}"/>
                </a:ext>
              </a:extLst>
            </p:cNvPr>
            <p:cNvSpPr>
              <a:spLocks noGrp="1" noRot="1" noMove="1" noResize="1" noEditPoints="1" noAdjustHandles="1" noChangeArrowheads="1" noChangeShapeType="1"/>
            </p:cNvSpPr>
            <p:nvPr/>
          </p:nvSpPr>
          <p:spPr>
            <a:xfrm>
              <a:off x="1737983" y="4241922"/>
              <a:ext cx="124560" cy="6826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1" name="Google Shape;2211;p34">
              <a:extLst>
                <a:ext uri="{FF2B5EF4-FFF2-40B4-BE49-F238E27FC236}">
                  <a16:creationId xmlns:a16="http://schemas.microsoft.com/office/drawing/2014/main" id="{0B155208-AFC7-26FA-1201-3B78EC62B571}"/>
                </a:ext>
              </a:extLst>
            </p:cNvPr>
            <p:cNvSpPr>
              <a:spLocks noGrp="1" noRot="1" noMove="1" noResize="1" noEditPoints="1" noAdjustHandles="1" noChangeArrowheads="1" noChangeShapeType="1"/>
            </p:cNvSpPr>
            <p:nvPr/>
          </p:nvSpPr>
          <p:spPr>
            <a:xfrm>
              <a:off x="1787728" y="1448606"/>
              <a:ext cx="129558" cy="177599"/>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2" name="Google Shape;2212;p34">
              <a:extLst>
                <a:ext uri="{FF2B5EF4-FFF2-40B4-BE49-F238E27FC236}">
                  <a16:creationId xmlns:a16="http://schemas.microsoft.com/office/drawing/2014/main" id="{2CEBD704-B5FE-01E3-032C-F0E9FC7CEF25}"/>
                </a:ext>
              </a:extLst>
            </p:cNvPr>
            <p:cNvSpPr>
              <a:spLocks noGrp="1" noRot="1" noMove="1" noResize="1" noEditPoints="1" noAdjustHandles="1" noChangeArrowheads="1" noChangeShapeType="1"/>
            </p:cNvSpPr>
            <p:nvPr/>
          </p:nvSpPr>
          <p:spPr>
            <a:xfrm>
              <a:off x="1626749" y="1431104"/>
              <a:ext cx="184301" cy="191919"/>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3" name="Google Shape;2213;p34">
              <a:extLst>
                <a:ext uri="{FF2B5EF4-FFF2-40B4-BE49-F238E27FC236}">
                  <a16:creationId xmlns:a16="http://schemas.microsoft.com/office/drawing/2014/main" id="{14E1BC15-ADC0-24D6-DDEA-4A9C40D520C5}"/>
                </a:ext>
              </a:extLst>
            </p:cNvPr>
            <p:cNvSpPr>
              <a:spLocks noGrp="1" noRot="1" noMove="1" noResize="1" noEditPoints="1" noAdjustHandles="1" noChangeArrowheads="1" noChangeShapeType="1"/>
            </p:cNvSpPr>
            <p:nvPr/>
          </p:nvSpPr>
          <p:spPr>
            <a:xfrm>
              <a:off x="1470688" y="1321771"/>
              <a:ext cx="230793" cy="331407"/>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4" name="Google Shape;2214;p34">
              <a:extLst>
                <a:ext uri="{FF2B5EF4-FFF2-40B4-BE49-F238E27FC236}">
                  <a16:creationId xmlns:a16="http://schemas.microsoft.com/office/drawing/2014/main" id="{A71BD5DC-BD39-1CA2-EE2A-AFE69CAE8703}"/>
                </a:ext>
              </a:extLst>
            </p:cNvPr>
            <p:cNvSpPr>
              <a:spLocks noGrp="1" noRot="1" noMove="1" noResize="1" noEditPoints="1" noAdjustHandles="1" noChangeArrowheads="1" noChangeShapeType="1"/>
            </p:cNvSpPr>
            <p:nvPr/>
          </p:nvSpPr>
          <p:spPr>
            <a:xfrm>
              <a:off x="931181" y="1153719"/>
              <a:ext cx="609312" cy="523250"/>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34">
              <a:extLst>
                <a:ext uri="{FF2B5EF4-FFF2-40B4-BE49-F238E27FC236}">
                  <a16:creationId xmlns:a16="http://schemas.microsoft.com/office/drawing/2014/main" id="{E18053D5-5772-6ACD-6FAF-71D538DED1B9}"/>
                </a:ext>
              </a:extLst>
            </p:cNvPr>
            <p:cNvSpPr>
              <a:spLocks noGrp="1" noRot="1" noMove="1" noResize="1" noEditPoints="1" noAdjustHandles="1" noChangeArrowheads="1" noChangeShapeType="1"/>
            </p:cNvSpPr>
            <p:nvPr/>
          </p:nvSpPr>
          <p:spPr>
            <a:xfrm>
              <a:off x="660554" y="1142581"/>
              <a:ext cx="551237" cy="749947"/>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6" name="Google Shape;2216;p34">
              <a:extLst>
                <a:ext uri="{FF2B5EF4-FFF2-40B4-BE49-F238E27FC236}">
                  <a16:creationId xmlns:a16="http://schemas.microsoft.com/office/drawing/2014/main" id="{571DE812-EF06-0D06-C48E-40B6E3B9C156}"/>
                </a:ext>
              </a:extLst>
            </p:cNvPr>
            <p:cNvSpPr>
              <a:spLocks noGrp="1" noRot="1" noMove="1" noResize="1" noEditPoints="1" noAdjustHandles="1" noChangeArrowheads="1" noChangeShapeType="1"/>
            </p:cNvSpPr>
            <p:nvPr/>
          </p:nvSpPr>
          <p:spPr>
            <a:xfrm>
              <a:off x="565982" y="1640373"/>
              <a:ext cx="272286" cy="28549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7" name="Google Shape;2217;p34">
              <a:extLst>
                <a:ext uri="{FF2B5EF4-FFF2-40B4-BE49-F238E27FC236}">
                  <a16:creationId xmlns:a16="http://schemas.microsoft.com/office/drawing/2014/main" id="{BBBC9EAC-E9B2-46EF-2B48-C43FF6FF8981}"/>
                </a:ext>
              </a:extLst>
            </p:cNvPr>
            <p:cNvSpPr>
              <a:spLocks noGrp="1" noRot="1" noMove="1" noResize="1" noEditPoints="1" noAdjustHandles="1" noChangeArrowheads="1" noChangeShapeType="1"/>
            </p:cNvSpPr>
            <p:nvPr/>
          </p:nvSpPr>
          <p:spPr>
            <a:xfrm>
              <a:off x="550987" y="1705381"/>
              <a:ext cx="591064" cy="832382"/>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8" name="Google Shape;2218;p34">
              <a:extLst>
                <a:ext uri="{FF2B5EF4-FFF2-40B4-BE49-F238E27FC236}">
                  <a16:creationId xmlns:a16="http://schemas.microsoft.com/office/drawing/2014/main" id="{478D83CC-D588-0614-B71B-41F2D820636C}"/>
                </a:ext>
              </a:extLst>
            </p:cNvPr>
            <p:cNvSpPr>
              <a:spLocks noGrp="1" noRot="1" noMove="1" noResize="1" noEditPoints="1" noAdjustHandles="1" noChangeArrowheads="1" noChangeShapeType="1"/>
            </p:cNvSpPr>
            <p:nvPr/>
          </p:nvSpPr>
          <p:spPr>
            <a:xfrm>
              <a:off x="1100491" y="2138165"/>
              <a:ext cx="571151" cy="608868"/>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sp>
          <p:nvSpPr>
            <p:cNvPr id="2219" name="Google Shape;2219;p34">
              <a:extLst>
                <a:ext uri="{FF2B5EF4-FFF2-40B4-BE49-F238E27FC236}">
                  <a16:creationId xmlns:a16="http://schemas.microsoft.com/office/drawing/2014/main" id="{27A77229-77B6-A0BB-20C0-8DA3C5E322F7}"/>
                </a:ext>
              </a:extLst>
            </p:cNvPr>
            <p:cNvSpPr>
              <a:spLocks noGrp="1" noRot="1" noMove="1" noResize="1" noEditPoints="1" noAdjustHandles="1" noChangeArrowheads="1" noChangeShapeType="1"/>
            </p:cNvSpPr>
            <p:nvPr/>
          </p:nvSpPr>
          <p:spPr>
            <a:xfrm>
              <a:off x="1445776" y="2569433"/>
              <a:ext cx="391848" cy="394824"/>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A6CBC2"/>
                </a:solidFill>
              </a:endParaRPr>
            </a:p>
          </p:txBody>
        </p:sp>
        <p:sp>
          <p:nvSpPr>
            <p:cNvPr id="2220" name="Google Shape;2220;p34">
              <a:extLst>
                <a:ext uri="{FF2B5EF4-FFF2-40B4-BE49-F238E27FC236}">
                  <a16:creationId xmlns:a16="http://schemas.microsoft.com/office/drawing/2014/main" id="{261CB381-FEEE-B6CD-0708-31887C051E0A}"/>
                </a:ext>
              </a:extLst>
            </p:cNvPr>
            <p:cNvSpPr>
              <a:spLocks noGrp="1" noRot="1" noMove="1" noResize="1" noEditPoints="1" noAdjustHandles="1" noChangeArrowheads="1" noChangeShapeType="1"/>
            </p:cNvSpPr>
            <p:nvPr/>
          </p:nvSpPr>
          <p:spPr>
            <a:xfrm>
              <a:off x="1684825" y="3081468"/>
              <a:ext cx="232459" cy="252154"/>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221" name="Google Shape;2221;p34">
              <a:extLst>
                <a:ext uri="{FF2B5EF4-FFF2-40B4-BE49-F238E27FC236}">
                  <a16:creationId xmlns:a16="http://schemas.microsoft.com/office/drawing/2014/main" id="{C5CBF8F4-7001-DA31-A3C2-2AB89A9811CF}"/>
                </a:ext>
              </a:extLst>
            </p:cNvPr>
            <p:cNvGrpSpPr>
              <a:grpSpLocks noGrp="1" noUngrp="1" noRot="1" noMove="1" noResize="1"/>
            </p:cNvGrpSpPr>
            <p:nvPr/>
          </p:nvGrpSpPr>
          <p:grpSpPr>
            <a:xfrm>
              <a:off x="1136788" y="2693103"/>
              <a:ext cx="732206" cy="1813647"/>
              <a:chOff x="2711750" y="3572300"/>
              <a:chExt cx="230725" cy="598425"/>
            </a:xfrm>
          </p:grpSpPr>
          <p:sp>
            <p:nvSpPr>
              <p:cNvPr id="2222" name="Google Shape;2222;p34">
                <a:extLst>
                  <a:ext uri="{FF2B5EF4-FFF2-40B4-BE49-F238E27FC236}">
                    <a16:creationId xmlns:a16="http://schemas.microsoft.com/office/drawing/2014/main" id="{A63682C4-8399-8A60-CE87-12969DE6B0C1}"/>
                  </a:ext>
                </a:extLst>
              </p:cNvPr>
              <p:cNvSpPr>
                <a:spLocks noGrp="1" noRot="1" noMove="1" noResize="1" noEditPoints="1" noAdjustHandles="1" noChangeArrowheads="1" noChangeShapeType="1"/>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3" name="Google Shape;2223;p34">
                <a:extLst>
                  <a:ext uri="{FF2B5EF4-FFF2-40B4-BE49-F238E27FC236}">
                    <a16:creationId xmlns:a16="http://schemas.microsoft.com/office/drawing/2014/main" id="{95E2FF3A-DC17-B642-8958-6968995702BE}"/>
                  </a:ext>
                </a:extLst>
              </p:cNvPr>
              <p:cNvSpPr>
                <a:spLocks noGrp="1" noRot="1" noMove="1" noResize="1" noEditPoints="1" noAdjustHandles="1" noChangeArrowheads="1" noChangeShapeType="1"/>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4" name="Google Shape;2188;p34">
            <a:extLst>
              <a:ext uri="{FF2B5EF4-FFF2-40B4-BE49-F238E27FC236}">
                <a16:creationId xmlns:a16="http://schemas.microsoft.com/office/drawing/2014/main" id="{019F851D-B86E-BE71-D3D0-0D5D54724BF2}"/>
              </a:ext>
            </a:extLst>
          </p:cNvPr>
          <p:cNvSpPr>
            <a:spLocks noGrp="1" noRot="1" noMove="1" noResize="1" noEditPoints="1" noAdjustHandles="1" noChangeArrowheads="1" noChangeShapeType="1"/>
          </p:cNvSpPr>
          <p:nvPr/>
        </p:nvSpPr>
        <p:spPr>
          <a:xfrm>
            <a:off x="7962938"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7" name="Google Shape;2193;p34">
            <a:extLst>
              <a:ext uri="{FF2B5EF4-FFF2-40B4-BE49-F238E27FC236}">
                <a16:creationId xmlns:a16="http://schemas.microsoft.com/office/drawing/2014/main" id="{EDF6A7C0-E856-8A7D-6755-8BD7A3FF4B9E}"/>
              </a:ext>
            </a:extLst>
          </p:cNvPr>
          <p:cNvSpPr txBox="1"/>
          <p:nvPr/>
        </p:nvSpPr>
        <p:spPr>
          <a:xfrm>
            <a:off x="2577584" y="1838468"/>
            <a:ext cx="5385354" cy="377100"/>
          </a:xfrm>
          <a:prstGeom prst="rect">
            <a:avLst/>
          </a:prstGeom>
          <a:noFill/>
          <a:ln>
            <a:noFill/>
          </a:ln>
        </p:spPr>
        <p:txBody>
          <a:bodyPr spcFirstLastPara="1" wrap="square" lIns="91425" tIns="91425" rIns="91425" bIns="91425" anchor="b" anchorCtr="0">
            <a:noAutofit/>
          </a:bodyPr>
          <a:lstStyle/>
          <a:p>
            <a:pPr algn="r"/>
            <a:r>
              <a:rPr lang="en" sz="1600" dirty="0">
                <a:solidFill>
                  <a:schemeClr val="dk1"/>
                </a:solidFill>
                <a:latin typeface="Montserrat SemiBold"/>
                <a:ea typeface="Montserrat SemiBold"/>
                <a:cs typeface="Montserrat SemiBold"/>
                <a:sym typeface="Montserrat SemiBold"/>
              </a:rPr>
              <a:t>About Ever Core Labs ( </a:t>
            </a:r>
            <a:r>
              <a:rPr lang="en-MY" sz="1600" dirty="0">
                <a:solidFill>
                  <a:schemeClr val="dk1"/>
                </a:solidFill>
                <a:latin typeface="Montserrat SemiBold"/>
              </a:rPr>
              <a:t>Company’s Overview  </a:t>
            </a:r>
            <a:r>
              <a:rPr lang="en-US" sz="1600" dirty="0">
                <a:solidFill>
                  <a:schemeClr val="dk1"/>
                </a:solidFill>
                <a:latin typeface="Montserrat SemiBold"/>
                <a:ea typeface="Montserrat SemiBold"/>
                <a:cs typeface="Montserrat SemiBold"/>
                <a:sym typeface="Montserrat SemiBold"/>
              </a:rPr>
              <a:t>)</a:t>
            </a:r>
            <a:endParaRPr sz="1600" dirty="0">
              <a:solidFill>
                <a:schemeClr val="dk1"/>
              </a:solidFill>
              <a:latin typeface="Montserrat SemiBold"/>
              <a:ea typeface="Montserrat SemiBold"/>
              <a:cs typeface="Montserrat SemiBold"/>
              <a:sym typeface="Montserrat SemiBold"/>
            </a:endParaRPr>
          </a:p>
        </p:txBody>
      </p:sp>
      <p:sp>
        <p:nvSpPr>
          <p:cNvPr id="2" name="Google Shape;2189;p34">
            <a:extLst>
              <a:ext uri="{FF2B5EF4-FFF2-40B4-BE49-F238E27FC236}">
                <a16:creationId xmlns:a16="http://schemas.microsoft.com/office/drawing/2014/main" id="{4E441A20-860C-6BD3-BFB4-B85703F038E4}"/>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grpSp>
        <p:nvGrpSpPr>
          <p:cNvPr id="3" name="Google Shape;2391;p35">
            <a:extLst>
              <a:ext uri="{FF2B5EF4-FFF2-40B4-BE49-F238E27FC236}">
                <a16:creationId xmlns:a16="http://schemas.microsoft.com/office/drawing/2014/main" id="{AE52605A-1747-C94D-0494-AB82CBFE9A25}"/>
              </a:ext>
            </a:extLst>
          </p:cNvPr>
          <p:cNvGrpSpPr/>
          <p:nvPr/>
        </p:nvGrpSpPr>
        <p:grpSpPr>
          <a:xfrm>
            <a:off x="7507928" y="127206"/>
            <a:ext cx="455010" cy="454080"/>
            <a:chOff x="3363305" y="1063034"/>
            <a:chExt cx="455010" cy="454080"/>
          </a:xfrm>
        </p:grpSpPr>
        <p:sp>
          <p:nvSpPr>
            <p:cNvPr id="5" name="Google Shape;2392;p35">
              <a:extLst>
                <a:ext uri="{FF2B5EF4-FFF2-40B4-BE49-F238E27FC236}">
                  <a16:creationId xmlns:a16="http://schemas.microsoft.com/office/drawing/2014/main" id="{FB0F1204-E8F5-4EBC-4C2D-0A0F7006ACC8}"/>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93;p35">
              <a:extLst>
                <a:ext uri="{FF2B5EF4-FFF2-40B4-BE49-F238E27FC236}">
                  <a16:creationId xmlns:a16="http://schemas.microsoft.com/office/drawing/2014/main" id="{32470225-45D6-7977-1E8B-06EE9E77C20F}"/>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94;p35">
              <a:extLst>
                <a:ext uri="{FF2B5EF4-FFF2-40B4-BE49-F238E27FC236}">
                  <a16:creationId xmlns:a16="http://schemas.microsoft.com/office/drawing/2014/main" id="{D0AC82C8-CA0F-538D-CFB9-863B2231C2B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95;p35">
              <a:extLst>
                <a:ext uri="{FF2B5EF4-FFF2-40B4-BE49-F238E27FC236}">
                  <a16:creationId xmlns:a16="http://schemas.microsoft.com/office/drawing/2014/main" id="{A966B703-17A8-B5BA-2CDC-2E05EC5D0615}"/>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96;p35">
              <a:extLst>
                <a:ext uri="{FF2B5EF4-FFF2-40B4-BE49-F238E27FC236}">
                  <a16:creationId xmlns:a16="http://schemas.microsoft.com/office/drawing/2014/main" id="{CAA75D26-DA85-26EE-9CCF-D20CE8AC3A56}"/>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97;p35">
              <a:extLst>
                <a:ext uri="{FF2B5EF4-FFF2-40B4-BE49-F238E27FC236}">
                  <a16:creationId xmlns:a16="http://schemas.microsoft.com/office/drawing/2014/main" id="{03E49B88-F44E-4039-28FA-4FCD92ADD6AB}"/>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8;p35">
              <a:extLst>
                <a:ext uri="{FF2B5EF4-FFF2-40B4-BE49-F238E27FC236}">
                  <a16:creationId xmlns:a16="http://schemas.microsoft.com/office/drawing/2014/main" id="{FDDEAF01-87E2-D7CE-1C38-52A59501768E}"/>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9;p35">
              <a:extLst>
                <a:ext uri="{FF2B5EF4-FFF2-40B4-BE49-F238E27FC236}">
                  <a16:creationId xmlns:a16="http://schemas.microsoft.com/office/drawing/2014/main" id="{8D75406F-0C9B-C2A0-83C1-A1F929E2E5DF}"/>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400;p35">
              <a:extLst>
                <a:ext uri="{FF2B5EF4-FFF2-40B4-BE49-F238E27FC236}">
                  <a16:creationId xmlns:a16="http://schemas.microsoft.com/office/drawing/2014/main" id="{5026AB60-CE5F-917A-4271-CE6F060B8DDD}"/>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401;p35">
              <a:extLst>
                <a:ext uri="{FF2B5EF4-FFF2-40B4-BE49-F238E27FC236}">
                  <a16:creationId xmlns:a16="http://schemas.microsoft.com/office/drawing/2014/main" id="{BAF722FC-962F-1099-DB33-A1560C659C6A}"/>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402;p35">
              <a:extLst>
                <a:ext uri="{FF2B5EF4-FFF2-40B4-BE49-F238E27FC236}">
                  <a16:creationId xmlns:a16="http://schemas.microsoft.com/office/drawing/2014/main" id="{1566C778-4E4D-43A7-B1B3-849967E38884}"/>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403;p35">
              <a:extLst>
                <a:ext uri="{FF2B5EF4-FFF2-40B4-BE49-F238E27FC236}">
                  <a16:creationId xmlns:a16="http://schemas.microsoft.com/office/drawing/2014/main" id="{F731AA08-DB7C-1CE6-95CE-9D93605F7138}"/>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404;p35">
              <a:extLst>
                <a:ext uri="{FF2B5EF4-FFF2-40B4-BE49-F238E27FC236}">
                  <a16:creationId xmlns:a16="http://schemas.microsoft.com/office/drawing/2014/main" id="{F2E9266E-4583-F26F-4AD8-096A996E9776}"/>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5;p35">
              <a:extLst>
                <a:ext uri="{FF2B5EF4-FFF2-40B4-BE49-F238E27FC236}">
                  <a16:creationId xmlns:a16="http://schemas.microsoft.com/office/drawing/2014/main" id="{3294F0F0-0D22-4B2F-14F6-A70BD4530CE1}"/>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6;p35">
              <a:extLst>
                <a:ext uri="{FF2B5EF4-FFF2-40B4-BE49-F238E27FC236}">
                  <a16:creationId xmlns:a16="http://schemas.microsoft.com/office/drawing/2014/main" id="{FFD655C4-0F97-3DD3-D3DD-68B3EF384BDB}"/>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7;p35">
              <a:extLst>
                <a:ext uri="{FF2B5EF4-FFF2-40B4-BE49-F238E27FC236}">
                  <a16:creationId xmlns:a16="http://schemas.microsoft.com/office/drawing/2014/main" id="{B0D6513B-5E33-1706-4488-C4BE45E67229}"/>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8;p35">
              <a:extLst>
                <a:ext uri="{FF2B5EF4-FFF2-40B4-BE49-F238E27FC236}">
                  <a16:creationId xmlns:a16="http://schemas.microsoft.com/office/drawing/2014/main" id="{F4910AE6-349C-A0DD-09B3-2B90245F2BBE}"/>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9;p35">
              <a:extLst>
                <a:ext uri="{FF2B5EF4-FFF2-40B4-BE49-F238E27FC236}">
                  <a16:creationId xmlns:a16="http://schemas.microsoft.com/office/drawing/2014/main" id="{F8A027AB-6A72-C9C0-7BFD-A60313A6E818}"/>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10;p35">
              <a:extLst>
                <a:ext uri="{FF2B5EF4-FFF2-40B4-BE49-F238E27FC236}">
                  <a16:creationId xmlns:a16="http://schemas.microsoft.com/office/drawing/2014/main" id="{081BCB02-32E9-DB80-1F10-710B467AB491}"/>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11;p35">
              <a:extLst>
                <a:ext uri="{FF2B5EF4-FFF2-40B4-BE49-F238E27FC236}">
                  <a16:creationId xmlns:a16="http://schemas.microsoft.com/office/drawing/2014/main" id="{A8AE595F-A3B5-92E9-D2ED-8EF78DD318C5}"/>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12;p35">
              <a:extLst>
                <a:ext uri="{FF2B5EF4-FFF2-40B4-BE49-F238E27FC236}">
                  <a16:creationId xmlns:a16="http://schemas.microsoft.com/office/drawing/2014/main" id="{94251E9D-3776-5F5C-4DE6-DA5C7974BD29}"/>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13;p35">
              <a:extLst>
                <a:ext uri="{FF2B5EF4-FFF2-40B4-BE49-F238E27FC236}">
                  <a16:creationId xmlns:a16="http://schemas.microsoft.com/office/drawing/2014/main" id="{173DF67E-16EF-39B2-FCD9-B6F7D072D90C}"/>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3249;p35">
            <a:extLst>
              <a:ext uri="{FF2B5EF4-FFF2-40B4-BE49-F238E27FC236}">
                <a16:creationId xmlns:a16="http://schemas.microsoft.com/office/drawing/2014/main" id="{341EE2EC-033B-247E-8D2D-8FDCBA20B122}"/>
              </a:ext>
            </a:extLst>
          </p:cNvPr>
          <p:cNvGrpSpPr/>
          <p:nvPr/>
        </p:nvGrpSpPr>
        <p:grpSpPr>
          <a:xfrm>
            <a:off x="7389051" y="886641"/>
            <a:ext cx="423892" cy="421693"/>
            <a:chOff x="2716201" y="4267204"/>
            <a:chExt cx="454986" cy="452626"/>
          </a:xfrm>
        </p:grpSpPr>
        <p:sp>
          <p:nvSpPr>
            <p:cNvPr id="30" name="Google Shape;3250;p35">
              <a:extLst>
                <a:ext uri="{FF2B5EF4-FFF2-40B4-BE49-F238E27FC236}">
                  <a16:creationId xmlns:a16="http://schemas.microsoft.com/office/drawing/2014/main" id="{DEB3EDB2-C0D8-3463-8098-A2774C463EDF}"/>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251;p35">
              <a:extLst>
                <a:ext uri="{FF2B5EF4-FFF2-40B4-BE49-F238E27FC236}">
                  <a16:creationId xmlns:a16="http://schemas.microsoft.com/office/drawing/2014/main" id="{82D07276-1E0F-C781-BC39-3928D4AE85DC}"/>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52;p35">
              <a:extLst>
                <a:ext uri="{FF2B5EF4-FFF2-40B4-BE49-F238E27FC236}">
                  <a16:creationId xmlns:a16="http://schemas.microsoft.com/office/drawing/2014/main" id="{94D73009-F238-2049-80F1-E0C896487887}"/>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253;p35">
              <a:extLst>
                <a:ext uri="{FF2B5EF4-FFF2-40B4-BE49-F238E27FC236}">
                  <a16:creationId xmlns:a16="http://schemas.microsoft.com/office/drawing/2014/main" id="{1D9AE074-5F21-2C1F-2D6B-A8AB7DD79241}"/>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254;p35">
              <a:extLst>
                <a:ext uri="{FF2B5EF4-FFF2-40B4-BE49-F238E27FC236}">
                  <a16:creationId xmlns:a16="http://schemas.microsoft.com/office/drawing/2014/main" id="{65983F3C-8CA1-8501-C955-A6A4434333FC}"/>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255;p35">
              <a:extLst>
                <a:ext uri="{FF2B5EF4-FFF2-40B4-BE49-F238E27FC236}">
                  <a16:creationId xmlns:a16="http://schemas.microsoft.com/office/drawing/2014/main" id="{86485E9C-1C7B-A9A5-C352-2D55411FE736}"/>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6;p35">
              <a:extLst>
                <a:ext uri="{FF2B5EF4-FFF2-40B4-BE49-F238E27FC236}">
                  <a16:creationId xmlns:a16="http://schemas.microsoft.com/office/drawing/2014/main" id="{1A4FF36D-547E-8D35-3DDD-DACC89A4C638}"/>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7;p35">
              <a:extLst>
                <a:ext uri="{FF2B5EF4-FFF2-40B4-BE49-F238E27FC236}">
                  <a16:creationId xmlns:a16="http://schemas.microsoft.com/office/drawing/2014/main" id="{14F9EA9C-2CBD-83B0-FDA0-692DF1B5A7D2}"/>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8;p35">
              <a:extLst>
                <a:ext uri="{FF2B5EF4-FFF2-40B4-BE49-F238E27FC236}">
                  <a16:creationId xmlns:a16="http://schemas.microsoft.com/office/drawing/2014/main" id="{F74E8D96-661E-5B5B-3A75-69E44E1BD46B}"/>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9;p35">
              <a:extLst>
                <a:ext uri="{FF2B5EF4-FFF2-40B4-BE49-F238E27FC236}">
                  <a16:creationId xmlns:a16="http://schemas.microsoft.com/office/drawing/2014/main" id="{C0D8C123-441B-9BEF-C83E-EA8F7250445F}"/>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60;p35">
              <a:extLst>
                <a:ext uri="{FF2B5EF4-FFF2-40B4-BE49-F238E27FC236}">
                  <a16:creationId xmlns:a16="http://schemas.microsoft.com/office/drawing/2014/main" id="{5256CD2B-C3E3-0B36-708A-F32EF6D3C742}"/>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61;p35">
              <a:extLst>
                <a:ext uri="{FF2B5EF4-FFF2-40B4-BE49-F238E27FC236}">
                  <a16:creationId xmlns:a16="http://schemas.microsoft.com/office/drawing/2014/main" id="{78E5923A-CBC6-D2E7-641B-247FE9647DB3}"/>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62;p35">
              <a:extLst>
                <a:ext uri="{FF2B5EF4-FFF2-40B4-BE49-F238E27FC236}">
                  <a16:creationId xmlns:a16="http://schemas.microsoft.com/office/drawing/2014/main" id="{8790D066-40D7-11AB-3A0B-701CF36256DE}"/>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63;p35">
              <a:extLst>
                <a:ext uri="{FF2B5EF4-FFF2-40B4-BE49-F238E27FC236}">
                  <a16:creationId xmlns:a16="http://schemas.microsoft.com/office/drawing/2014/main" id="{EB6593F9-A0F3-FD0E-F45E-1EB0D0CD62C7}"/>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64;p35">
              <a:extLst>
                <a:ext uri="{FF2B5EF4-FFF2-40B4-BE49-F238E27FC236}">
                  <a16:creationId xmlns:a16="http://schemas.microsoft.com/office/drawing/2014/main" id="{995AA5BF-A123-C537-7850-F0ABFF38F728}"/>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5;p35">
              <a:extLst>
                <a:ext uri="{FF2B5EF4-FFF2-40B4-BE49-F238E27FC236}">
                  <a16:creationId xmlns:a16="http://schemas.microsoft.com/office/drawing/2014/main" id="{A6E0CC21-6BF3-7524-B2A2-9EF78C6EB656}"/>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6;p35">
              <a:extLst>
                <a:ext uri="{FF2B5EF4-FFF2-40B4-BE49-F238E27FC236}">
                  <a16:creationId xmlns:a16="http://schemas.microsoft.com/office/drawing/2014/main" id="{053C6AF0-0827-C4AC-8F0D-D4F712BDCD78}"/>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7;p35">
              <a:extLst>
                <a:ext uri="{FF2B5EF4-FFF2-40B4-BE49-F238E27FC236}">
                  <a16:creationId xmlns:a16="http://schemas.microsoft.com/office/drawing/2014/main" id="{B9CE56D6-F93F-638A-FDC3-1EC0A0A1F5B9}"/>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8;p35">
              <a:extLst>
                <a:ext uri="{FF2B5EF4-FFF2-40B4-BE49-F238E27FC236}">
                  <a16:creationId xmlns:a16="http://schemas.microsoft.com/office/drawing/2014/main" id="{EC52ADFF-A2E1-6AE0-EE68-118CB2A850E0}"/>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9;p35">
              <a:extLst>
                <a:ext uri="{FF2B5EF4-FFF2-40B4-BE49-F238E27FC236}">
                  <a16:creationId xmlns:a16="http://schemas.microsoft.com/office/drawing/2014/main" id="{3F4EE720-0211-5949-89E0-29A3279BB93E}"/>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70;p35">
              <a:extLst>
                <a:ext uri="{FF2B5EF4-FFF2-40B4-BE49-F238E27FC236}">
                  <a16:creationId xmlns:a16="http://schemas.microsoft.com/office/drawing/2014/main" id="{FCFC5130-0AB0-78A6-142D-20976EDAD7FF}"/>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71;p35">
              <a:extLst>
                <a:ext uri="{FF2B5EF4-FFF2-40B4-BE49-F238E27FC236}">
                  <a16:creationId xmlns:a16="http://schemas.microsoft.com/office/drawing/2014/main" id="{CA70231A-CE2D-E361-C038-0B45E5FA169C}"/>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72;p35">
              <a:extLst>
                <a:ext uri="{FF2B5EF4-FFF2-40B4-BE49-F238E27FC236}">
                  <a16:creationId xmlns:a16="http://schemas.microsoft.com/office/drawing/2014/main" id="{94A0A854-03E1-E3B0-CEBF-2B9FBA098ABE}"/>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73;p35">
              <a:extLst>
                <a:ext uri="{FF2B5EF4-FFF2-40B4-BE49-F238E27FC236}">
                  <a16:creationId xmlns:a16="http://schemas.microsoft.com/office/drawing/2014/main" id="{9FAC8DCE-AA1D-49D2-7A02-CA5115C30282}"/>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74;p35">
              <a:extLst>
                <a:ext uri="{FF2B5EF4-FFF2-40B4-BE49-F238E27FC236}">
                  <a16:creationId xmlns:a16="http://schemas.microsoft.com/office/drawing/2014/main" id="{D8FD125C-04F6-9689-D3A0-9C9480713A16}"/>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5;p35">
              <a:extLst>
                <a:ext uri="{FF2B5EF4-FFF2-40B4-BE49-F238E27FC236}">
                  <a16:creationId xmlns:a16="http://schemas.microsoft.com/office/drawing/2014/main" id="{CA7816B2-0F1A-A421-9DA5-F09343F88DFC}"/>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6;p35">
              <a:extLst>
                <a:ext uri="{FF2B5EF4-FFF2-40B4-BE49-F238E27FC236}">
                  <a16:creationId xmlns:a16="http://schemas.microsoft.com/office/drawing/2014/main" id="{E3DFA4A4-3E11-494D-79D5-EA9E4C9C6795}"/>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7;p35">
              <a:extLst>
                <a:ext uri="{FF2B5EF4-FFF2-40B4-BE49-F238E27FC236}">
                  <a16:creationId xmlns:a16="http://schemas.microsoft.com/office/drawing/2014/main" id="{1EBB2B99-1B46-A1D9-AC0B-764E3371237F}"/>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8;p35">
              <a:extLst>
                <a:ext uri="{FF2B5EF4-FFF2-40B4-BE49-F238E27FC236}">
                  <a16:creationId xmlns:a16="http://schemas.microsoft.com/office/drawing/2014/main" id="{1B999BA4-57F1-6D12-37D3-2A77F5D58941}"/>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9;p35">
              <a:extLst>
                <a:ext uri="{FF2B5EF4-FFF2-40B4-BE49-F238E27FC236}">
                  <a16:creationId xmlns:a16="http://schemas.microsoft.com/office/drawing/2014/main" id="{963004FD-FB0C-31DD-E947-C6A6F9EAFFB8}"/>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80;p35">
              <a:extLst>
                <a:ext uri="{FF2B5EF4-FFF2-40B4-BE49-F238E27FC236}">
                  <a16:creationId xmlns:a16="http://schemas.microsoft.com/office/drawing/2014/main" id="{532DC398-EF0A-AF6C-3AFD-10E2346CF1ED}"/>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81;p35">
              <a:extLst>
                <a:ext uri="{FF2B5EF4-FFF2-40B4-BE49-F238E27FC236}">
                  <a16:creationId xmlns:a16="http://schemas.microsoft.com/office/drawing/2014/main" id="{44B768B4-4B11-45BB-0F02-27187ADBCCA3}"/>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82;p35">
              <a:extLst>
                <a:ext uri="{FF2B5EF4-FFF2-40B4-BE49-F238E27FC236}">
                  <a16:creationId xmlns:a16="http://schemas.microsoft.com/office/drawing/2014/main" id="{D95095AE-0877-08B7-14DD-A86306B65479}"/>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83;p35">
              <a:extLst>
                <a:ext uri="{FF2B5EF4-FFF2-40B4-BE49-F238E27FC236}">
                  <a16:creationId xmlns:a16="http://schemas.microsoft.com/office/drawing/2014/main" id="{B0B513E8-CE4A-7BDC-7952-EDAA0DAA69AE}"/>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84;p35">
              <a:extLst>
                <a:ext uri="{FF2B5EF4-FFF2-40B4-BE49-F238E27FC236}">
                  <a16:creationId xmlns:a16="http://schemas.microsoft.com/office/drawing/2014/main" id="{7ABE10D4-AB1A-288B-6510-770B3DE19415}"/>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5;p35">
              <a:extLst>
                <a:ext uri="{FF2B5EF4-FFF2-40B4-BE49-F238E27FC236}">
                  <a16:creationId xmlns:a16="http://schemas.microsoft.com/office/drawing/2014/main" id="{27198B3D-8895-FB6F-B73D-E9A40BEF62D7}"/>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6;p35">
              <a:extLst>
                <a:ext uri="{FF2B5EF4-FFF2-40B4-BE49-F238E27FC236}">
                  <a16:creationId xmlns:a16="http://schemas.microsoft.com/office/drawing/2014/main" id="{56A4BC4A-FA00-59DC-BFD1-8F84201C8323}"/>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7;p35">
              <a:extLst>
                <a:ext uri="{FF2B5EF4-FFF2-40B4-BE49-F238E27FC236}">
                  <a16:creationId xmlns:a16="http://schemas.microsoft.com/office/drawing/2014/main" id="{739597E9-FD6E-B155-36CD-66172CAF4304}"/>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8;p35">
              <a:extLst>
                <a:ext uri="{FF2B5EF4-FFF2-40B4-BE49-F238E27FC236}">
                  <a16:creationId xmlns:a16="http://schemas.microsoft.com/office/drawing/2014/main" id="{22968B64-793B-5558-7A37-89B66CA87260}"/>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9;p35">
              <a:extLst>
                <a:ext uri="{FF2B5EF4-FFF2-40B4-BE49-F238E27FC236}">
                  <a16:creationId xmlns:a16="http://schemas.microsoft.com/office/drawing/2014/main" id="{D29A1523-7CCC-3442-3AE0-8EA14C4E29B1}"/>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90;p35">
              <a:extLst>
                <a:ext uri="{FF2B5EF4-FFF2-40B4-BE49-F238E27FC236}">
                  <a16:creationId xmlns:a16="http://schemas.microsoft.com/office/drawing/2014/main" id="{CFFA3155-FD9B-4D1C-82B8-F8D4B50CEBBE}"/>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91;p35">
              <a:extLst>
                <a:ext uri="{FF2B5EF4-FFF2-40B4-BE49-F238E27FC236}">
                  <a16:creationId xmlns:a16="http://schemas.microsoft.com/office/drawing/2014/main" id="{46A2F204-84C4-0CD0-0D63-9624ADC58EF1}"/>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92;p35">
              <a:extLst>
                <a:ext uri="{FF2B5EF4-FFF2-40B4-BE49-F238E27FC236}">
                  <a16:creationId xmlns:a16="http://schemas.microsoft.com/office/drawing/2014/main" id="{DC349397-E6BD-0A9D-765C-532F4EE63AE4}"/>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93;p35">
              <a:extLst>
                <a:ext uri="{FF2B5EF4-FFF2-40B4-BE49-F238E27FC236}">
                  <a16:creationId xmlns:a16="http://schemas.microsoft.com/office/drawing/2014/main" id="{087DB156-346A-E4C4-87E9-09348E8E7BFD}"/>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94;p35">
              <a:extLst>
                <a:ext uri="{FF2B5EF4-FFF2-40B4-BE49-F238E27FC236}">
                  <a16:creationId xmlns:a16="http://schemas.microsoft.com/office/drawing/2014/main" id="{3CFF6E04-3DFE-AB23-B851-85F5FAA36BCD}"/>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5;p35">
              <a:extLst>
                <a:ext uri="{FF2B5EF4-FFF2-40B4-BE49-F238E27FC236}">
                  <a16:creationId xmlns:a16="http://schemas.microsoft.com/office/drawing/2014/main" id="{92E6DC36-A76A-7E28-FDD2-FF42795C62F9}"/>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6;p35">
              <a:extLst>
                <a:ext uri="{FF2B5EF4-FFF2-40B4-BE49-F238E27FC236}">
                  <a16:creationId xmlns:a16="http://schemas.microsoft.com/office/drawing/2014/main" id="{5872CC89-67D4-F8D4-446D-CBD9F1D4E19C}"/>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7;p35">
              <a:extLst>
                <a:ext uri="{FF2B5EF4-FFF2-40B4-BE49-F238E27FC236}">
                  <a16:creationId xmlns:a16="http://schemas.microsoft.com/office/drawing/2014/main" id="{A17C92AD-4F5E-E5FE-0ABF-507A4F77FAFD}"/>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8;p35">
              <a:extLst>
                <a:ext uri="{FF2B5EF4-FFF2-40B4-BE49-F238E27FC236}">
                  <a16:creationId xmlns:a16="http://schemas.microsoft.com/office/drawing/2014/main" id="{65581229-BAAA-5410-2EDA-9122D56548C1}"/>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9;p35">
              <a:extLst>
                <a:ext uri="{FF2B5EF4-FFF2-40B4-BE49-F238E27FC236}">
                  <a16:creationId xmlns:a16="http://schemas.microsoft.com/office/drawing/2014/main" id="{E10164A1-A86C-D926-E1B7-D4DD7A8F8B6F}"/>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300;p35">
              <a:extLst>
                <a:ext uri="{FF2B5EF4-FFF2-40B4-BE49-F238E27FC236}">
                  <a16:creationId xmlns:a16="http://schemas.microsoft.com/office/drawing/2014/main" id="{0F479877-8C5F-2B1F-BAE8-105A605FC4FA}"/>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301;p35">
              <a:extLst>
                <a:ext uri="{FF2B5EF4-FFF2-40B4-BE49-F238E27FC236}">
                  <a16:creationId xmlns:a16="http://schemas.microsoft.com/office/drawing/2014/main" id="{83369823-6CD6-D58D-A924-8D3CB2AB5CE4}"/>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302;p35">
              <a:extLst>
                <a:ext uri="{FF2B5EF4-FFF2-40B4-BE49-F238E27FC236}">
                  <a16:creationId xmlns:a16="http://schemas.microsoft.com/office/drawing/2014/main" id="{92258B5F-4DD1-8315-03FF-625796F917EE}"/>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303;p35">
              <a:extLst>
                <a:ext uri="{FF2B5EF4-FFF2-40B4-BE49-F238E27FC236}">
                  <a16:creationId xmlns:a16="http://schemas.microsoft.com/office/drawing/2014/main" id="{433048E0-B53F-C505-4D4E-0AEFBC8F7163}"/>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4;p35">
              <a:extLst>
                <a:ext uri="{FF2B5EF4-FFF2-40B4-BE49-F238E27FC236}">
                  <a16:creationId xmlns:a16="http://schemas.microsoft.com/office/drawing/2014/main" id="{C5A7DE18-535C-AE4E-BBBD-A379BECDFC97}"/>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5;p35">
              <a:extLst>
                <a:ext uri="{FF2B5EF4-FFF2-40B4-BE49-F238E27FC236}">
                  <a16:creationId xmlns:a16="http://schemas.microsoft.com/office/drawing/2014/main" id="{405BA5F6-9BEF-6FF7-D722-DFFB34F43C44}"/>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6;p35">
              <a:extLst>
                <a:ext uri="{FF2B5EF4-FFF2-40B4-BE49-F238E27FC236}">
                  <a16:creationId xmlns:a16="http://schemas.microsoft.com/office/drawing/2014/main" id="{1481DEF9-4380-DDA6-25EF-3E2EA186304E}"/>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7;p35">
              <a:extLst>
                <a:ext uri="{FF2B5EF4-FFF2-40B4-BE49-F238E27FC236}">
                  <a16:creationId xmlns:a16="http://schemas.microsoft.com/office/drawing/2014/main" id="{6B991C4E-201E-EDB2-7F78-803312641119}"/>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8;p35">
              <a:extLst>
                <a:ext uri="{FF2B5EF4-FFF2-40B4-BE49-F238E27FC236}">
                  <a16:creationId xmlns:a16="http://schemas.microsoft.com/office/drawing/2014/main" id="{CD5A67BD-09B7-0093-7ED4-58D9621FBCC8}"/>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9;p35">
              <a:extLst>
                <a:ext uri="{FF2B5EF4-FFF2-40B4-BE49-F238E27FC236}">
                  <a16:creationId xmlns:a16="http://schemas.microsoft.com/office/drawing/2014/main" id="{46D65560-0E04-F901-38BF-97FBD3B425F2}"/>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10;p35">
              <a:extLst>
                <a:ext uri="{FF2B5EF4-FFF2-40B4-BE49-F238E27FC236}">
                  <a16:creationId xmlns:a16="http://schemas.microsoft.com/office/drawing/2014/main" id="{AF294007-3078-CFB9-A352-A5B3844FEBC3}"/>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11;p35">
              <a:extLst>
                <a:ext uri="{FF2B5EF4-FFF2-40B4-BE49-F238E27FC236}">
                  <a16:creationId xmlns:a16="http://schemas.microsoft.com/office/drawing/2014/main" id="{D691E70D-D88D-DFD0-9F4F-66A004102E04}"/>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12;p35">
              <a:extLst>
                <a:ext uri="{FF2B5EF4-FFF2-40B4-BE49-F238E27FC236}">
                  <a16:creationId xmlns:a16="http://schemas.microsoft.com/office/drawing/2014/main" id="{82232847-7E1B-9BD4-7CE6-1D82EC56504E}"/>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13;p35">
              <a:extLst>
                <a:ext uri="{FF2B5EF4-FFF2-40B4-BE49-F238E27FC236}">
                  <a16:creationId xmlns:a16="http://schemas.microsoft.com/office/drawing/2014/main" id="{02B1C80D-E64D-32DF-E4E7-F5C5F77B1BF0}"/>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4;p35">
              <a:extLst>
                <a:ext uri="{FF2B5EF4-FFF2-40B4-BE49-F238E27FC236}">
                  <a16:creationId xmlns:a16="http://schemas.microsoft.com/office/drawing/2014/main" id="{F0C395FA-8DF0-93B1-BF96-BCFEC4461CF9}"/>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5;p35">
              <a:extLst>
                <a:ext uri="{FF2B5EF4-FFF2-40B4-BE49-F238E27FC236}">
                  <a16:creationId xmlns:a16="http://schemas.microsoft.com/office/drawing/2014/main" id="{E38BA80D-82AB-EE98-6C96-C94EE8F2192A}"/>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6;p35">
              <a:extLst>
                <a:ext uri="{FF2B5EF4-FFF2-40B4-BE49-F238E27FC236}">
                  <a16:creationId xmlns:a16="http://schemas.microsoft.com/office/drawing/2014/main" id="{0AF8A3A6-19DC-8A9D-A2AD-7777B0F49C7C}"/>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7;p35">
              <a:extLst>
                <a:ext uri="{FF2B5EF4-FFF2-40B4-BE49-F238E27FC236}">
                  <a16:creationId xmlns:a16="http://schemas.microsoft.com/office/drawing/2014/main" id="{B0B2416D-60F1-56E3-B45C-C041803AC3C4}"/>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8;p35">
              <a:extLst>
                <a:ext uri="{FF2B5EF4-FFF2-40B4-BE49-F238E27FC236}">
                  <a16:creationId xmlns:a16="http://schemas.microsoft.com/office/drawing/2014/main" id="{76BDF215-2374-20CE-2A4E-72F1B6CD893A}"/>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9;p35">
              <a:extLst>
                <a:ext uri="{FF2B5EF4-FFF2-40B4-BE49-F238E27FC236}">
                  <a16:creationId xmlns:a16="http://schemas.microsoft.com/office/drawing/2014/main" id="{2D4D4663-B066-3653-6752-977754372C81}"/>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20;p35">
              <a:extLst>
                <a:ext uri="{FF2B5EF4-FFF2-40B4-BE49-F238E27FC236}">
                  <a16:creationId xmlns:a16="http://schemas.microsoft.com/office/drawing/2014/main" id="{CE3CF6EA-59D8-372D-D678-8D8FC84B61DD}"/>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9" name="Google Shape;173;p17">
            <a:extLst>
              <a:ext uri="{FF2B5EF4-FFF2-40B4-BE49-F238E27FC236}">
                <a16:creationId xmlns:a16="http://schemas.microsoft.com/office/drawing/2014/main" id="{E2723F23-7DE4-2208-FB15-78588F7F544E}"/>
              </a:ext>
            </a:extLst>
          </p:cNvPr>
          <p:cNvGrpSpPr/>
          <p:nvPr/>
        </p:nvGrpSpPr>
        <p:grpSpPr>
          <a:xfrm>
            <a:off x="2577584" y="1336265"/>
            <a:ext cx="456633" cy="439203"/>
            <a:chOff x="3266838" y="2089868"/>
            <a:chExt cx="456633" cy="439203"/>
          </a:xfrm>
        </p:grpSpPr>
        <p:sp>
          <p:nvSpPr>
            <p:cNvPr id="2240" name="Google Shape;174;p17">
              <a:extLst>
                <a:ext uri="{FF2B5EF4-FFF2-40B4-BE49-F238E27FC236}">
                  <a16:creationId xmlns:a16="http://schemas.microsoft.com/office/drawing/2014/main" id="{6519BD8C-5B0E-B8DB-7215-97F6DA7D7E20}"/>
                </a:ext>
              </a:extLst>
            </p:cNvPr>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175;p17">
              <a:extLst>
                <a:ext uri="{FF2B5EF4-FFF2-40B4-BE49-F238E27FC236}">
                  <a16:creationId xmlns:a16="http://schemas.microsoft.com/office/drawing/2014/main" id="{9AEE6471-72C3-0F7D-728E-3E3DF09BE808}"/>
                </a:ext>
              </a:extLst>
            </p:cNvPr>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176;p17">
              <a:extLst>
                <a:ext uri="{FF2B5EF4-FFF2-40B4-BE49-F238E27FC236}">
                  <a16:creationId xmlns:a16="http://schemas.microsoft.com/office/drawing/2014/main" id="{9E477150-8CBC-BFFB-7F95-B0D3980D3791}"/>
                </a:ext>
              </a:extLst>
            </p:cNvPr>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177;p17">
              <a:extLst>
                <a:ext uri="{FF2B5EF4-FFF2-40B4-BE49-F238E27FC236}">
                  <a16:creationId xmlns:a16="http://schemas.microsoft.com/office/drawing/2014/main" id="{A93C2813-BC4B-4CA0-4010-2BD768D28608}"/>
                </a:ext>
              </a:extLst>
            </p:cNvPr>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178;p17">
              <a:extLst>
                <a:ext uri="{FF2B5EF4-FFF2-40B4-BE49-F238E27FC236}">
                  <a16:creationId xmlns:a16="http://schemas.microsoft.com/office/drawing/2014/main" id="{14C88F0F-5B5E-88D6-EA9F-58A0CD1581F3}"/>
                </a:ext>
              </a:extLst>
            </p:cNvPr>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179;p17">
              <a:extLst>
                <a:ext uri="{FF2B5EF4-FFF2-40B4-BE49-F238E27FC236}">
                  <a16:creationId xmlns:a16="http://schemas.microsoft.com/office/drawing/2014/main" id="{D151C812-FFBB-4AA5-FDDA-32F33B05CF7B}"/>
                </a:ext>
              </a:extLst>
            </p:cNvPr>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180;p17">
              <a:extLst>
                <a:ext uri="{FF2B5EF4-FFF2-40B4-BE49-F238E27FC236}">
                  <a16:creationId xmlns:a16="http://schemas.microsoft.com/office/drawing/2014/main" id="{8115B7AF-3D47-4E3B-7819-D673C16D5DFB}"/>
                </a:ext>
              </a:extLst>
            </p:cNvPr>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181;p17">
              <a:extLst>
                <a:ext uri="{FF2B5EF4-FFF2-40B4-BE49-F238E27FC236}">
                  <a16:creationId xmlns:a16="http://schemas.microsoft.com/office/drawing/2014/main" id="{31014081-66FA-B39A-7685-3C1D04FFFF6A}"/>
                </a:ext>
              </a:extLst>
            </p:cNvPr>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182;p17">
              <a:extLst>
                <a:ext uri="{FF2B5EF4-FFF2-40B4-BE49-F238E27FC236}">
                  <a16:creationId xmlns:a16="http://schemas.microsoft.com/office/drawing/2014/main" id="{495219C2-29A5-DCEB-B324-947618B3A74D}"/>
                </a:ext>
              </a:extLst>
            </p:cNvPr>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183;p17">
              <a:extLst>
                <a:ext uri="{FF2B5EF4-FFF2-40B4-BE49-F238E27FC236}">
                  <a16:creationId xmlns:a16="http://schemas.microsoft.com/office/drawing/2014/main" id="{12224871-EA59-C79B-6C8F-C318968FFB79}"/>
                </a:ext>
              </a:extLst>
            </p:cNvPr>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184;p17">
              <a:extLst>
                <a:ext uri="{FF2B5EF4-FFF2-40B4-BE49-F238E27FC236}">
                  <a16:creationId xmlns:a16="http://schemas.microsoft.com/office/drawing/2014/main" id="{45533DD8-1ED7-3007-07F9-0CE89656F8FF}"/>
                </a:ext>
              </a:extLst>
            </p:cNvPr>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185;p17">
              <a:extLst>
                <a:ext uri="{FF2B5EF4-FFF2-40B4-BE49-F238E27FC236}">
                  <a16:creationId xmlns:a16="http://schemas.microsoft.com/office/drawing/2014/main" id="{8099C8F8-B9CE-1A49-B9B4-53655041C6B4}"/>
                </a:ext>
              </a:extLst>
            </p:cNvPr>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186;p17">
              <a:extLst>
                <a:ext uri="{FF2B5EF4-FFF2-40B4-BE49-F238E27FC236}">
                  <a16:creationId xmlns:a16="http://schemas.microsoft.com/office/drawing/2014/main" id="{4FF486CD-7A91-A2D3-72C2-D9C1FA374615}"/>
                </a:ext>
              </a:extLst>
            </p:cNvPr>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187;p17">
              <a:extLst>
                <a:ext uri="{FF2B5EF4-FFF2-40B4-BE49-F238E27FC236}">
                  <a16:creationId xmlns:a16="http://schemas.microsoft.com/office/drawing/2014/main" id="{075400E7-971C-FEDF-DD6A-1FA08B68A0E1}"/>
                </a:ext>
              </a:extLst>
            </p:cNvPr>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188;p17">
              <a:extLst>
                <a:ext uri="{FF2B5EF4-FFF2-40B4-BE49-F238E27FC236}">
                  <a16:creationId xmlns:a16="http://schemas.microsoft.com/office/drawing/2014/main" id="{058DD778-901F-851E-57D6-6DE5E605D97A}"/>
                </a:ext>
              </a:extLst>
            </p:cNvPr>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189;p17">
              <a:extLst>
                <a:ext uri="{FF2B5EF4-FFF2-40B4-BE49-F238E27FC236}">
                  <a16:creationId xmlns:a16="http://schemas.microsoft.com/office/drawing/2014/main" id="{694D7CD2-C4DB-DE21-296D-4699ABA737C8}"/>
                </a:ext>
              </a:extLst>
            </p:cNvPr>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190;p17">
              <a:extLst>
                <a:ext uri="{FF2B5EF4-FFF2-40B4-BE49-F238E27FC236}">
                  <a16:creationId xmlns:a16="http://schemas.microsoft.com/office/drawing/2014/main" id="{BBB97CB1-5569-3B9D-5F96-56C2AC2DB845}"/>
                </a:ext>
              </a:extLst>
            </p:cNvPr>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191;p17">
              <a:extLst>
                <a:ext uri="{FF2B5EF4-FFF2-40B4-BE49-F238E27FC236}">
                  <a16:creationId xmlns:a16="http://schemas.microsoft.com/office/drawing/2014/main" id="{8D332567-EE0F-23B5-6426-A98A6FE8678E}"/>
                </a:ext>
              </a:extLst>
            </p:cNvPr>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8" name="Google Shape;144;p17">
            <a:extLst>
              <a:ext uri="{FF2B5EF4-FFF2-40B4-BE49-F238E27FC236}">
                <a16:creationId xmlns:a16="http://schemas.microsoft.com/office/drawing/2014/main" id="{7C536096-E420-B8DD-7FD5-6936489B3B55}"/>
              </a:ext>
            </a:extLst>
          </p:cNvPr>
          <p:cNvGrpSpPr/>
          <p:nvPr/>
        </p:nvGrpSpPr>
        <p:grpSpPr>
          <a:xfrm>
            <a:off x="1943508" y="3477538"/>
            <a:ext cx="457182" cy="457212"/>
            <a:chOff x="2195817" y="2132165"/>
            <a:chExt cx="460451" cy="452864"/>
          </a:xfrm>
        </p:grpSpPr>
        <p:sp>
          <p:nvSpPr>
            <p:cNvPr id="2259" name="Google Shape;145;p17">
              <a:extLst>
                <a:ext uri="{FF2B5EF4-FFF2-40B4-BE49-F238E27FC236}">
                  <a16:creationId xmlns:a16="http://schemas.microsoft.com/office/drawing/2014/main" id="{53B0F2A2-94FA-5C8F-C18D-A077BA8532E8}"/>
                </a:ext>
              </a:extLst>
            </p:cNvPr>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146;p17">
              <a:extLst>
                <a:ext uri="{FF2B5EF4-FFF2-40B4-BE49-F238E27FC236}">
                  <a16:creationId xmlns:a16="http://schemas.microsoft.com/office/drawing/2014/main" id="{66599E9E-6E3E-1134-9F69-69D17DECD5CC}"/>
                </a:ext>
              </a:extLst>
            </p:cNvPr>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147;p17">
              <a:extLst>
                <a:ext uri="{FF2B5EF4-FFF2-40B4-BE49-F238E27FC236}">
                  <a16:creationId xmlns:a16="http://schemas.microsoft.com/office/drawing/2014/main" id="{80D11A55-AEDB-6FBC-7AC8-51D3E35D5214}"/>
                </a:ext>
              </a:extLst>
            </p:cNvPr>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148;p17">
              <a:extLst>
                <a:ext uri="{FF2B5EF4-FFF2-40B4-BE49-F238E27FC236}">
                  <a16:creationId xmlns:a16="http://schemas.microsoft.com/office/drawing/2014/main" id="{A59F17B9-DD71-FCEE-06E3-FED4485EF813}"/>
                </a:ext>
              </a:extLst>
            </p:cNvPr>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149;p17">
              <a:extLst>
                <a:ext uri="{FF2B5EF4-FFF2-40B4-BE49-F238E27FC236}">
                  <a16:creationId xmlns:a16="http://schemas.microsoft.com/office/drawing/2014/main" id="{A983E71D-CE3C-47E7-3921-040FBB8BAB12}"/>
                </a:ext>
              </a:extLst>
            </p:cNvPr>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150;p17">
              <a:extLst>
                <a:ext uri="{FF2B5EF4-FFF2-40B4-BE49-F238E27FC236}">
                  <a16:creationId xmlns:a16="http://schemas.microsoft.com/office/drawing/2014/main" id="{FED4A647-A737-246A-0BA2-E7253CA013D1}"/>
                </a:ext>
              </a:extLst>
            </p:cNvPr>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151;p17">
              <a:extLst>
                <a:ext uri="{FF2B5EF4-FFF2-40B4-BE49-F238E27FC236}">
                  <a16:creationId xmlns:a16="http://schemas.microsoft.com/office/drawing/2014/main" id="{5041CC44-5D9F-14EE-929E-67428C451E60}"/>
                </a:ext>
              </a:extLst>
            </p:cNvPr>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152;p17">
              <a:extLst>
                <a:ext uri="{FF2B5EF4-FFF2-40B4-BE49-F238E27FC236}">
                  <a16:creationId xmlns:a16="http://schemas.microsoft.com/office/drawing/2014/main" id="{08D0AE05-1919-E46C-B943-343894F3048C}"/>
                </a:ext>
              </a:extLst>
            </p:cNvPr>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153;p17">
              <a:extLst>
                <a:ext uri="{FF2B5EF4-FFF2-40B4-BE49-F238E27FC236}">
                  <a16:creationId xmlns:a16="http://schemas.microsoft.com/office/drawing/2014/main" id="{B569EEAE-BB6F-AE0B-E8A6-82977ABE9731}"/>
                </a:ext>
              </a:extLst>
            </p:cNvPr>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154;p17">
              <a:extLst>
                <a:ext uri="{FF2B5EF4-FFF2-40B4-BE49-F238E27FC236}">
                  <a16:creationId xmlns:a16="http://schemas.microsoft.com/office/drawing/2014/main" id="{193985C4-BDEB-B01D-A237-D1929DC75D5B}"/>
                </a:ext>
              </a:extLst>
            </p:cNvPr>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155;p17">
              <a:extLst>
                <a:ext uri="{FF2B5EF4-FFF2-40B4-BE49-F238E27FC236}">
                  <a16:creationId xmlns:a16="http://schemas.microsoft.com/office/drawing/2014/main" id="{7920AB65-0666-183F-AD56-498CCDEC41AE}"/>
                </a:ext>
              </a:extLst>
            </p:cNvPr>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156;p17">
              <a:extLst>
                <a:ext uri="{FF2B5EF4-FFF2-40B4-BE49-F238E27FC236}">
                  <a16:creationId xmlns:a16="http://schemas.microsoft.com/office/drawing/2014/main" id="{9216DC3F-A3DE-13F8-B41D-3AB131A8781A}"/>
                </a:ext>
              </a:extLst>
            </p:cNvPr>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157;p17">
              <a:extLst>
                <a:ext uri="{FF2B5EF4-FFF2-40B4-BE49-F238E27FC236}">
                  <a16:creationId xmlns:a16="http://schemas.microsoft.com/office/drawing/2014/main" id="{565E974C-692A-2D60-8529-91B4C89C80BA}"/>
                </a:ext>
              </a:extLst>
            </p:cNvPr>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158;p17">
              <a:extLst>
                <a:ext uri="{FF2B5EF4-FFF2-40B4-BE49-F238E27FC236}">
                  <a16:creationId xmlns:a16="http://schemas.microsoft.com/office/drawing/2014/main" id="{C1D4517A-C478-5759-FE55-1B91B145A11E}"/>
                </a:ext>
              </a:extLst>
            </p:cNvPr>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159;p17">
              <a:extLst>
                <a:ext uri="{FF2B5EF4-FFF2-40B4-BE49-F238E27FC236}">
                  <a16:creationId xmlns:a16="http://schemas.microsoft.com/office/drawing/2014/main" id="{031886AF-B548-7CD1-CFCF-93E2B3EFED8D}"/>
                </a:ext>
              </a:extLst>
            </p:cNvPr>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160;p17">
              <a:extLst>
                <a:ext uri="{FF2B5EF4-FFF2-40B4-BE49-F238E27FC236}">
                  <a16:creationId xmlns:a16="http://schemas.microsoft.com/office/drawing/2014/main" id="{5052F208-1656-234C-E09E-05CA574423E4}"/>
                </a:ext>
              </a:extLst>
            </p:cNvPr>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161;p17">
              <a:extLst>
                <a:ext uri="{FF2B5EF4-FFF2-40B4-BE49-F238E27FC236}">
                  <a16:creationId xmlns:a16="http://schemas.microsoft.com/office/drawing/2014/main" id="{9A9FAE70-46BE-3E86-075C-01B5404E7D15}"/>
                </a:ext>
              </a:extLst>
            </p:cNvPr>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162;p17">
              <a:extLst>
                <a:ext uri="{FF2B5EF4-FFF2-40B4-BE49-F238E27FC236}">
                  <a16:creationId xmlns:a16="http://schemas.microsoft.com/office/drawing/2014/main" id="{CBE65CE5-565D-6AF5-A5C1-D03437229DBB}"/>
                </a:ext>
              </a:extLst>
            </p:cNvPr>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163;p17">
              <a:extLst>
                <a:ext uri="{FF2B5EF4-FFF2-40B4-BE49-F238E27FC236}">
                  <a16:creationId xmlns:a16="http://schemas.microsoft.com/office/drawing/2014/main" id="{C4CBF9E9-323E-B65E-292B-C3E59F983065}"/>
                </a:ext>
              </a:extLst>
            </p:cNvPr>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164;p17">
              <a:extLst>
                <a:ext uri="{FF2B5EF4-FFF2-40B4-BE49-F238E27FC236}">
                  <a16:creationId xmlns:a16="http://schemas.microsoft.com/office/drawing/2014/main" id="{62A925B0-2C1D-9F7D-7048-8373FBE0AC31}"/>
                </a:ext>
              </a:extLst>
            </p:cNvPr>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165;p17">
              <a:extLst>
                <a:ext uri="{FF2B5EF4-FFF2-40B4-BE49-F238E27FC236}">
                  <a16:creationId xmlns:a16="http://schemas.microsoft.com/office/drawing/2014/main" id="{0B580C17-9CA7-3A39-B959-A42915384FFE}"/>
                </a:ext>
              </a:extLst>
            </p:cNvPr>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166;p17">
              <a:extLst>
                <a:ext uri="{FF2B5EF4-FFF2-40B4-BE49-F238E27FC236}">
                  <a16:creationId xmlns:a16="http://schemas.microsoft.com/office/drawing/2014/main" id="{EE8A0633-C5DF-9EA8-DF3A-218FD11C53E2}"/>
                </a:ext>
              </a:extLst>
            </p:cNvPr>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167;p17">
              <a:extLst>
                <a:ext uri="{FF2B5EF4-FFF2-40B4-BE49-F238E27FC236}">
                  <a16:creationId xmlns:a16="http://schemas.microsoft.com/office/drawing/2014/main" id="{B979E8E7-31FC-69AF-5328-D0410A7DE461}"/>
                </a:ext>
              </a:extLst>
            </p:cNvPr>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168;p17">
              <a:extLst>
                <a:ext uri="{FF2B5EF4-FFF2-40B4-BE49-F238E27FC236}">
                  <a16:creationId xmlns:a16="http://schemas.microsoft.com/office/drawing/2014/main" id="{E214D720-E956-79C0-CE5D-B0E14B35803E}"/>
                </a:ext>
              </a:extLst>
            </p:cNvPr>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169;p17">
              <a:extLst>
                <a:ext uri="{FF2B5EF4-FFF2-40B4-BE49-F238E27FC236}">
                  <a16:creationId xmlns:a16="http://schemas.microsoft.com/office/drawing/2014/main" id="{C6B8876F-3F56-4289-8591-2EF145D5B991}"/>
                </a:ext>
              </a:extLst>
            </p:cNvPr>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170;p17">
              <a:extLst>
                <a:ext uri="{FF2B5EF4-FFF2-40B4-BE49-F238E27FC236}">
                  <a16:creationId xmlns:a16="http://schemas.microsoft.com/office/drawing/2014/main" id="{EE1B3E44-4633-A584-ED13-FE4FF8CCA374}"/>
                </a:ext>
              </a:extLst>
            </p:cNvPr>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171;p17">
              <a:extLst>
                <a:ext uri="{FF2B5EF4-FFF2-40B4-BE49-F238E27FC236}">
                  <a16:creationId xmlns:a16="http://schemas.microsoft.com/office/drawing/2014/main" id="{2845036F-ECD7-3E18-06A0-125703188609}"/>
                </a:ext>
              </a:extLst>
            </p:cNvPr>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172;p17">
              <a:extLst>
                <a:ext uri="{FF2B5EF4-FFF2-40B4-BE49-F238E27FC236}">
                  <a16:creationId xmlns:a16="http://schemas.microsoft.com/office/drawing/2014/main" id="{0A8589C6-C52F-DFA2-BD4A-61ACF6E39758}"/>
                </a:ext>
              </a:extLst>
            </p:cNvPr>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7" name="Google Shape;215;p17">
            <a:extLst>
              <a:ext uri="{FF2B5EF4-FFF2-40B4-BE49-F238E27FC236}">
                <a16:creationId xmlns:a16="http://schemas.microsoft.com/office/drawing/2014/main" id="{B33B3F14-1FED-B76A-0315-942752FDFBA0}"/>
              </a:ext>
            </a:extLst>
          </p:cNvPr>
          <p:cNvGrpSpPr/>
          <p:nvPr/>
        </p:nvGrpSpPr>
        <p:grpSpPr>
          <a:xfrm>
            <a:off x="339353" y="2492776"/>
            <a:ext cx="455177" cy="413953"/>
            <a:chOff x="4705178" y="2485990"/>
            <a:chExt cx="455177" cy="413953"/>
          </a:xfrm>
        </p:grpSpPr>
        <p:sp>
          <p:nvSpPr>
            <p:cNvPr id="2288" name="Google Shape;216;p17">
              <a:extLst>
                <a:ext uri="{FF2B5EF4-FFF2-40B4-BE49-F238E27FC236}">
                  <a16:creationId xmlns:a16="http://schemas.microsoft.com/office/drawing/2014/main" id="{D3F2118C-EF41-1FDC-F581-46E2F26C214D}"/>
                </a:ext>
              </a:extLst>
            </p:cNvPr>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17;p17">
              <a:extLst>
                <a:ext uri="{FF2B5EF4-FFF2-40B4-BE49-F238E27FC236}">
                  <a16:creationId xmlns:a16="http://schemas.microsoft.com/office/drawing/2014/main" id="{82E55257-3C65-F66A-6DBA-64EF69A14725}"/>
                </a:ext>
              </a:extLst>
            </p:cNvPr>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18;p17">
              <a:extLst>
                <a:ext uri="{FF2B5EF4-FFF2-40B4-BE49-F238E27FC236}">
                  <a16:creationId xmlns:a16="http://schemas.microsoft.com/office/drawing/2014/main" id="{FC7B6274-2A8B-5B15-DFEA-EDB7498780A5}"/>
                </a:ext>
              </a:extLst>
            </p:cNvPr>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19;p17">
              <a:extLst>
                <a:ext uri="{FF2B5EF4-FFF2-40B4-BE49-F238E27FC236}">
                  <a16:creationId xmlns:a16="http://schemas.microsoft.com/office/drawing/2014/main" id="{2CFC5D6C-B7D4-301B-ABA4-BDF377BCD56C}"/>
                </a:ext>
              </a:extLst>
            </p:cNvPr>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0;p17">
              <a:extLst>
                <a:ext uri="{FF2B5EF4-FFF2-40B4-BE49-F238E27FC236}">
                  <a16:creationId xmlns:a16="http://schemas.microsoft.com/office/drawing/2014/main" id="{18389530-9E8B-4569-42BC-6149CDC1157A}"/>
                </a:ext>
              </a:extLst>
            </p:cNvPr>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1;p17">
              <a:extLst>
                <a:ext uri="{FF2B5EF4-FFF2-40B4-BE49-F238E27FC236}">
                  <a16:creationId xmlns:a16="http://schemas.microsoft.com/office/drawing/2014/main" id="{DE7CEF1C-B610-8A1F-2471-9DBF1F99AF50}"/>
                </a:ext>
              </a:extLst>
            </p:cNvPr>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2;p17">
              <a:extLst>
                <a:ext uri="{FF2B5EF4-FFF2-40B4-BE49-F238E27FC236}">
                  <a16:creationId xmlns:a16="http://schemas.microsoft.com/office/drawing/2014/main" id="{718B4467-EED6-83F3-C80F-602976CAC0C5}"/>
                </a:ext>
              </a:extLst>
            </p:cNvPr>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3;p17">
              <a:extLst>
                <a:ext uri="{FF2B5EF4-FFF2-40B4-BE49-F238E27FC236}">
                  <a16:creationId xmlns:a16="http://schemas.microsoft.com/office/drawing/2014/main" id="{28B25CEB-4730-611D-4717-0818FFBC66B4}"/>
                </a:ext>
              </a:extLst>
            </p:cNvPr>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4;p17">
              <a:extLst>
                <a:ext uri="{FF2B5EF4-FFF2-40B4-BE49-F238E27FC236}">
                  <a16:creationId xmlns:a16="http://schemas.microsoft.com/office/drawing/2014/main" id="{CA83E2C4-6874-9508-8BC1-54EB6EAACFE3}"/>
                </a:ext>
              </a:extLst>
            </p:cNvPr>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5;p17">
              <a:extLst>
                <a:ext uri="{FF2B5EF4-FFF2-40B4-BE49-F238E27FC236}">
                  <a16:creationId xmlns:a16="http://schemas.microsoft.com/office/drawing/2014/main" id="{33807927-3682-86BA-E576-0539E2A64A11}"/>
                </a:ext>
              </a:extLst>
            </p:cNvPr>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6;p17">
              <a:extLst>
                <a:ext uri="{FF2B5EF4-FFF2-40B4-BE49-F238E27FC236}">
                  <a16:creationId xmlns:a16="http://schemas.microsoft.com/office/drawing/2014/main" id="{1ED6B1DE-19B8-9D21-21F9-FA8A83EB3158}"/>
                </a:ext>
              </a:extLst>
            </p:cNvPr>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7;p17">
              <a:extLst>
                <a:ext uri="{FF2B5EF4-FFF2-40B4-BE49-F238E27FC236}">
                  <a16:creationId xmlns:a16="http://schemas.microsoft.com/office/drawing/2014/main" id="{2BA4CE33-C271-194F-3ED2-4A37D9FE1CE2}"/>
                </a:ext>
              </a:extLst>
            </p:cNvPr>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28;p17">
              <a:extLst>
                <a:ext uri="{FF2B5EF4-FFF2-40B4-BE49-F238E27FC236}">
                  <a16:creationId xmlns:a16="http://schemas.microsoft.com/office/drawing/2014/main" id="{FF039EC5-02DB-0AA4-3A97-7D15D695F2AD}"/>
                </a:ext>
              </a:extLst>
            </p:cNvPr>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29;p17">
              <a:extLst>
                <a:ext uri="{FF2B5EF4-FFF2-40B4-BE49-F238E27FC236}">
                  <a16:creationId xmlns:a16="http://schemas.microsoft.com/office/drawing/2014/main" id="{25769B8E-49F2-286A-971D-72B214614FD7}"/>
                </a:ext>
              </a:extLst>
            </p:cNvPr>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p17">
              <a:extLst>
                <a:ext uri="{FF2B5EF4-FFF2-40B4-BE49-F238E27FC236}">
                  <a16:creationId xmlns:a16="http://schemas.microsoft.com/office/drawing/2014/main" id="{6DBFA191-EE00-4B4D-9C1E-6080BECE19DC}"/>
                </a:ext>
              </a:extLst>
            </p:cNvPr>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1;p17">
              <a:extLst>
                <a:ext uri="{FF2B5EF4-FFF2-40B4-BE49-F238E27FC236}">
                  <a16:creationId xmlns:a16="http://schemas.microsoft.com/office/drawing/2014/main" id="{DEB8B981-2E4A-3AEC-2A4A-ABC1E9677B5B}"/>
                </a:ext>
              </a:extLst>
            </p:cNvPr>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2;p17">
              <a:extLst>
                <a:ext uri="{FF2B5EF4-FFF2-40B4-BE49-F238E27FC236}">
                  <a16:creationId xmlns:a16="http://schemas.microsoft.com/office/drawing/2014/main" id="{BED72E87-9A48-F298-3298-A3A8023C630C}"/>
                </a:ext>
              </a:extLst>
            </p:cNvPr>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3;p17">
              <a:extLst>
                <a:ext uri="{FF2B5EF4-FFF2-40B4-BE49-F238E27FC236}">
                  <a16:creationId xmlns:a16="http://schemas.microsoft.com/office/drawing/2014/main" id="{0AE45265-8311-F83F-05CA-2C75FB7350B8}"/>
                </a:ext>
              </a:extLst>
            </p:cNvPr>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4;p17">
              <a:extLst>
                <a:ext uri="{FF2B5EF4-FFF2-40B4-BE49-F238E27FC236}">
                  <a16:creationId xmlns:a16="http://schemas.microsoft.com/office/drawing/2014/main" id="{10175510-59C8-4DF8-6A66-6E77758C4307}"/>
                </a:ext>
              </a:extLst>
            </p:cNvPr>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5;p17">
              <a:extLst>
                <a:ext uri="{FF2B5EF4-FFF2-40B4-BE49-F238E27FC236}">
                  <a16:creationId xmlns:a16="http://schemas.microsoft.com/office/drawing/2014/main" id="{3C6E6C96-C35B-BF8B-1D48-6601D7EF707D}"/>
                </a:ext>
              </a:extLst>
            </p:cNvPr>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6;p17">
              <a:extLst>
                <a:ext uri="{FF2B5EF4-FFF2-40B4-BE49-F238E27FC236}">
                  <a16:creationId xmlns:a16="http://schemas.microsoft.com/office/drawing/2014/main" id="{CC8D937C-192E-8EB7-7CD7-BF43E0840A75}"/>
                </a:ext>
              </a:extLst>
            </p:cNvPr>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7;p17">
              <a:extLst>
                <a:ext uri="{FF2B5EF4-FFF2-40B4-BE49-F238E27FC236}">
                  <a16:creationId xmlns:a16="http://schemas.microsoft.com/office/drawing/2014/main" id="{B2F32281-1DD4-7D49-BBCF-BBE11DFE157D}"/>
                </a:ext>
              </a:extLst>
            </p:cNvPr>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8;p17">
              <a:extLst>
                <a:ext uri="{FF2B5EF4-FFF2-40B4-BE49-F238E27FC236}">
                  <a16:creationId xmlns:a16="http://schemas.microsoft.com/office/drawing/2014/main" id="{30BD2D58-2F6C-5F4C-B381-81831E6C4948}"/>
                </a:ext>
              </a:extLst>
            </p:cNvPr>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1" name="Google Shape;239;p17">
            <a:extLst>
              <a:ext uri="{FF2B5EF4-FFF2-40B4-BE49-F238E27FC236}">
                <a16:creationId xmlns:a16="http://schemas.microsoft.com/office/drawing/2014/main" id="{235A2BA0-F2FE-1AA4-CD04-0EC9EF26823D}"/>
              </a:ext>
            </a:extLst>
          </p:cNvPr>
          <p:cNvGrpSpPr/>
          <p:nvPr/>
        </p:nvGrpSpPr>
        <p:grpSpPr>
          <a:xfrm>
            <a:off x="8233721" y="996657"/>
            <a:ext cx="473766" cy="454057"/>
            <a:chOff x="2310542" y="2989951"/>
            <a:chExt cx="473766" cy="454057"/>
          </a:xfrm>
        </p:grpSpPr>
        <p:sp>
          <p:nvSpPr>
            <p:cNvPr id="2312" name="Google Shape;240;p17">
              <a:extLst>
                <a:ext uri="{FF2B5EF4-FFF2-40B4-BE49-F238E27FC236}">
                  <a16:creationId xmlns:a16="http://schemas.microsoft.com/office/drawing/2014/main" id="{96FB2E1D-97DD-E881-C1BB-46DB209D9930}"/>
                </a:ext>
              </a:extLst>
            </p:cNvPr>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41;p17">
              <a:extLst>
                <a:ext uri="{FF2B5EF4-FFF2-40B4-BE49-F238E27FC236}">
                  <a16:creationId xmlns:a16="http://schemas.microsoft.com/office/drawing/2014/main" id="{83D9ADB3-8FB4-575C-1FB6-90976A66F213}"/>
                </a:ext>
              </a:extLst>
            </p:cNvPr>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42;p17">
              <a:extLst>
                <a:ext uri="{FF2B5EF4-FFF2-40B4-BE49-F238E27FC236}">
                  <a16:creationId xmlns:a16="http://schemas.microsoft.com/office/drawing/2014/main" id="{0F17DAF7-DC37-F8B3-FFC4-E1663D612F6C}"/>
                </a:ext>
              </a:extLst>
            </p:cNvPr>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43;p17">
              <a:extLst>
                <a:ext uri="{FF2B5EF4-FFF2-40B4-BE49-F238E27FC236}">
                  <a16:creationId xmlns:a16="http://schemas.microsoft.com/office/drawing/2014/main" id="{4A34813E-1F37-05A9-F7E4-1CD617CED6CD}"/>
                </a:ext>
              </a:extLst>
            </p:cNvPr>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44;p17">
              <a:extLst>
                <a:ext uri="{FF2B5EF4-FFF2-40B4-BE49-F238E27FC236}">
                  <a16:creationId xmlns:a16="http://schemas.microsoft.com/office/drawing/2014/main" id="{48C1C115-C864-0A85-D811-B78D5A661A93}"/>
                </a:ext>
              </a:extLst>
            </p:cNvPr>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45;p17">
              <a:extLst>
                <a:ext uri="{FF2B5EF4-FFF2-40B4-BE49-F238E27FC236}">
                  <a16:creationId xmlns:a16="http://schemas.microsoft.com/office/drawing/2014/main" id="{4BA6EC97-0BF5-71AB-A8BE-CA4044747837}"/>
                </a:ext>
              </a:extLst>
            </p:cNvPr>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46;p17">
              <a:extLst>
                <a:ext uri="{FF2B5EF4-FFF2-40B4-BE49-F238E27FC236}">
                  <a16:creationId xmlns:a16="http://schemas.microsoft.com/office/drawing/2014/main" id="{B240460F-BE7C-FF1E-19E5-6CC4E2062B24}"/>
                </a:ext>
              </a:extLst>
            </p:cNvPr>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47;p17">
              <a:extLst>
                <a:ext uri="{FF2B5EF4-FFF2-40B4-BE49-F238E27FC236}">
                  <a16:creationId xmlns:a16="http://schemas.microsoft.com/office/drawing/2014/main" id="{87FE91A5-8E19-A38E-A727-70A39CF95659}"/>
                </a:ext>
              </a:extLst>
            </p:cNvPr>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48;p17">
              <a:extLst>
                <a:ext uri="{FF2B5EF4-FFF2-40B4-BE49-F238E27FC236}">
                  <a16:creationId xmlns:a16="http://schemas.microsoft.com/office/drawing/2014/main" id="{CEEB0B87-DE06-8011-9195-6B92BB489302}"/>
                </a:ext>
              </a:extLst>
            </p:cNvPr>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49;p17">
              <a:extLst>
                <a:ext uri="{FF2B5EF4-FFF2-40B4-BE49-F238E27FC236}">
                  <a16:creationId xmlns:a16="http://schemas.microsoft.com/office/drawing/2014/main" id="{8F47ABE7-8072-DC6E-A234-9E87AD02E556}"/>
                </a:ext>
              </a:extLst>
            </p:cNvPr>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50;p17">
              <a:extLst>
                <a:ext uri="{FF2B5EF4-FFF2-40B4-BE49-F238E27FC236}">
                  <a16:creationId xmlns:a16="http://schemas.microsoft.com/office/drawing/2014/main" id="{0E5B9891-CCD4-B956-0024-9C35E79A5F8D}"/>
                </a:ext>
              </a:extLst>
            </p:cNvPr>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51;p17">
              <a:extLst>
                <a:ext uri="{FF2B5EF4-FFF2-40B4-BE49-F238E27FC236}">
                  <a16:creationId xmlns:a16="http://schemas.microsoft.com/office/drawing/2014/main" id="{2E49FCD8-1F0D-4DD2-63B8-B7E88676F043}"/>
                </a:ext>
              </a:extLst>
            </p:cNvPr>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52;p17">
              <a:extLst>
                <a:ext uri="{FF2B5EF4-FFF2-40B4-BE49-F238E27FC236}">
                  <a16:creationId xmlns:a16="http://schemas.microsoft.com/office/drawing/2014/main" id="{AEC33673-2097-80CC-AE37-44985A0AC214}"/>
                </a:ext>
              </a:extLst>
            </p:cNvPr>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53;p17">
              <a:extLst>
                <a:ext uri="{FF2B5EF4-FFF2-40B4-BE49-F238E27FC236}">
                  <a16:creationId xmlns:a16="http://schemas.microsoft.com/office/drawing/2014/main" id="{16D4BF2B-389C-138B-1BA6-A841B307166E}"/>
                </a:ext>
              </a:extLst>
            </p:cNvPr>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54;p17">
              <a:extLst>
                <a:ext uri="{FF2B5EF4-FFF2-40B4-BE49-F238E27FC236}">
                  <a16:creationId xmlns:a16="http://schemas.microsoft.com/office/drawing/2014/main" id="{DCEE18B7-133D-39EB-E51E-B2B505AA7575}"/>
                </a:ext>
              </a:extLst>
            </p:cNvPr>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55;p17">
              <a:extLst>
                <a:ext uri="{FF2B5EF4-FFF2-40B4-BE49-F238E27FC236}">
                  <a16:creationId xmlns:a16="http://schemas.microsoft.com/office/drawing/2014/main" id="{7C2661A5-B51E-2D9A-50DC-2D5A37197541}"/>
                </a:ext>
              </a:extLst>
            </p:cNvPr>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56;p17">
              <a:extLst>
                <a:ext uri="{FF2B5EF4-FFF2-40B4-BE49-F238E27FC236}">
                  <a16:creationId xmlns:a16="http://schemas.microsoft.com/office/drawing/2014/main" id="{55E77C77-50EE-0CA2-B1E8-7EB48CF92E1D}"/>
                </a:ext>
              </a:extLst>
            </p:cNvPr>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57;p17">
              <a:extLst>
                <a:ext uri="{FF2B5EF4-FFF2-40B4-BE49-F238E27FC236}">
                  <a16:creationId xmlns:a16="http://schemas.microsoft.com/office/drawing/2014/main" id="{61239865-5BA6-C769-3E6F-E4B930F0067A}"/>
                </a:ext>
              </a:extLst>
            </p:cNvPr>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58;p17">
              <a:extLst>
                <a:ext uri="{FF2B5EF4-FFF2-40B4-BE49-F238E27FC236}">
                  <a16:creationId xmlns:a16="http://schemas.microsoft.com/office/drawing/2014/main" id="{7B33C947-B415-663E-E942-6C6A3C700AD0}"/>
                </a:ext>
              </a:extLst>
            </p:cNvPr>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59;p17">
              <a:extLst>
                <a:ext uri="{FF2B5EF4-FFF2-40B4-BE49-F238E27FC236}">
                  <a16:creationId xmlns:a16="http://schemas.microsoft.com/office/drawing/2014/main" id="{00911913-139B-1C82-BC60-0ED392C2B685}"/>
                </a:ext>
              </a:extLst>
            </p:cNvPr>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60;p17">
              <a:extLst>
                <a:ext uri="{FF2B5EF4-FFF2-40B4-BE49-F238E27FC236}">
                  <a16:creationId xmlns:a16="http://schemas.microsoft.com/office/drawing/2014/main" id="{D694D41F-0903-9E2C-C8F7-87DA6E8BC083}"/>
                </a:ext>
              </a:extLst>
            </p:cNvPr>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61;p17">
              <a:extLst>
                <a:ext uri="{FF2B5EF4-FFF2-40B4-BE49-F238E27FC236}">
                  <a16:creationId xmlns:a16="http://schemas.microsoft.com/office/drawing/2014/main" id="{76082266-8CFF-86B6-E93E-B6BD7868DE64}"/>
                </a:ext>
              </a:extLst>
            </p:cNvPr>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62;p17">
              <a:extLst>
                <a:ext uri="{FF2B5EF4-FFF2-40B4-BE49-F238E27FC236}">
                  <a16:creationId xmlns:a16="http://schemas.microsoft.com/office/drawing/2014/main" id="{EB42DF43-EC2C-A06A-F62C-544EE3C3D2E8}"/>
                </a:ext>
              </a:extLst>
            </p:cNvPr>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63;p17">
              <a:extLst>
                <a:ext uri="{FF2B5EF4-FFF2-40B4-BE49-F238E27FC236}">
                  <a16:creationId xmlns:a16="http://schemas.microsoft.com/office/drawing/2014/main" id="{F9630947-1755-1FCC-4EA2-EAF39EF36549}"/>
                </a:ext>
              </a:extLst>
            </p:cNvPr>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64;p17">
              <a:extLst>
                <a:ext uri="{FF2B5EF4-FFF2-40B4-BE49-F238E27FC236}">
                  <a16:creationId xmlns:a16="http://schemas.microsoft.com/office/drawing/2014/main" id="{DACA07DB-98DA-6E1F-B23F-8C3B1F61DE6B}"/>
                </a:ext>
              </a:extLst>
            </p:cNvPr>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65;p17">
              <a:extLst>
                <a:ext uri="{FF2B5EF4-FFF2-40B4-BE49-F238E27FC236}">
                  <a16:creationId xmlns:a16="http://schemas.microsoft.com/office/drawing/2014/main" id="{A4D703B2-336A-0AE5-4A90-5BB868D24A4A}"/>
                </a:ext>
              </a:extLst>
            </p:cNvPr>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66;p17">
              <a:extLst>
                <a:ext uri="{FF2B5EF4-FFF2-40B4-BE49-F238E27FC236}">
                  <a16:creationId xmlns:a16="http://schemas.microsoft.com/office/drawing/2014/main" id="{E91B7100-C814-23B9-2E2A-97FDFCCBB0F6}"/>
                </a:ext>
              </a:extLst>
            </p:cNvPr>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67;p17">
              <a:extLst>
                <a:ext uri="{FF2B5EF4-FFF2-40B4-BE49-F238E27FC236}">
                  <a16:creationId xmlns:a16="http://schemas.microsoft.com/office/drawing/2014/main" id="{A132A083-1892-3F65-361F-468F863F1805}"/>
                </a:ext>
              </a:extLst>
            </p:cNvPr>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94" name="Picture 2">
            <a:extLst>
              <a:ext uri="{FF2B5EF4-FFF2-40B4-BE49-F238E27FC236}">
                <a16:creationId xmlns:a16="http://schemas.microsoft.com/office/drawing/2014/main" id="{90BF2B9A-F6D6-2C9D-4902-695FE5826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355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BD360080-0A5E-4BFE-BB8F-3784A4FA6687}"/>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CE0830A0-9B32-6C33-D5B6-F537D9082422}"/>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 sz="2800" dirty="0"/>
              <a:t>1.0 Introduction – Background</a:t>
            </a:r>
            <a:endParaRPr sz="2800" dirty="0"/>
          </a:p>
        </p:txBody>
      </p:sp>
      <p:sp>
        <p:nvSpPr>
          <p:cNvPr id="2190" name="Google Shape;2190;p34">
            <a:extLst>
              <a:ext uri="{FF2B5EF4-FFF2-40B4-BE49-F238E27FC236}">
                <a16:creationId xmlns:a16="http://schemas.microsoft.com/office/drawing/2014/main" id="{D6DFEB77-6E04-B9A2-3780-A5FA4B361FFD}"/>
              </a:ext>
            </a:extLst>
          </p:cNvPr>
          <p:cNvSpPr>
            <a:spLocks/>
          </p:cNvSpPr>
          <p:nvPr/>
        </p:nvSpPr>
        <p:spPr>
          <a:xfrm>
            <a:off x="7976087" y="380875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91" name="Google Shape;2191;p34">
            <a:extLst>
              <a:ext uri="{FF2B5EF4-FFF2-40B4-BE49-F238E27FC236}">
                <a16:creationId xmlns:a16="http://schemas.microsoft.com/office/drawing/2014/main" id="{7DF3649B-A49A-FA30-E1A9-6807C7F9B4F5}"/>
              </a:ext>
            </a:extLst>
          </p:cNvPr>
          <p:cNvSpPr txBox="1"/>
          <p:nvPr/>
        </p:nvSpPr>
        <p:spPr>
          <a:xfrm>
            <a:off x="2800919" y="3934750"/>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Hyperhive</a:t>
            </a:r>
            <a:endParaRPr sz="1600" dirty="0">
              <a:solidFill>
                <a:schemeClr val="dk1"/>
              </a:solidFill>
              <a:latin typeface="Montserrat SemiBold"/>
              <a:ea typeface="Montserrat SemiBold"/>
              <a:cs typeface="Montserrat SemiBold"/>
              <a:sym typeface="Montserrat SemiBold"/>
            </a:endParaRPr>
          </a:p>
        </p:txBody>
      </p:sp>
      <p:sp>
        <p:nvSpPr>
          <p:cNvPr id="2195" name="Google Shape;2195;p34">
            <a:extLst>
              <a:ext uri="{FF2B5EF4-FFF2-40B4-BE49-F238E27FC236}">
                <a16:creationId xmlns:a16="http://schemas.microsoft.com/office/drawing/2014/main" id="{EC5787E7-2FAA-75D2-94C7-41A0FD099154}"/>
              </a:ext>
            </a:extLst>
          </p:cNvPr>
          <p:cNvSpPr txBox="1"/>
          <p:nvPr/>
        </p:nvSpPr>
        <p:spPr>
          <a:xfrm>
            <a:off x="2816752" y="3084478"/>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sz="1600" dirty="0">
                <a:solidFill>
                  <a:schemeClr val="dk1"/>
                </a:solidFill>
                <a:latin typeface="Montserrat SemiBold"/>
                <a:ea typeface="Montserrat SemiBold"/>
                <a:cs typeface="Montserrat SemiBold"/>
                <a:sym typeface="Montserrat SemiBold"/>
              </a:rPr>
              <a:t>Project Undertaken ( HyperHive )</a:t>
            </a:r>
          </a:p>
        </p:txBody>
      </p:sp>
      <p:grpSp>
        <p:nvGrpSpPr>
          <p:cNvPr id="2203" name="Google Shape;2203;p34">
            <a:extLst>
              <a:ext uri="{FF2B5EF4-FFF2-40B4-BE49-F238E27FC236}">
                <a16:creationId xmlns:a16="http://schemas.microsoft.com/office/drawing/2014/main" id="{3522223D-842B-5E20-9D10-ED25223B9B6B}"/>
              </a:ext>
            </a:extLst>
          </p:cNvPr>
          <p:cNvGrpSpPr>
            <a:grpSpLocks noGrp="1" noUngrp="1" noRot="1" noMove="1" noResize="1"/>
          </p:cNvGrpSpPr>
          <p:nvPr/>
        </p:nvGrpSpPr>
        <p:grpSpPr>
          <a:xfrm>
            <a:off x="550987" y="1142581"/>
            <a:ext cx="2136682" cy="3406977"/>
            <a:chOff x="550987" y="1142581"/>
            <a:chExt cx="2136682" cy="3406977"/>
          </a:xfrm>
        </p:grpSpPr>
        <p:grpSp>
          <p:nvGrpSpPr>
            <p:cNvPr id="2204" name="Google Shape;2204;p34">
              <a:extLst>
                <a:ext uri="{FF2B5EF4-FFF2-40B4-BE49-F238E27FC236}">
                  <a16:creationId xmlns:a16="http://schemas.microsoft.com/office/drawing/2014/main" id="{FC7AED1A-DC36-061D-FF56-44C894766561}"/>
                </a:ext>
              </a:extLst>
            </p:cNvPr>
            <p:cNvGrpSpPr>
              <a:grpSpLocks noGrp="1" noUngrp="1" noRot="1" noMove="1" noResize="1"/>
            </p:cNvGrpSpPr>
            <p:nvPr/>
          </p:nvGrpSpPr>
          <p:grpSpPr>
            <a:xfrm>
              <a:off x="802213" y="1431111"/>
              <a:ext cx="1885456" cy="1867669"/>
              <a:chOff x="2605700" y="3152850"/>
              <a:chExt cx="594125" cy="616250"/>
            </a:xfrm>
          </p:grpSpPr>
          <p:sp>
            <p:nvSpPr>
              <p:cNvPr id="2205" name="Google Shape;2205;p34">
                <a:extLst>
                  <a:ext uri="{FF2B5EF4-FFF2-40B4-BE49-F238E27FC236}">
                    <a16:creationId xmlns:a16="http://schemas.microsoft.com/office/drawing/2014/main" id="{7D64C385-5B8C-BCD0-BA99-60A5FADD4A94}"/>
                  </a:ext>
                </a:extLst>
              </p:cNvPr>
              <p:cNvSpPr>
                <a:spLocks noGrp="1" noRot="1" noMove="1" noResize="1" noEditPoints="1" noAdjustHandles="1" noChangeArrowheads="1" noChangeShapeType="1"/>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w="19050" cap="flat" cmpd="sng">
                <a:solidFill>
                  <a:schemeClr val="dk1"/>
                </a:solidFill>
                <a:prstDash val="solid"/>
                <a:round/>
                <a:headEnd type="none" w="med" len="med"/>
                <a:tailEnd type="none" w="med" len="med"/>
              </a:ln>
            </p:spPr>
            <p:txBody>
              <a:bodyPr/>
              <a:lstStyle/>
              <a:p>
                <a:pPr algn="ctr"/>
                <a:endParaRPr lang="en-US"/>
              </a:p>
            </p:txBody>
          </p:sp>
          <p:sp>
            <p:nvSpPr>
              <p:cNvPr id="2206" name="Google Shape;2206;p34">
                <a:extLst>
                  <a:ext uri="{FF2B5EF4-FFF2-40B4-BE49-F238E27FC236}">
                    <a16:creationId xmlns:a16="http://schemas.microsoft.com/office/drawing/2014/main" id="{E81F724D-C9D5-FEF3-A24A-7CDBFC173220}"/>
                  </a:ext>
                </a:extLst>
              </p:cNvPr>
              <p:cNvSpPr>
                <a:spLocks noGrp="1" noRot="1" noMove="1" noResize="1" noEditPoints="1" noAdjustHandles="1" noChangeArrowheads="1" noChangeShapeType="1"/>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grpSp>
        <p:grpSp>
          <p:nvGrpSpPr>
            <p:cNvPr id="2207" name="Google Shape;2207;p34">
              <a:extLst>
                <a:ext uri="{FF2B5EF4-FFF2-40B4-BE49-F238E27FC236}">
                  <a16:creationId xmlns:a16="http://schemas.microsoft.com/office/drawing/2014/main" id="{D42C02CB-4C42-538A-FF7A-4363FDF0D6B1}"/>
                </a:ext>
              </a:extLst>
            </p:cNvPr>
            <p:cNvGrpSpPr>
              <a:grpSpLocks noGrp="1" noUngrp="1" noRot="1" noMove="1" noResize="1"/>
            </p:cNvGrpSpPr>
            <p:nvPr/>
          </p:nvGrpSpPr>
          <p:grpSpPr>
            <a:xfrm>
              <a:off x="1037220" y="2243044"/>
              <a:ext cx="580671" cy="2306514"/>
              <a:chOff x="2680375" y="3423800"/>
              <a:chExt cx="182975" cy="761050"/>
            </a:xfrm>
          </p:grpSpPr>
          <p:sp>
            <p:nvSpPr>
              <p:cNvPr id="2208" name="Google Shape;2208;p34">
                <a:extLst>
                  <a:ext uri="{FF2B5EF4-FFF2-40B4-BE49-F238E27FC236}">
                    <a16:creationId xmlns:a16="http://schemas.microsoft.com/office/drawing/2014/main" id="{3982DC06-221C-5B5C-4ED1-0C4234235FF4}"/>
                  </a:ext>
                </a:extLst>
              </p:cNvPr>
              <p:cNvSpPr>
                <a:spLocks noGrp="1" noRot="1" noMove="1" noResize="1" noEditPoints="1" noAdjustHandles="1" noChangeArrowheads="1" noChangeShapeType="1"/>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lt2"/>
              </a:solidFill>
              <a:ln w="19050" cap="flat" cmpd="sng">
                <a:solidFill>
                  <a:schemeClr val="dk1"/>
                </a:solidFill>
                <a:prstDash val="solid"/>
                <a:round/>
                <a:headEnd type="none" w="med" len="med"/>
                <a:tailEnd type="none" w="med" len="med"/>
              </a:ln>
            </p:spPr>
            <p:txBody>
              <a:bodyPr/>
              <a:lstStyle/>
              <a:p>
                <a:pPr algn="ctr"/>
                <a:endParaRPr lang="en-US"/>
              </a:p>
            </p:txBody>
          </p:sp>
          <p:sp>
            <p:nvSpPr>
              <p:cNvPr id="2209" name="Google Shape;2209;p34">
                <a:extLst>
                  <a:ext uri="{FF2B5EF4-FFF2-40B4-BE49-F238E27FC236}">
                    <a16:creationId xmlns:a16="http://schemas.microsoft.com/office/drawing/2014/main" id="{015902E0-0DA9-EAB4-70AC-9814000F0BF9}"/>
                  </a:ext>
                </a:extLst>
              </p:cNvPr>
              <p:cNvSpPr>
                <a:spLocks noGrp="1" noRot="1" noMove="1" noResize="1" noEditPoints="1" noAdjustHandles="1" noChangeArrowheads="1" noChangeShapeType="1"/>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210" name="Google Shape;2210;p34">
              <a:extLst>
                <a:ext uri="{FF2B5EF4-FFF2-40B4-BE49-F238E27FC236}">
                  <a16:creationId xmlns:a16="http://schemas.microsoft.com/office/drawing/2014/main" id="{4660B3A4-AEEA-4483-9756-2C75A37BC9C5}"/>
                </a:ext>
              </a:extLst>
            </p:cNvPr>
            <p:cNvSpPr>
              <a:spLocks noGrp="1" noRot="1" noMove="1" noResize="1" noEditPoints="1" noAdjustHandles="1" noChangeArrowheads="1" noChangeShapeType="1"/>
            </p:cNvSpPr>
            <p:nvPr/>
          </p:nvSpPr>
          <p:spPr>
            <a:xfrm>
              <a:off x="1737983" y="4241922"/>
              <a:ext cx="124560" cy="6826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1" name="Google Shape;2211;p34">
              <a:extLst>
                <a:ext uri="{FF2B5EF4-FFF2-40B4-BE49-F238E27FC236}">
                  <a16:creationId xmlns:a16="http://schemas.microsoft.com/office/drawing/2014/main" id="{C20F460E-5158-0AF7-0758-C43E894F550B}"/>
                </a:ext>
              </a:extLst>
            </p:cNvPr>
            <p:cNvSpPr>
              <a:spLocks noGrp="1" noRot="1" noMove="1" noResize="1" noEditPoints="1" noAdjustHandles="1" noChangeArrowheads="1" noChangeShapeType="1"/>
            </p:cNvSpPr>
            <p:nvPr/>
          </p:nvSpPr>
          <p:spPr>
            <a:xfrm>
              <a:off x="1787728" y="1448606"/>
              <a:ext cx="129558" cy="177599"/>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2" name="Google Shape;2212;p34">
              <a:extLst>
                <a:ext uri="{FF2B5EF4-FFF2-40B4-BE49-F238E27FC236}">
                  <a16:creationId xmlns:a16="http://schemas.microsoft.com/office/drawing/2014/main" id="{187366DE-873D-C7F0-698F-D3DFB6450788}"/>
                </a:ext>
              </a:extLst>
            </p:cNvPr>
            <p:cNvSpPr>
              <a:spLocks noGrp="1" noRot="1" noMove="1" noResize="1" noEditPoints="1" noAdjustHandles="1" noChangeArrowheads="1" noChangeShapeType="1"/>
            </p:cNvSpPr>
            <p:nvPr/>
          </p:nvSpPr>
          <p:spPr>
            <a:xfrm>
              <a:off x="1626749" y="1431104"/>
              <a:ext cx="184301" cy="191919"/>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3" name="Google Shape;2213;p34">
              <a:extLst>
                <a:ext uri="{FF2B5EF4-FFF2-40B4-BE49-F238E27FC236}">
                  <a16:creationId xmlns:a16="http://schemas.microsoft.com/office/drawing/2014/main" id="{AD883C7D-A9FF-AD8D-B7DD-80FA86001435}"/>
                </a:ext>
              </a:extLst>
            </p:cNvPr>
            <p:cNvSpPr>
              <a:spLocks noGrp="1" noRot="1" noMove="1" noResize="1" noEditPoints="1" noAdjustHandles="1" noChangeArrowheads="1" noChangeShapeType="1"/>
            </p:cNvSpPr>
            <p:nvPr/>
          </p:nvSpPr>
          <p:spPr>
            <a:xfrm>
              <a:off x="1470688" y="1321771"/>
              <a:ext cx="230793" cy="331407"/>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4" name="Google Shape;2214;p34">
              <a:extLst>
                <a:ext uri="{FF2B5EF4-FFF2-40B4-BE49-F238E27FC236}">
                  <a16:creationId xmlns:a16="http://schemas.microsoft.com/office/drawing/2014/main" id="{93F960C9-E079-D050-3166-42DFDCBC0D33}"/>
                </a:ext>
              </a:extLst>
            </p:cNvPr>
            <p:cNvSpPr>
              <a:spLocks noGrp="1" noRot="1" noMove="1" noResize="1" noEditPoints="1" noAdjustHandles="1" noChangeArrowheads="1" noChangeShapeType="1"/>
            </p:cNvSpPr>
            <p:nvPr/>
          </p:nvSpPr>
          <p:spPr>
            <a:xfrm>
              <a:off x="931181" y="1153719"/>
              <a:ext cx="609312" cy="523250"/>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34">
              <a:extLst>
                <a:ext uri="{FF2B5EF4-FFF2-40B4-BE49-F238E27FC236}">
                  <a16:creationId xmlns:a16="http://schemas.microsoft.com/office/drawing/2014/main" id="{F15CE434-764E-BDB0-5E3A-B6D8D3A45AEB}"/>
                </a:ext>
              </a:extLst>
            </p:cNvPr>
            <p:cNvSpPr>
              <a:spLocks noGrp="1" noRot="1" noMove="1" noResize="1" noEditPoints="1" noAdjustHandles="1" noChangeArrowheads="1" noChangeShapeType="1"/>
            </p:cNvSpPr>
            <p:nvPr/>
          </p:nvSpPr>
          <p:spPr>
            <a:xfrm>
              <a:off x="660554" y="1142581"/>
              <a:ext cx="551237" cy="749947"/>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6" name="Google Shape;2216;p34">
              <a:extLst>
                <a:ext uri="{FF2B5EF4-FFF2-40B4-BE49-F238E27FC236}">
                  <a16:creationId xmlns:a16="http://schemas.microsoft.com/office/drawing/2014/main" id="{939F1FD9-5FA5-9C5C-DF34-4EB5ACF99162}"/>
                </a:ext>
              </a:extLst>
            </p:cNvPr>
            <p:cNvSpPr>
              <a:spLocks noGrp="1" noRot="1" noMove="1" noResize="1" noEditPoints="1" noAdjustHandles="1" noChangeArrowheads="1" noChangeShapeType="1"/>
            </p:cNvSpPr>
            <p:nvPr/>
          </p:nvSpPr>
          <p:spPr>
            <a:xfrm>
              <a:off x="565982" y="1640373"/>
              <a:ext cx="272286" cy="28549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7" name="Google Shape;2217;p34">
              <a:extLst>
                <a:ext uri="{FF2B5EF4-FFF2-40B4-BE49-F238E27FC236}">
                  <a16:creationId xmlns:a16="http://schemas.microsoft.com/office/drawing/2014/main" id="{804B9BBA-D0B2-3F3A-F311-931626F8BD89}"/>
                </a:ext>
              </a:extLst>
            </p:cNvPr>
            <p:cNvSpPr>
              <a:spLocks noGrp="1" noRot="1" noMove="1" noResize="1" noEditPoints="1" noAdjustHandles="1" noChangeArrowheads="1" noChangeShapeType="1"/>
            </p:cNvSpPr>
            <p:nvPr/>
          </p:nvSpPr>
          <p:spPr>
            <a:xfrm>
              <a:off x="550987" y="1705381"/>
              <a:ext cx="591064" cy="832382"/>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8" name="Google Shape;2218;p34">
              <a:extLst>
                <a:ext uri="{FF2B5EF4-FFF2-40B4-BE49-F238E27FC236}">
                  <a16:creationId xmlns:a16="http://schemas.microsoft.com/office/drawing/2014/main" id="{9CAC043F-8E69-D3AE-0127-8AD1741A5268}"/>
                </a:ext>
              </a:extLst>
            </p:cNvPr>
            <p:cNvSpPr>
              <a:spLocks noGrp="1" noRot="1" noMove="1" noResize="1" noEditPoints="1" noAdjustHandles="1" noChangeArrowheads="1" noChangeShapeType="1"/>
            </p:cNvSpPr>
            <p:nvPr/>
          </p:nvSpPr>
          <p:spPr>
            <a:xfrm>
              <a:off x="1100491" y="2138165"/>
              <a:ext cx="571151" cy="608868"/>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sp>
          <p:nvSpPr>
            <p:cNvPr id="2219" name="Google Shape;2219;p34">
              <a:extLst>
                <a:ext uri="{FF2B5EF4-FFF2-40B4-BE49-F238E27FC236}">
                  <a16:creationId xmlns:a16="http://schemas.microsoft.com/office/drawing/2014/main" id="{522C4D7B-8484-5423-B4D3-F1DBF7171A65}"/>
                </a:ext>
              </a:extLst>
            </p:cNvPr>
            <p:cNvSpPr>
              <a:spLocks noGrp="1" noRot="1" noMove="1" noResize="1" noEditPoints="1" noAdjustHandles="1" noChangeArrowheads="1" noChangeShapeType="1"/>
            </p:cNvSpPr>
            <p:nvPr/>
          </p:nvSpPr>
          <p:spPr>
            <a:xfrm>
              <a:off x="1445776" y="2569433"/>
              <a:ext cx="391848" cy="394824"/>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A6CBC2"/>
                </a:solidFill>
              </a:endParaRPr>
            </a:p>
          </p:txBody>
        </p:sp>
        <p:sp>
          <p:nvSpPr>
            <p:cNvPr id="2220" name="Google Shape;2220;p34">
              <a:extLst>
                <a:ext uri="{FF2B5EF4-FFF2-40B4-BE49-F238E27FC236}">
                  <a16:creationId xmlns:a16="http://schemas.microsoft.com/office/drawing/2014/main" id="{86726593-6429-31A0-0728-A5FEAA440EEB}"/>
                </a:ext>
              </a:extLst>
            </p:cNvPr>
            <p:cNvSpPr>
              <a:spLocks noGrp="1" noRot="1" noMove="1" noResize="1" noEditPoints="1" noAdjustHandles="1" noChangeArrowheads="1" noChangeShapeType="1"/>
            </p:cNvSpPr>
            <p:nvPr/>
          </p:nvSpPr>
          <p:spPr>
            <a:xfrm>
              <a:off x="1684825" y="3081468"/>
              <a:ext cx="232459" cy="252154"/>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221" name="Google Shape;2221;p34">
              <a:extLst>
                <a:ext uri="{FF2B5EF4-FFF2-40B4-BE49-F238E27FC236}">
                  <a16:creationId xmlns:a16="http://schemas.microsoft.com/office/drawing/2014/main" id="{E3676D5A-83F7-8E59-F72D-BC923F27F55E}"/>
                </a:ext>
              </a:extLst>
            </p:cNvPr>
            <p:cNvGrpSpPr>
              <a:grpSpLocks noGrp="1" noUngrp="1" noRot="1" noMove="1" noResize="1"/>
            </p:cNvGrpSpPr>
            <p:nvPr/>
          </p:nvGrpSpPr>
          <p:grpSpPr>
            <a:xfrm>
              <a:off x="1136788" y="2693103"/>
              <a:ext cx="732206" cy="1813647"/>
              <a:chOff x="2711750" y="3572300"/>
              <a:chExt cx="230725" cy="598425"/>
            </a:xfrm>
          </p:grpSpPr>
          <p:sp>
            <p:nvSpPr>
              <p:cNvPr id="2222" name="Google Shape;2222;p34">
                <a:extLst>
                  <a:ext uri="{FF2B5EF4-FFF2-40B4-BE49-F238E27FC236}">
                    <a16:creationId xmlns:a16="http://schemas.microsoft.com/office/drawing/2014/main" id="{E21D796C-D4F4-2258-3182-211B604B7D0F}"/>
                  </a:ext>
                </a:extLst>
              </p:cNvPr>
              <p:cNvSpPr>
                <a:spLocks noGrp="1" noRot="1" noMove="1" noResize="1" noEditPoints="1" noAdjustHandles="1" noChangeArrowheads="1" noChangeShapeType="1"/>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3" name="Google Shape;2223;p34">
                <a:extLst>
                  <a:ext uri="{FF2B5EF4-FFF2-40B4-BE49-F238E27FC236}">
                    <a16:creationId xmlns:a16="http://schemas.microsoft.com/office/drawing/2014/main" id="{1F5E113C-08F7-1296-0389-820B7AA6335A}"/>
                  </a:ext>
                </a:extLst>
              </p:cNvPr>
              <p:cNvSpPr>
                <a:spLocks noGrp="1" noRot="1" noMove="1" noResize="1" noEditPoints="1" noAdjustHandles="1" noChangeArrowheads="1" noChangeShapeType="1"/>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4" name="Google Shape;2188;p34">
            <a:extLst>
              <a:ext uri="{FF2B5EF4-FFF2-40B4-BE49-F238E27FC236}">
                <a16:creationId xmlns:a16="http://schemas.microsoft.com/office/drawing/2014/main" id="{56EBCC53-C36A-F8C0-FAF9-4A9A757D7B65}"/>
              </a:ext>
            </a:extLst>
          </p:cNvPr>
          <p:cNvSpPr>
            <a:spLocks noGrp="1" noRot="1" noMove="1" noResize="1" noEditPoints="1" noAdjustHandles="1" noChangeArrowheads="1" noChangeShapeType="1"/>
          </p:cNvSpPr>
          <p:nvPr/>
        </p:nvSpPr>
        <p:spPr>
          <a:xfrm>
            <a:off x="7962938"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7" name="Google Shape;2193;p34">
            <a:extLst>
              <a:ext uri="{FF2B5EF4-FFF2-40B4-BE49-F238E27FC236}">
                <a16:creationId xmlns:a16="http://schemas.microsoft.com/office/drawing/2014/main" id="{34F2DC62-4BF5-7CE2-1275-20A5BB68CD39}"/>
              </a:ext>
            </a:extLst>
          </p:cNvPr>
          <p:cNvSpPr txBox="1"/>
          <p:nvPr/>
        </p:nvSpPr>
        <p:spPr>
          <a:xfrm>
            <a:off x="2789445" y="1621892"/>
            <a:ext cx="5084865" cy="377100"/>
          </a:xfrm>
          <a:prstGeom prst="rect">
            <a:avLst/>
          </a:prstGeom>
          <a:noFill/>
          <a:ln>
            <a:noFill/>
          </a:ln>
        </p:spPr>
        <p:txBody>
          <a:bodyPr spcFirstLastPara="1" wrap="square" lIns="91425" tIns="91425" rIns="91425" bIns="91425" anchor="b" anchorCtr="0">
            <a:noAutofit/>
          </a:bodyPr>
          <a:lstStyle/>
          <a:p>
            <a:pPr algn="r"/>
            <a:r>
              <a:rPr lang="en-US" sz="1600" dirty="0">
                <a:solidFill>
                  <a:schemeClr val="dk1"/>
                </a:solidFill>
                <a:latin typeface="Montserrat SemiBold"/>
                <a:ea typeface="Montserrat SemiBold"/>
                <a:cs typeface="Montserrat SemiBold"/>
                <a:sym typeface="Montserrat SemiBold"/>
              </a:rPr>
              <a:t>About Ever Core Labs ( </a:t>
            </a:r>
            <a:r>
              <a:rPr lang="en-US" sz="1600" dirty="0">
                <a:solidFill>
                  <a:schemeClr val="dk1"/>
                </a:solidFill>
                <a:latin typeface="Montserrat SemiBold"/>
              </a:rPr>
              <a:t>Company’s Overview  </a:t>
            </a:r>
            <a:r>
              <a:rPr lang="en-US" sz="1600" dirty="0">
                <a:solidFill>
                  <a:schemeClr val="dk1"/>
                </a:solidFill>
                <a:latin typeface="Montserrat SemiBold"/>
                <a:ea typeface="Montserrat SemiBold"/>
                <a:cs typeface="Montserrat SemiBold"/>
                <a:sym typeface="Montserrat SemiBold"/>
              </a:rPr>
              <a:t>)</a:t>
            </a:r>
          </a:p>
        </p:txBody>
      </p:sp>
      <p:sp>
        <p:nvSpPr>
          <p:cNvPr id="2" name="Google Shape;2189;p34">
            <a:extLst>
              <a:ext uri="{FF2B5EF4-FFF2-40B4-BE49-F238E27FC236}">
                <a16:creationId xmlns:a16="http://schemas.microsoft.com/office/drawing/2014/main" id="{3A78526E-FB20-87DD-7CFB-97BDAD192559}"/>
              </a:ext>
            </a:extLst>
          </p:cNvPr>
          <p:cNvSpPr>
            <a:spLocks/>
          </p:cNvSpPr>
          <p:nvPr/>
        </p:nvSpPr>
        <p:spPr>
          <a:xfrm>
            <a:off x="7976087" y="295313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3" name="TextBox 2">
            <a:extLst>
              <a:ext uri="{FF2B5EF4-FFF2-40B4-BE49-F238E27FC236}">
                <a16:creationId xmlns:a16="http://schemas.microsoft.com/office/drawing/2014/main" id="{2DDE1B4C-3990-75B9-C27F-6CCA3959D418}"/>
              </a:ext>
            </a:extLst>
          </p:cNvPr>
          <p:cNvSpPr txBox="1"/>
          <p:nvPr/>
        </p:nvSpPr>
        <p:spPr>
          <a:xfrm>
            <a:off x="2703724" y="1892528"/>
            <a:ext cx="5366029" cy="1200329"/>
          </a:xfrm>
          <a:prstGeom prst="rect">
            <a:avLst/>
          </a:prstGeom>
          <a:noFill/>
        </p:spPr>
        <p:txBody>
          <a:bodyPr wrap="square">
            <a:spAutoFit/>
          </a:bodyPr>
          <a:lstStyle/>
          <a:p>
            <a:pPr marL="0" marR="0"/>
            <a:r>
              <a:rPr lang="en-MY" sz="1200" dirty="0">
                <a:solidFill>
                  <a:schemeClr val="dk1"/>
                </a:solidFill>
                <a:latin typeface="Montserrat Medium"/>
              </a:rPr>
              <a:t>Founded </a:t>
            </a:r>
            <a:r>
              <a:rPr lang="en-MY" sz="1200" b="1" dirty="0">
                <a:solidFill>
                  <a:schemeClr val="dk1"/>
                </a:solidFill>
                <a:latin typeface="Montserrat Medium"/>
              </a:rPr>
              <a:t>in 2020</a:t>
            </a:r>
            <a:r>
              <a:rPr lang="en-MY" sz="1200" dirty="0">
                <a:solidFill>
                  <a:schemeClr val="dk1"/>
                </a:solidFill>
                <a:latin typeface="Montserrat Medium"/>
              </a:rPr>
              <a:t>, Ever Core Labs is a forward-thinking technology company headquartered in </a:t>
            </a:r>
            <a:r>
              <a:rPr lang="en-MY" sz="1200" b="1" dirty="0">
                <a:solidFill>
                  <a:schemeClr val="dk1"/>
                </a:solidFill>
                <a:latin typeface="Montserrat Medium"/>
              </a:rPr>
              <a:t>Shah Alam, Selangor</a:t>
            </a:r>
            <a:r>
              <a:rPr lang="en-MY" sz="1200" dirty="0">
                <a:solidFill>
                  <a:schemeClr val="dk1"/>
                </a:solidFill>
                <a:latin typeface="Montserrat Medium"/>
              </a:rPr>
              <a:t>. Ever Core Labs is currently focused on designing several groundbreaking projects, with a strong emphasis on </a:t>
            </a:r>
            <a:r>
              <a:rPr lang="en-MY" sz="1200" b="1" dirty="0">
                <a:solidFill>
                  <a:schemeClr val="dk1"/>
                </a:solidFill>
                <a:latin typeface="Montserrat Medium"/>
              </a:rPr>
              <a:t>advancing student learning platforms and systems</a:t>
            </a:r>
            <a:r>
              <a:rPr lang="en-MY" sz="1200" dirty="0">
                <a:solidFill>
                  <a:schemeClr val="dk1"/>
                </a:solidFill>
                <a:latin typeface="Montserrat Medium"/>
              </a:rPr>
              <a:t>. One of the main project Ever Core Labs currently focusing on is </a:t>
            </a:r>
            <a:r>
              <a:rPr lang="en-MY" sz="1200" b="1" dirty="0" err="1">
                <a:solidFill>
                  <a:schemeClr val="dk1"/>
                </a:solidFill>
                <a:latin typeface="Montserrat Medium"/>
              </a:rPr>
              <a:t>HyperHive</a:t>
            </a:r>
            <a:r>
              <a:rPr lang="en-MY" sz="1200" dirty="0">
                <a:solidFill>
                  <a:schemeClr val="dk1"/>
                </a:solidFill>
                <a:latin typeface="Montserrat Medium"/>
              </a:rPr>
              <a:t>; Personalized Adaptive learning System.</a:t>
            </a:r>
            <a:endParaRPr lang="en-US" sz="1200" dirty="0">
              <a:solidFill>
                <a:schemeClr val="dk1"/>
              </a:solidFill>
              <a:latin typeface="Montserrat Medium"/>
            </a:endParaRPr>
          </a:p>
        </p:txBody>
      </p:sp>
      <p:grpSp>
        <p:nvGrpSpPr>
          <p:cNvPr id="5" name="Google Shape;2391;p35">
            <a:extLst>
              <a:ext uri="{FF2B5EF4-FFF2-40B4-BE49-F238E27FC236}">
                <a16:creationId xmlns:a16="http://schemas.microsoft.com/office/drawing/2014/main" id="{A9E96D23-5BDF-62DA-81E5-25F559BBE1B3}"/>
              </a:ext>
            </a:extLst>
          </p:cNvPr>
          <p:cNvGrpSpPr/>
          <p:nvPr/>
        </p:nvGrpSpPr>
        <p:grpSpPr>
          <a:xfrm>
            <a:off x="7543173" y="688501"/>
            <a:ext cx="455010" cy="454080"/>
            <a:chOff x="3363305" y="1063034"/>
            <a:chExt cx="455010" cy="454080"/>
          </a:xfrm>
        </p:grpSpPr>
        <p:sp>
          <p:nvSpPr>
            <p:cNvPr id="6" name="Google Shape;2392;p35">
              <a:extLst>
                <a:ext uri="{FF2B5EF4-FFF2-40B4-BE49-F238E27FC236}">
                  <a16:creationId xmlns:a16="http://schemas.microsoft.com/office/drawing/2014/main" id="{A20E4BA5-19BB-AA94-17CC-F8A33BEBA698}"/>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93;p35">
              <a:extLst>
                <a:ext uri="{FF2B5EF4-FFF2-40B4-BE49-F238E27FC236}">
                  <a16:creationId xmlns:a16="http://schemas.microsoft.com/office/drawing/2014/main" id="{54530B72-6A4A-DFF0-6609-58B644ED9E95}"/>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94;p35">
              <a:extLst>
                <a:ext uri="{FF2B5EF4-FFF2-40B4-BE49-F238E27FC236}">
                  <a16:creationId xmlns:a16="http://schemas.microsoft.com/office/drawing/2014/main" id="{D9F4B534-F77B-0CC6-B9A7-AFBEC599FF81}"/>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95;p35">
              <a:extLst>
                <a:ext uri="{FF2B5EF4-FFF2-40B4-BE49-F238E27FC236}">
                  <a16:creationId xmlns:a16="http://schemas.microsoft.com/office/drawing/2014/main" id="{0AD3493E-91E0-E1F9-C12B-03B2019A0693}"/>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96;p35">
              <a:extLst>
                <a:ext uri="{FF2B5EF4-FFF2-40B4-BE49-F238E27FC236}">
                  <a16:creationId xmlns:a16="http://schemas.microsoft.com/office/drawing/2014/main" id="{17F7D2F6-5E77-A693-1BFD-DEB08E91DBF3}"/>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97;p35">
              <a:extLst>
                <a:ext uri="{FF2B5EF4-FFF2-40B4-BE49-F238E27FC236}">
                  <a16:creationId xmlns:a16="http://schemas.microsoft.com/office/drawing/2014/main" id="{D88FF83A-3D26-067A-F1EA-2CE545669021}"/>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8;p35">
              <a:extLst>
                <a:ext uri="{FF2B5EF4-FFF2-40B4-BE49-F238E27FC236}">
                  <a16:creationId xmlns:a16="http://schemas.microsoft.com/office/drawing/2014/main" id="{147C959A-2AC5-7A07-5AA5-2E5273979647}"/>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9;p35">
              <a:extLst>
                <a:ext uri="{FF2B5EF4-FFF2-40B4-BE49-F238E27FC236}">
                  <a16:creationId xmlns:a16="http://schemas.microsoft.com/office/drawing/2014/main" id="{307AB44B-3A7C-3BBB-C8BC-0CA37B7DF2F2}"/>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400;p35">
              <a:extLst>
                <a:ext uri="{FF2B5EF4-FFF2-40B4-BE49-F238E27FC236}">
                  <a16:creationId xmlns:a16="http://schemas.microsoft.com/office/drawing/2014/main" id="{1AA8582E-71B8-E76D-5EFD-839F8540C1FE}"/>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401;p35">
              <a:extLst>
                <a:ext uri="{FF2B5EF4-FFF2-40B4-BE49-F238E27FC236}">
                  <a16:creationId xmlns:a16="http://schemas.microsoft.com/office/drawing/2014/main" id="{F86EDA20-AE03-F5F7-9E7D-E1EA886FA71E}"/>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402;p35">
              <a:extLst>
                <a:ext uri="{FF2B5EF4-FFF2-40B4-BE49-F238E27FC236}">
                  <a16:creationId xmlns:a16="http://schemas.microsoft.com/office/drawing/2014/main" id="{96552484-8426-8552-F08B-1D90AFBE44CB}"/>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403;p35">
              <a:extLst>
                <a:ext uri="{FF2B5EF4-FFF2-40B4-BE49-F238E27FC236}">
                  <a16:creationId xmlns:a16="http://schemas.microsoft.com/office/drawing/2014/main" id="{707A29B3-B09C-2A82-1286-C82D79FA0124}"/>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404;p35">
              <a:extLst>
                <a:ext uri="{FF2B5EF4-FFF2-40B4-BE49-F238E27FC236}">
                  <a16:creationId xmlns:a16="http://schemas.microsoft.com/office/drawing/2014/main" id="{3204B7DE-078E-6573-E873-F1A6B4BF7259}"/>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5;p35">
              <a:extLst>
                <a:ext uri="{FF2B5EF4-FFF2-40B4-BE49-F238E27FC236}">
                  <a16:creationId xmlns:a16="http://schemas.microsoft.com/office/drawing/2014/main" id="{9C73C8FD-CD55-E8DF-80A2-70AC70F2D033}"/>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6;p35">
              <a:extLst>
                <a:ext uri="{FF2B5EF4-FFF2-40B4-BE49-F238E27FC236}">
                  <a16:creationId xmlns:a16="http://schemas.microsoft.com/office/drawing/2014/main" id="{7377A05E-B432-D25E-C1D1-660606F280ED}"/>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7;p35">
              <a:extLst>
                <a:ext uri="{FF2B5EF4-FFF2-40B4-BE49-F238E27FC236}">
                  <a16:creationId xmlns:a16="http://schemas.microsoft.com/office/drawing/2014/main" id="{6C4517D9-60FE-20F8-FC9C-72A18C35E07F}"/>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8;p35">
              <a:extLst>
                <a:ext uri="{FF2B5EF4-FFF2-40B4-BE49-F238E27FC236}">
                  <a16:creationId xmlns:a16="http://schemas.microsoft.com/office/drawing/2014/main" id="{19432CB2-B91E-DB5F-39BE-FA64E688E7CE}"/>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9;p35">
              <a:extLst>
                <a:ext uri="{FF2B5EF4-FFF2-40B4-BE49-F238E27FC236}">
                  <a16:creationId xmlns:a16="http://schemas.microsoft.com/office/drawing/2014/main" id="{6622C7EA-49B8-A2B8-B604-6CF53237D2DA}"/>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10;p35">
              <a:extLst>
                <a:ext uri="{FF2B5EF4-FFF2-40B4-BE49-F238E27FC236}">
                  <a16:creationId xmlns:a16="http://schemas.microsoft.com/office/drawing/2014/main" id="{B28176F2-D350-31CD-0902-6EC9E436B2F5}"/>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11;p35">
              <a:extLst>
                <a:ext uri="{FF2B5EF4-FFF2-40B4-BE49-F238E27FC236}">
                  <a16:creationId xmlns:a16="http://schemas.microsoft.com/office/drawing/2014/main" id="{96E3D47E-619F-DDF5-32D7-3FE76FFB44B6}"/>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12;p35">
              <a:extLst>
                <a:ext uri="{FF2B5EF4-FFF2-40B4-BE49-F238E27FC236}">
                  <a16:creationId xmlns:a16="http://schemas.microsoft.com/office/drawing/2014/main" id="{87AE6E5E-F84D-8C3E-EE94-B3AB3D7493FF}"/>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13;p35">
              <a:extLst>
                <a:ext uri="{FF2B5EF4-FFF2-40B4-BE49-F238E27FC236}">
                  <a16:creationId xmlns:a16="http://schemas.microsoft.com/office/drawing/2014/main" id="{E7112602-D004-9026-FD0B-D09B9EA6B339}"/>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3249;p35">
            <a:extLst>
              <a:ext uri="{FF2B5EF4-FFF2-40B4-BE49-F238E27FC236}">
                <a16:creationId xmlns:a16="http://schemas.microsoft.com/office/drawing/2014/main" id="{3C11FB06-A6A2-85DB-2C4C-6784F045D4E7}"/>
              </a:ext>
            </a:extLst>
          </p:cNvPr>
          <p:cNvGrpSpPr/>
          <p:nvPr/>
        </p:nvGrpSpPr>
        <p:grpSpPr>
          <a:xfrm>
            <a:off x="8129841" y="1821351"/>
            <a:ext cx="423892" cy="421693"/>
            <a:chOff x="2716201" y="4267204"/>
            <a:chExt cx="454986" cy="452626"/>
          </a:xfrm>
        </p:grpSpPr>
        <p:sp>
          <p:nvSpPr>
            <p:cNvPr id="30" name="Google Shape;3250;p35">
              <a:extLst>
                <a:ext uri="{FF2B5EF4-FFF2-40B4-BE49-F238E27FC236}">
                  <a16:creationId xmlns:a16="http://schemas.microsoft.com/office/drawing/2014/main" id="{BFA18E82-5384-5F72-5E33-2F06FAE69B14}"/>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251;p35">
              <a:extLst>
                <a:ext uri="{FF2B5EF4-FFF2-40B4-BE49-F238E27FC236}">
                  <a16:creationId xmlns:a16="http://schemas.microsoft.com/office/drawing/2014/main" id="{31B14575-9978-0163-AE28-24D52FE06C0B}"/>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52;p35">
              <a:extLst>
                <a:ext uri="{FF2B5EF4-FFF2-40B4-BE49-F238E27FC236}">
                  <a16:creationId xmlns:a16="http://schemas.microsoft.com/office/drawing/2014/main" id="{CB884472-3839-5C88-D2C6-0E0771262537}"/>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253;p35">
              <a:extLst>
                <a:ext uri="{FF2B5EF4-FFF2-40B4-BE49-F238E27FC236}">
                  <a16:creationId xmlns:a16="http://schemas.microsoft.com/office/drawing/2014/main" id="{1ABA819D-A578-C62E-611A-10F13D23B583}"/>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254;p35">
              <a:extLst>
                <a:ext uri="{FF2B5EF4-FFF2-40B4-BE49-F238E27FC236}">
                  <a16:creationId xmlns:a16="http://schemas.microsoft.com/office/drawing/2014/main" id="{27DC3D6F-7AE5-3010-732F-8E78EADF7F9F}"/>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255;p35">
              <a:extLst>
                <a:ext uri="{FF2B5EF4-FFF2-40B4-BE49-F238E27FC236}">
                  <a16:creationId xmlns:a16="http://schemas.microsoft.com/office/drawing/2014/main" id="{5C7A20A8-B61E-A960-AFCC-2A5DECA568A6}"/>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6;p35">
              <a:extLst>
                <a:ext uri="{FF2B5EF4-FFF2-40B4-BE49-F238E27FC236}">
                  <a16:creationId xmlns:a16="http://schemas.microsoft.com/office/drawing/2014/main" id="{28818380-1E4A-56EF-92A7-D65206CE81BB}"/>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7;p35">
              <a:extLst>
                <a:ext uri="{FF2B5EF4-FFF2-40B4-BE49-F238E27FC236}">
                  <a16:creationId xmlns:a16="http://schemas.microsoft.com/office/drawing/2014/main" id="{BCFD5830-BA41-98D4-A7DC-0B0A1FF61B57}"/>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8;p35">
              <a:extLst>
                <a:ext uri="{FF2B5EF4-FFF2-40B4-BE49-F238E27FC236}">
                  <a16:creationId xmlns:a16="http://schemas.microsoft.com/office/drawing/2014/main" id="{91FDD428-608E-CD51-9978-018083EB7762}"/>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9;p35">
              <a:extLst>
                <a:ext uri="{FF2B5EF4-FFF2-40B4-BE49-F238E27FC236}">
                  <a16:creationId xmlns:a16="http://schemas.microsoft.com/office/drawing/2014/main" id="{E867F5EF-A47D-4634-4227-1A3149890034}"/>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60;p35">
              <a:extLst>
                <a:ext uri="{FF2B5EF4-FFF2-40B4-BE49-F238E27FC236}">
                  <a16:creationId xmlns:a16="http://schemas.microsoft.com/office/drawing/2014/main" id="{72B86FC5-08BD-5399-FEDD-AFC2134A8E79}"/>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61;p35">
              <a:extLst>
                <a:ext uri="{FF2B5EF4-FFF2-40B4-BE49-F238E27FC236}">
                  <a16:creationId xmlns:a16="http://schemas.microsoft.com/office/drawing/2014/main" id="{9CB9EB56-D37C-DE5A-6ADE-365FD4FA24BF}"/>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62;p35">
              <a:extLst>
                <a:ext uri="{FF2B5EF4-FFF2-40B4-BE49-F238E27FC236}">
                  <a16:creationId xmlns:a16="http://schemas.microsoft.com/office/drawing/2014/main" id="{CDDCBFBE-B4B0-3EFF-E0E1-1931A4CDC295}"/>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63;p35">
              <a:extLst>
                <a:ext uri="{FF2B5EF4-FFF2-40B4-BE49-F238E27FC236}">
                  <a16:creationId xmlns:a16="http://schemas.microsoft.com/office/drawing/2014/main" id="{1FA235C3-0B0E-50A2-8D46-C212D53F7B3B}"/>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64;p35">
              <a:extLst>
                <a:ext uri="{FF2B5EF4-FFF2-40B4-BE49-F238E27FC236}">
                  <a16:creationId xmlns:a16="http://schemas.microsoft.com/office/drawing/2014/main" id="{59EE9E7E-8536-E0A4-FC2C-534A79E6140E}"/>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5;p35">
              <a:extLst>
                <a:ext uri="{FF2B5EF4-FFF2-40B4-BE49-F238E27FC236}">
                  <a16:creationId xmlns:a16="http://schemas.microsoft.com/office/drawing/2014/main" id="{D840D7E6-0233-820C-3A49-C45AB10F5C37}"/>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6;p35">
              <a:extLst>
                <a:ext uri="{FF2B5EF4-FFF2-40B4-BE49-F238E27FC236}">
                  <a16:creationId xmlns:a16="http://schemas.microsoft.com/office/drawing/2014/main" id="{B9EF7D58-C1F7-39BE-B39D-0D27E6E6DB28}"/>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7;p35">
              <a:extLst>
                <a:ext uri="{FF2B5EF4-FFF2-40B4-BE49-F238E27FC236}">
                  <a16:creationId xmlns:a16="http://schemas.microsoft.com/office/drawing/2014/main" id="{944077AF-1890-573F-3577-A1AFD2CE07C6}"/>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8;p35">
              <a:extLst>
                <a:ext uri="{FF2B5EF4-FFF2-40B4-BE49-F238E27FC236}">
                  <a16:creationId xmlns:a16="http://schemas.microsoft.com/office/drawing/2014/main" id="{72C1D809-4A57-F25C-FE59-6E566B88F646}"/>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9;p35">
              <a:extLst>
                <a:ext uri="{FF2B5EF4-FFF2-40B4-BE49-F238E27FC236}">
                  <a16:creationId xmlns:a16="http://schemas.microsoft.com/office/drawing/2014/main" id="{50E977DB-DE42-3A69-FCA3-06D974349CE3}"/>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70;p35">
              <a:extLst>
                <a:ext uri="{FF2B5EF4-FFF2-40B4-BE49-F238E27FC236}">
                  <a16:creationId xmlns:a16="http://schemas.microsoft.com/office/drawing/2014/main" id="{4DDC8EE1-05B4-4918-32CA-34C78D6B1483}"/>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71;p35">
              <a:extLst>
                <a:ext uri="{FF2B5EF4-FFF2-40B4-BE49-F238E27FC236}">
                  <a16:creationId xmlns:a16="http://schemas.microsoft.com/office/drawing/2014/main" id="{52B3504D-EF5B-7DE6-E45D-E0D8A11C5870}"/>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72;p35">
              <a:extLst>
                <a:ext uri="{FF2B5EF4-FFF2-40B4-BE49-F238E27FC236}">
                  <a16:creationId xmlns:a16="http://schemas.microsoft.com/office/drawing/2014/main" id="{93199BA7-8FFE-DC67-9DD8-A2385EC5A4D0}"/>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73;p35">
              <a:extLst>
                <a:ext uri="{FF2B5EF4-FFF2-40B4-BE49-F238E27FC236}">
                  <a16:creationId xmlns:a16="http://schemas.microsoft.com/office/drawing/2014/main" id="{D27FC731-49D1-6247-41DE-F969EA969B68}"/>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74;p35">
              <a:extLst>
                <a:ext uri="{FF2B5EF4-FFF2-40B4-BE49-F238E27FC236}">
                  <a16:creationId xmlns:a16="http://schemas.microsoft.com/office/drawing/2014/main" id="{EF537C02-4CC3-1B0F-4D34-108EC62A744A}"/>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5;p35">
              <a:extLst>
                <a:ext uri="{FF2B5EF4-FFF2-40B4-BE49-F238E27FC236}">
                  <a16:creationId xmlns:a16="http://schemas.microsoft.com/office/drawing/2014/main" id="{1EA1A2ED-B44F-F319-EDC1-01BF6832663F}"/>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6;p35">
              <a:extLst>
                <a:ext uri="{FF2B5EF4-FFF2-40B4-BE49-F238E27FC236}">
                  <a16:creationId xmlns:a16="http://schemas.microsoft.com/office/drawing/2014/main" id="{CB6AF86F-D821-9B82-5715-3857D408A415}"/>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7;p35">
              <a:extLst>
                <a:ext uri="{FF2B5EF4-FFF2-40B4-BE49-F238E27FC236}">
                  <a16:creationId xmlns:a16="http://schemas.microsoft.com/office/drawing/2014/main" id="{61A92756-756B-B8D5-4F1F-93F865A1BDF5}"/>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8;p35">
              <a:extLst>
                <a:ext uri="{FF2B5EF4-FFF2-40B4-BE49-F238E27FC236}">
                  <a16:creationId xmlns:a16="http://schemas.microsoft.com/office/drawing/2014/main" id="{22D4E205-F2D6-1FBC-CB71-E86BDEBDB48A}"/>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9;p35">
              <a:extLst>
                <a:ext uri="{FF2B5EF4-FFF2-40B4-BE49-F238E27FC236}">
                  <a16:creationId xmlns:a16="http://schemas.microsoft.com/office/drawing/2014/main" id="{50EAE0CA-8DDA-7C81-2D5B-52333BC7FEFD}"/>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80;p35">
              <a:extLst>
                <a:ext uri="{FF2B5EF4-FFF2-40B4-BE49-F238E27FC236}">
                  <a16:creationId xmlns:a16="http://schemas.microsoft.com/office/drawing/2014/main" id="{DB1AD697-9E80-913C-484D-59434EA0DB36}"/>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81;p35">
              <a:extLst>
                <a:ext uri="{FF2B5EF4-FFF2-40B4-BE49-F238E27FC236}">
                  <a16:creationId xmlns:a16="http://schemas.microsoft.com/office/drawing/2014/main" id="{EE1F3D53-8DD2-1AB6-BA46-CBB8B5DBE233}"/>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82;p35">
              <a:extLst>
                <a:ext uri="{FF2B5EF4-FFF2-40B4-BE49-F238E27FC236}">
                  <a16:creationId xmlns:a16="http://schemas.microsoft.com/office/drawing/2014/main" id="{5763D607-F007-150E-3DA9-AAA4EDE4AE0E}"/>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83;p35">
              <a:extLst>
                <a:ext uri="{FF2B5EF4-FFF2-40B4-BE49-F238E27FC236}">
                  <a16:creationId xmlns:a16="http://schemas.microsoft.com/office/drawing/2014/main" id="{902974D9-4825-B0ED-58D9-19D2E7E42CEC}"/>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84;p35">
              <a:extLst>
                <a:ext uri="{FF2B5EF4-FFF2-40B4-BE49-F238E27FC236}">
                  <a16:creationId xmlns:a16="http://schemas.microsoft.com/office/drawing/2014/main" id="{F52842D6-06AB-0F42-88BA-E0B5C8511E59}"/>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5;p35">
              <a:extLst>
                <a:ext uri="{FF2B5EF4-FFF2-40B4-BE49-F238E27FC236}">
                  <a16:creationId xmlns:a16="http://schemas.microsoft.com/office/drawing/2014/main" id="{D174D6EF-17D0-FBA9-B6C0-B692486CEACF}"/>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6;p35">
              <a:extLst>
                <a:ext uri="{FF2B5EF4-FFF2-40B4-BE49-F238E27FC236}">
                  <a16:creationId xmlns:a16="http://schemas.microsoft.com/office/drawing/2014/main" id="{161D53F4-150E-55CB-E1E2-6F25CDC2CCC3}"/>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7;p35">
              <a:extLst>
                <a:ext uri="{FF2B5EF4-FFF2-40B4-BE49-F238E27FC236}">
                  <a16:creationId xmlns:a16="http://schemas.microsoft.com/office/drawing/2014/main" id="{D2DEBEA2-4CB3-3FFB-D424-E8281B8ED37D}"/>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8;p35">
              <a:extLst>
                <a:ext uri="{FF2B5EF4-FFF2-40B4-BE49-F238E27FC236}">
                  <a16:creationId xmlns:a16="http://schemas.microsoft.com/office/drawing/2014/main" id="{10DEB63C-CE24-241C-8606-D5E8FB460C90}"/>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9;p35">
              <a:extLst>
                <a:ext uri="{FF2B5EF4-FFF2-40B4-BE49-F238E27FC236}">
                  <a16:creationId xmlns:a16="http://schemas.microsoft.com/office/drawing/2014/main" id="{3A432598-C922-75DC-B1A4-6C744DF7770B}"/>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90;p35">
              <a:extLst>
                <a:ext uri="{FF2B5EF4-FFF2-40B4-BE49-F238E27FC236}">
                  <a16:creationId xmlns:a16="http://schemas.microsoft.com/office/drawing/2014/main" id="{07A58A2D-116A-91BF-8BE8-5F632568918B}"/>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91;p35">
              <a:extLst>
                <a:ext uri="{FF2B5EF4-FFF2-40B4-BE49-F238E27FC236}">
                  <a16:creationId xmlns:a16="http://schemas.microsoft.com/office/drawing/2014/main" id="{3E5AA167-FDCA-5CAC-E25D-4CE6ED44F007}"/>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92;p35">
              <a:extLst>
                <a:ext uri="{FF2B5EF4-FFF2-40B4-BE49-F238E27FC236}">
                  <a16:creationId xmlns:a16="http://schemas.microsoft.com/office/drawing/2014/main" id="{67441BE1-3D56-99B0-E5CB-1DFE8F9D248A}"/>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93;p35">
              <a:extLst>
                <a:ext uri="{FF2B5EF4-FFF2-40B4-BE49-F238E27FC236}">
                  <a16:creationId xmlns:a16="http://schemas.microsoft.com/office/drawing/2014/main" id="{C680A018-CBCD-C468-1F0D-ACB405AF96BD}"/>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94;p35">
              <a:extLst>
                <a:ext uri="{FF2B5EF4-FFF2-40B4-BE49-F238E27FC236}">
                  <a16:creationId xmlns:a16="http://schemas.microsoft.com/office/drawing/2014/main" id="{E2748754-EA49-C3E1-EBBC-3E282978D770}"/>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5;p35">
              <a:extLst>
                <a:ext uri="{FF2B5EF4-FFF2-40B4-BE49-F238E27FC236}">
                  <a16:creationId xmlns:a16="http://schemas.microsoft.com/office/drawing/2014/main" id="{8633C733-1DB5-071D-24BE-82781344A728}"/>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6;p35">
              <a:extLst>
                <a:ext uri="{FF2B5EF4-FFF2-40B4-BE49-F238E27FC236}">
                  <a16:creationId xmlns:a16="http://schemas.microsoft.com/office/drawing/2014/main" id="{915C8556-9FCB-A2CD-D386-EE14B5684DA1}"/>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7;p35">
              <a:extLst>
                <a:ext uri="{FF2B5EF4-FFF2-40B4-BE49-F238E27FC236}">
                  <a16:creationId xmlns:a16="http://schemas.microsoft.com/office/drawing/2014/main" id="{C0EEF5A8-0A5A-21BE-22AB-C95918DE2B97}"/>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8;p35">
              <a:extLst>
                <a:ext uri="{FF2B5EF4-FFF2-40B4-BE49-F238E27FC236}">
                  <a16:creationId xmlns:a16="http://schemas.microsoft.com/office/drawing/2014/main" id="{CD932D4F-48B8-71B6-49B0-743229C17FCA}"/>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9;p35">
              <a:extLst>
                <a:ext uri="{FF2B5EF4-FFF2-40B4-BE49-F238E27FC236}">
                  <a16:creationId xmlns:a16="http://schemas.microsoft.com/office/drawing/2014/main" id="{0AD7CC52-C850-C96B-0622-618A883E9444}"/>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300;p35">
              <a:extLst>
                <a:ext uri="{FF2B5EF4-FFF2-40B4-BE49-F238E27FC236}">
                  <a16:creationId xmlns:a16="http://schemas.microsoft.com/office/drawing/2014/main" id="{95B42A73-C0FC-7759-68F1-05E2350D484B}"/>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301;p35">
              <a:extLst>
                <a:ext uri="{FF2B5EF4-FFF2-40B4-BE49-F238E27FC236}">
                  <a16:creationId xmlns:a16="http://schemas.microsoft.com/office/drawing/2014/main" id="{2D4C4A35-8A4E-663A-36D1-DF8C43549FA2}"/>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302;p35">
              <a:extLst>
                <a:ext uri="{FF2B5EF4-FFF2-40B4-BE49-F238E27FC236}">
                  <a16:creationId xmlns:a16="http://schemas.microsoft.com/office/drawing/2014/main" id="{FB65F3A5-3A80-9BFD-4BBA-6F931198F68F}"/>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303;p35">
              <a:extLst>
                <a:ext uri="{FF2B5EF4-FFF2-40B4-BE49-F238E27FC236}">
                  <a16:creationId xmlns:a16="http://schemas.microsoft.com/office/drawing/2014/main" id="{9C5DEB01-6F14-55C5-8161-B50DB7DEA171}"/>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304;p35">
              <a:extLst>
                <a:ext uri="{FF2B5EF4-FFF2-40B4-BE49-F238E27FC236}">
                  <a16:creationId xmlns:a16="http://schemas.microsoft.com/office/drawing/2014/main" id="{DEC8E7B0-F180-CACA-79CB-459C14A368A1}"/>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5;p35">
              <a:extLst>
                <a:ext uri="{FF2B5EF4-FFF2-40B4-BE49-F238E27FC236}">
                  <a16:creationId xmlns:a16="http://schemas.microsoft.com/office/drawing/2014/main" id="{66DE70F5-DDF3-2A90-A602-3FB913DCB79C}"/>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6;p35">
              <a:extLst>
                <a:ext uri="{FF2B5EF4-FFF2-40B4-BE49-F238E27FC236}">
                  <a16:creationId xmlns:a16="http://schemas.microsoft.com/office/drawing/2014/main" id="{CF224A01-72ED-C8C4-B8B4-1B7BBE43CEF8}"/>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7;p35">
              <a:extLst>
                <a:ext uri="{FF2B5EF4-FFF2-40B4-BE49-F238E27FC236}">
                  <a16:creationId xmlns:a16="http://schemas.microsoft.com/office/drawing/2014/main" id="{74802568-176A-3BBB-F29C-692DF99F7CF1}"/>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8;p35">
              <a:extLst>
                <a:ext uri="{FF2B5EF4-FFF2-40B4-BE49-F238E27FC236}">
                  <a16:creationId xmlns:a16="http://schemas.microsoft.com/office/drawing/2014/main" id="{714402DD-AD92-185F-2547-749C8158AE96}"/>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9;p35">
              <a:extLst>
                <a:ext uri="{FF2B5EF4-FFF2-40B4-BE49-F238E27FC236}">
                  <a16:creationId xmlns:a16="http://schemas.microsoft.com/office/drawing/2014/main" id="{A51D6783-97DD-FFEA-A4C8-831C29CC8C0A}"/>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10;p35">
              <a:extLst>
                <a:ext uri="{FF2B5EF4-FFF2-40B4-BE49-F238E27FC236}">
                  <a16:creationId xmlns:a16="http://schemas.microsoft.com/office/drawing/2014/main" id="{7781DCD9-A292-E05D-08FC-D789801E2957}"/>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11;p35">
              <a:extLst>
                <a:ext uri="{FF2B5EF4-FFF2-40B4-BE49-F238E27FC236}">
                  <a16:creationId xmlns:a16="http://schemas.microsoft.com/office/drawing/2014/main" id="{D95060B9-2816-E315-C169-4CB94FAACF3E}"/>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12;p35">
              <a:extLst>
                <a:ext uri="{FF2B5EF4-FFF2-40B4-BE49-F238E27FC236}">
                  <a16:creationId xmlns:a16="http://schemas.microsoft.com/office/drawing/2014/main" id="{5C1CB8A6-BA0C-9272-113B-68645D531693}"/>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13;p35">
              <a:extLst>
                <a:ext uri="{FF2B5EF4-FFF2-40B4-BE49-F238E27FC236}">
                  <a16:creationId xmlns:a16="http://schemas.microsoft.com/office/drawing/2014/main" id="{9872BAA7-970E-C14B-90ED-C2E41EAE873B}"/>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14;p35">
              <a:extLst>
                <a:ext uri="{FF2B5EF4-FFF2-40B4-BE49-F238E27FC236}">
                  <a16:creationId xmlns:a16="http://schemas.microsoft.com/office/drawing/2014/main" id="{A7C1CE57-38F4-A07F-9BBE-97411C4125C3}"/>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5;p35">
              <a:extLst>
                <a:ext uri="{FF2B5EF4-FFF2-40B4-BE49-F238E27FC236}">
                  <a16:creationId xmlns:a16="http://schemas.microsoft.com/office/drawing/2014/main" id="{6372A5BA-F4BB-2493-2EE9-943DD984A429}"/>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6;p35">
              <a:extLst>
                <a:ext uri="{FF2B5EF4-FFF2-40B4-BE49-F238E27FC236}">
                  <a16:creationId xmlns:a16="http://schemas.microsoft.com/office/drawing/2014/main" id="{7C9D8D9B-3817-71DD-7F56-888C6530BB1B}"/>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7;p35">
              <a:extLst>
                <a:ext uri="{FF2B5EF4-FFF2-40B4-BE49-F238E27FC236}">
                  <a16:creationId xmlns:a16="http://schemas.microsoft.com/office/drawing/2014/main" id="{D108468E-C051-E39F-38F2-AE00171CEB97}"/>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8;p35">
              <a:extLst>
                <a:ext uri="{FF2B5EF4-FFF2-40B4-BE49-F238E27FC236}">
                  <a16:creationId xmlns:a16="http://schemas.microsoft.com/office/drawing/2014/main" id="{DEF55E90-372A-23B9-9E78-898FCDE72320}"/>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9;p35">
              <a:extLst>
                <a:ext uri="{FF2B5EF4-FFF2-40B4-BE49-F238E27FC236}">
                  <a16:creationId xmlns:a16="http://schemas.microsoft.com/office/drawing/2014/main" id="{89B83C3A-D600-284C-73E0-01A6E7FB6EBE}"/>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20;p35">
              <a:extLst>
                <a:ext uri="{FF2B5EF4-FFF2-40B4-BE49-F238E27FC236}">
                  <a16:creationId xmlns:a16="http://schemas.microsoft.com/office/drawing/2014/main" id="{93F46180-FD84-BE14-F708-0944D3BBE855}"/>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8" name="Google Shape;239;p17">
            <a:extLst>
              <a:ext uri="{FF2B5EF4-FFF2-40B4-BE49-F238E27FC236}">
                <a16:creationId xmlns:a16="http://schemas.microsoft.com/office/drawing/2014/main" id="{55F4BDA2-D1E6-7532-4EC3-F046314AE700}"/>
              </a:ext>
            </a:extLst>
          </p:cNvPr>
          <p:cNvGrpSpPr/>
          <p:nvPr/>
        </p:nvGrpSpPr>
        <p:grpSpPr>
          <a:xfrm>
            <a:off x="8076329" y="973075"/>
            <a:ext cx="473766" cy="454057"/>
            <a:chOff x="2310542" y="2989951"/>
            <a:chExt cx="473766" cy="454057"/>
          </a:xfrm>
        </p:grpSpPr>
        <p:sp>
          <p:nvSpPr>
            <p:cNvPr id="2239" name="Google Shape;240;p17">
              <a:extLst>
                <a:ext uri="{FF2B5EF4-FFF2-40B4-BE49-F238E27FC236}">
                  <a16:creationId xmlns:a16="http://schemas.microsoft.com/office/drawing/2014/main" id="{593CED76-EFF7-8701-91DB-40B3C3A17F65}"/>
                </a:ext>
              </a:extLst>
            </p:cNvPr>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41;p17">
              <a:extLst>
                <a:ext uri="{FF2B5EF4-FFF2-40B4-BE49-F238E27FC236}">
                  <a16:creationId xmlns:a16="http://schemas.microsoft.com/office/drawing/2014/main" id="{163BB3D9-25F7-41DA-1DA9-C1C2C36040C8}"/>
                </a:ext>
              </a:extLst>
            </p:cNvPr>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42;p17">
              <a:extLst>
                <a:ext uri="{FF2B5EF4-FFF2-40B4-BE49-F238E27FC236}">
                  <a16:creationId xmlns:a16="http://schemas.microsoft.com/office/drawing/2014/main" id="{15856989-4B62-B55D-87B9-C5B72A817898}"/>
                </a:ext>
              </a:extLst>
            </p:cNvPr>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43;p17">
              <a:extLst>
                <a:ext uri="{FF2B5EF4-FFF2-40B4-BE49-F238E27FC236}">
                  <a16:creationId xmlns:a16="http://schemas.microsoft.com/office/drawing/2014/main" id="{BE3DC9DE-43E3-26E3-48F9-D702CDE51951}"/>
                </a:ext>
              </a:extLst>
            </p:cNvPr>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44;p17">
              <a:extLst>
                <a:ext uri="{FF2B5EF4-FFF2-40B4-BE49-F238E27FC236}">
                  <a16:creationId xmlns:a16="http://schemas.microsoft.com/office/drawing/2014/main" id="{1A3A1F74-CFDA-D218-1B9D-40DBCF22452E}"/>
                </a:ext>
              </a:extLst>
            </p:cNvPr>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45;p17">
              <a:extLst>
                <a:ext uri="{FF2B5EF4-FFF2-40B4-BE49-F238E27FC236}">
                  <a16:creationId xmlns:a16="http://schemas.microsoft.com/office/drawing/2014/main" id="{9281E401-BC5E-339E-E193-C85FD4800375}"/>
                </a:ext>
              </a:extLst>
            </p:cNvPr>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46;p17">
              <a:extLst>
                <a:ext uri="{FF2B5EF4-FFF2-40B4-BE49-F238E27FC236}">
                  <a16:creationId xmlns:a16="http://schemas.microsoft.com/office/drawing/2014/main" id="{1E506CA8-836E-08A2-97CF-9E2370868B71}"/>
                </a:ext>
              </a:extLst>
            </p:cNvPr>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47;p17">
              <a:extLst>
                <a:ext uri="{FF2B5EF4-FFF2-40B4-BE49-F238E27FC236}">
                  <a16:creationId xmlns:a16="http://schemas.microsoft.com/office/drawing/2014/main" id="{0A127D54-6336-5E39-DC2A-190E2413DC07}"/>
                </a:ext>
              </a:extLst>
            </p:cNvPr>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48;p17">
              <a:extLst>
                <a:ext uri="{FF2B5EF4-FFF2-40B4-BE49-F238E27FC236}">
                  <a16:creationId xmlns:a16="http://schemas.microsoft.com/office/drawing/2014/main" id="{F5B7CEA6-1E18-536E-5971-D890C58CF6E1}"/>
                </a:ext>
              </a:extLst>
            </p:cNvPr>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49;p17">
              <a:extLst>
                <a:ext uri="{FF2B5EF4-FFF2-40B4-BE49-F238E27FC236}">
                  <a16:creationId xmlns:a16="http://schemas.microsoft.com/office/drawing/2014/main" id="{D467D3EE-1582-C42A-E1B3-2357FE59A9CE}"/>
                </a:ext>
              </a:extLst>
            </p:cNvPr>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50;p17">
              <a:extLst>
                <a:ext uri="{FF2B5EF4-FFF2-40B4-BE49-F238E27FC236}">
                  <a16:creationId xmlns:a16="http://schemas.microsoft.com/office/drawing/2014/main" id="{60B2B2B9-8097-BA00-5830-C917FF041184}"/>
                </a:ext>
              </a:extLst>
            </p:cNvPr>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51;p17">
              <a:extLst>
                <a:ext uri="{FF2B5EF4-FFF2-40B4-BE49-F238E27FC236}">
                  <a16:creationId xmlns:a16="http://schemas.microsoft.com/office/drawing/2014/main" id="{CDDACCD1-8404-2678-EE42-5F6C9CDB5196}"/>
                </a:ext>
              </a:extLst>
            </p:cNvPr>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52;p17">
              <a:extLst>
                <a:ext uri="{FF2B5EF4-FFF2-40B4-BE49-F238E27FC236}">
                  <a16:creationId xmlns:a16="http://schemas.microsoft.com/office/drawing/2014/main" id="{221587FC-7ACA-DB9A-EDBF-64821DAD44DD}"/>
                </a:ext>
              </a:extLst>
            </p:cNvPr>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53;p17">
              <a:extLst>
                <a:ext uri="{FF2B5EF4-FFF2-40B4-BE49-F238E27FC236}">
                  <a16:creationId xmlns:a16="http://schemas.microsoft.com/office/drawing/2014/main" id="{33856C58-9C28-25D4-0508-F0734B462014}"/>
                </a:ext>
              </a:extLst>
            </p:cNvPr>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54;p17">
              <a:extLst>
                <a:ext uri="{FF2B5EF4-FFF2-40B4-BE49-F238E27FC236}">
                  <a16:creationId xmlns:a16="http://schemas.microsoft.com/office/drawing/2014/main" id="{6CB82392-1EAF-DD01-9E0B-D1EB36897A45}"/>
                </a:ext>
              </a:extLst>
            </p:cNvPr>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55;p17">
              <a:extLst>
                <a:ext uri="{FF2B5EF4-FFF2-40B4-BE49-F238E27FC236}">
                  <a16:creationId xmlns:a16="http://schemas.microsoft.com/office/drawing/2014/main" id="{0D2B8746-8831-CA71-A065-8EF7905C940A}"/>
                </a:ext>
              </a:extLst>
            </p:cNvPr>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56;p17">
              <a:extLst>
                <a:ext uri="{FF2B5EF4-FFF2-40B4-BE49-F238E27FC236}">
                  <a16:creationId xmlns:a16="http://schemas.microsoft.com/office/drawing/2014/main" id="{969E8D90-7E03-6756-1D1E-1057DF00BC4F}"/>
                </a:ext>
              </a:extLst>
            </p:cNvPr>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57;p17">
              <a:extLst>
                <a:ext uri="{FF2B5EF4-FFF2-40B4-BE49-F238E27FC236}">
                  <a16:creationId xmlns:a16="http://schemas.microsoft.com/office/drawing/2014/main" id="{1C67D69E-26F5-D9CB-9160-9B64A11D185E}"/>
                </a:ext>
              </a:extLst>
            </p:cNvPr>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58;p17">
              <a:extLst>
                <a:ext uri="{FF2B5EF4-FFF2-40B4-BE49-F238E27FC236}">
                  <a16:creationId xmlns:a16="http://schemas.microsoft.com/office/drawing/2014/main" id="{3D660690-E612-9F9D-8996-77B03987B890}"/>
                </a:ext>
              </a:extLst>
            </p:cNvPr>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59;p17">
              <a:extLst>
                <a:ext uri="{FF2B5EF4-FFF2-40B4-BE49-F238E27FC236}">
                  <a16:creationId xmlns:a16="http://schemas.microsoft.com/office/drawing/2014/main" id="{5F1BB6D0-5A3C-1F9E-1AB4-AB3BB0C99232}"/>
                </a:ext>
              </a:extLst>
            </p:cNvPr>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60;p17">
              <a:extLst>
                <a:ext uri="{FF2B5EF4-FFF2-40B4-BE49-F238E27FC236}">
                  <a16:creationId xmlns:a16="http://schemas.microsoft.com/office/drawing/2014/main" id="{F9CA6A57-5C4E-6F07-5A48-41485525163D}"/>
                </a:ext>
              </a:extLst>
            </p:cNvPr>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61;p17">
              <a:extLst>
                <a:ext uri="{FF2B5EF4-FFF2-40B4-BE49-F238E27FC236}">
                  <a16:creationId xmlns:a16="http://schemas.microsoft.com/office/drawing/2014/main" id="{82550DB9-D4B9-5EB4-4FB9-688BC4541FFD}"/>
                </a:ext>
              </a:extLst>
            </p:cNvPr>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62;p17">
              <a:extLst>
                <a:ext uri="{FF2B5EF4-FFF2-40B4-BE49-F238E27FC236}">
                  <a16:creationId xmlns:a16="http://schemas.microsoft.com/office/drawing/2014/main" id="{62675F34-18BB-CD50-D906-DE560452D2CA}"/>
                </a:ext>
              </a:extLst>
            </p:cNvPr>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63;p17">
              <a:extLst>
                <a:ext uri="{FF2B5EF4-FFF2-40B4-BE49-F238E27FC236}">
                  <a16:creationId xmlns:a16="http://schemas.microsoft.com/office/drawing/2014/main" id="{2AE3B764-9B2F-926F-40D5-0C0D3F04AA24}"/>
                </a:ext>
              </a:extLst>
            </p:cNvPr>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64;p17">
              <a:extLst>
                <a:ext uri="{FF2B5EF4-FFF2-40B4-BE49-F238E27FC236}">
                  <a16:creationId xmlns:a16="http://schemas.microsoft.com/office/drawing/2014/main" id="{C2CA9C1E-9053-7F28-8561-EC3712BE0E53}"/>
                </a:ext>
              </a:extLst>
            </p:cNvPr>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65;p17">
              <a:extLst>
                <a:ext uri="{FF2B5EF4-FFF2-40B4-BE49-F238E27FC236}">
                  <a16:creationId xmlns:a16="http://schemas.microsoft.com/office/drawing/2014/main" id="{FE6EF88E-C933-CC3E-8C71-BBA48E18167B}"/>
                </a:ext>
              </a:extLst>
            </p:cNvPr>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66;p17">
              <a:extLst>
                <a:ext uri="{FF2B5EF4-FFF2-40B4-BE49-F238E27FC236}">
                  <a16:creationId xmlns:a16="http://schemas.microsoft.com/office/drawing/2014/main" id="{69CCE076-A4E5-E108-BDAF-364EC7E134B3}"/>
                </a:ext>
              </a:extLst>
            </p:cNvPr>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67;p17">
              <a:extLst>
                <a:ext uri="{FF2B5EF4-FFF2-40B4-BE49-F238E27FC236}">
                  <a16:creationId xmlns:a16="http://schemas.microsoft.com/office/drawing/2014/main" id="{E0B4813F-543D-DE98-9773-3E271DC81353}"/>
                </a:ext>
              </a:extLst>
            </p:cNvPr>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7" name="Google Shape;173;p17">
            <a:extLst>
              <a:ext uri="{FF2B5EF4-FFF2-40B4-BE49-F238E27FC236}">
                <a16:creationId xmlns:a16="http://schemas.microsoft.com/office/drawing/2014/main" id="{25DA1DC3-92E6-B0FD-E85D-0F79BE7D3EF1}"/>
              </a:ext>
            </a:extLst>
          </p:cNvPr>
          <p:cNvGrpSpPr/>
          <p:nvPr/>
        </p:nvGrpSpPr>
        <p:grpSpPr>
          <a:xfrm>
            <a:off x="2379443" y="1232825"/>
            <a:ext cx="456633" cy="439203"/>
            <a:chOff x="3266838" y="2089868"/>
            <a:chExt cx="456633" cy="439203"/>
          </a:xfrm>
        </p:grpSpPr>
        <p:sp>
          <p:nvSpPr>
            <p:cNvPr id="2268" name="Google Shape;174;p17">
              <a:extLst>
                <a:ext uri="{FF2B5EF4-FFF2-40B4-BE49-F238E27FC236}">
                  <a16:creationId xmlns:a16="http://schemas.microsoft.com/office/drawing/2014/main" id="{F6E6A8A3-F00A-0756-94B8-996D23E57C60}"/>
                </a:ext>
              </a:extLst>
            </p:cNvPr>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175;p17">
              <a:extLst>
                <a:ext uri="{FF2B5EF4-FFF2-40B4-BE49-F238E27FC236}">
                  <a16:creationId xmlns:a16="http://schemas.microsoft.com/office/drawing/2014/main" id="{6CBFD713-A0A2-D13B-5947-9A88D7A4217D}"/>
                </a:ext>
              </a:extLst>
            </p:cNvPr>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176;p17">
              <a:extLst>
                <a:ext uri="{FF2B5EF4-FFF2-40B4-BE49-F238E27FC236}">
                  <a16:creationId xmlns:a16="http://schemas.microsoft.com/office/drawing/2014/main" id="{D79902A9-E676-2FB9-9DB1-A6841F6D1736}"/>
                </a:ext>
              </a:extLst>
            </p:cNvPr>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177;p17">
              <a:extLst>
                <a:ext uri="{FF2B5EF4-FFF2-40B4-BE49-F238E27FC236}">
                  <a16:creationId xmlns:a16="http://schemas.microsoft.com/office/drawing/2014/main" id="{3A6F7C4F-60CE-81F7-FA1D-A1D838684C24}"/>
                </a:ext>
              </a:extLst>
            </p:cNvPr>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178;p17">
              <a:extLst>
                <a:ext uri="{FF2B5EF4-FFF2-40B4-BE49-F238E27FC236}">
                  <a16:creationId xmlns:a16="http://schemas.microsoft.com/office/drawing/2014/main" id="{26BA99D2-3E65-1DFE-EF94-149593CCFF22}"/>
                </a:ext>
              </a:extLst>
            </p:cNvPr>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179;p17">
              <a:extLst>
                <a:ext uri="{FF2B5EF4-FFF2-40B4-BE49-F238E27FC236}">
                  <a16:creationId xmlns:a16="http://schemas.microsoft.com/office/drawing/2014/main" id="{AF5D8449-B101-A7FA-F15C-14640E1DC84E}"/>
                </a:ext>
              </a:extLst>
            </p:cNvPr>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180;p17">
              <a:extLst>
                <a:ext uri="{FF2B5EF4-FFF2-40B4-BE49-F238E27FC236}">
                  <a16:creationId xmlns:a16="http://schemas.microsoft.com/office/drawing/2014/main" id="{B3FA57B7-BAB9-7E91-1E2F-A6095BA3D9E5}"/>
                </a:ext>
              </a:extLst>
            </p:cNvPr>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181;p17">
              <a:extLst>
                <a:ext uri="{FF2B5EF4-FFF2-40B4-BE49-F238E27FC236}">
                  <a16:creationId xmlns:a16="http://schemas.microsoft.com/office/drawing/2014/main" id="{CE777066-1773-C0DE-3DC8-80C3C8B0FC48}"/>
                </a:ext>
              </a:extLst>
            </p:cNvPr>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182;p17">
              <a:extLst>
                <a:ext uri="{FF2B5EF4-FFF2-40B4-BE49-F238E27FC236}">
                  <a16:creationId xmlns:a16="http://schemas.microsoft.com/office/drawing/2014/main" id="{A4908069-7451-2599-0157-960F1B8B691C}"/>
                </a:ext>
              </a:extLst>
            </p:cNvPr>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183;p17">
              <a:extLst>
                <a:ext uri="{FF2B5EF4-FFF2-40B4-BE49-F238E27FC236}">
                  <a16:creationId xmlns:a16="http://schemas.microsoft.com/office/drawing/2014/main" id="{70A627A5-4FF6-BB07-1BE0-4219F3A1A855}"/>
                </a:ext>
              </a:extLst>
            </p:cNvPr>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184;p17">
              <a:extLst>
                <a:ext uri="{FF2B5EF4-FFF2-40B4-BE49-F238E27FC236}">
                  <a16:creationId xmlns:a16="http://schemas.microsoft.com/office/drawing/2014/main" id="{B83B921E-1B98-E46E-F4BE-56EE292A9662}"/>
                </a:ext>
              </a:extLst>
            </p:cNvPr>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185;p17">
              <a:extLst>
                <a:ext uri="{FF2B5EF4-FFF2-40B4-BE49-F238E27FC236}">
                  <a16:creationId xmlns:a16="http://schemas.microsoft.com/office/drawing/2014/main" id="{F323F65D-FECA-8315-0A8A-FE7AD17A62CA}"/>
                </a:ext>
              </a:extLst>
            </p:cNvPr>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186;p17">
              <a:extLst>
                <a:ext uri="{FF2B5EF4-FFF2-40B4-BE49-F238E27FC236}">
                  <a16:creationId xmlns:a16="http://schemas.microsoft.com/office/drawing/2014/main" id="{294343A9-AEDA-215F-8427-39464D4CD5B1}"/>
                </a:ext>
              </a:extLst>
            </p:cNvPr>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187;p17">
              <a:extLst>
                <a:ext uri="{FF2B5EF4-FFF2-40B4-BE49-F238E27FC236}">
                  <a16:creationId xmlns:a16="http://schemas.microsoft.com/office/drawing/2014/main" id="{C9C0D293-92B0-1D31-C4A4-2D9B6B963D33}"/>
                </a:ext>
              </a:extLst>
            </p:cNvPr>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188;p17">
              <a:extLst>
                <a:ext uri="{FF2B5EF4-FFF2-40B4-BE49-F238E27FC236}">
                  <a16:creationId xmlns:a16="http://schemas.microsoft.com/office/drawing/2014/main" id="{10B7CF8D-845F-02B9-944D-C1B914E6330C}"/>
                </a:ext>
              </a:extLst>
            </p:cNvPr>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189;p17">
              <a:extLst>
                <a:ext uri="{FF2B5EF4-FFF2-40B4-BE49-F238E27FC236}">
                  <a16:creationId xmlns:a16="http://schemas.microsoft.com/office/drawing/2014/main" id="{6DFE7482-2F10-6D57-DBE0-193FCAC18F88}"/>
                </a:ext>
              </a:extLst>
            </p:cNvPr>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190;p17">
              <a:extLst>
                <a:ext uri="{FF2B5EF4-FFF2-40B4-BE49-F238E27FC236}">
                  <a16:creationId xmlns:a16="http://schemas.microsoft.com/office/drawing/2014/main" id="{65315B04-8D24-2392-1D77-330427737268}"/>
                </a:ext>
              </a:extLst>
            </p:cNvPr>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191;p17">
              <a:extLst>
                <a:ext uri="{FF2B5EF4-FFF2-40B4-BE49-F238E27FC236}">
                  <a16:creationId xmlns:a16="http://schemas.microsoft.com/office/drawing/2014/main" id="{6A02B26B-AA39-525F-932E-30990082D9D4}"/>
                </a:ext>
              </a:extLst>
            </p:cNvPr>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6" name="Google Shape;144;p17">
            <a:extLst>
              <a:ext uri="{FF2B5EF4-FFF2-40B4-BE49-F238E27FC236}">
                <a16:creationId xmlns:a16="http://schemas.microsoft.com/office/drawing/2014/main" id="{2B73E343-BB1B-275A-2287-49344D611168}"/>
              </a:ext>
            </a:extLst>
          </p:cNvPr>
          <p:cNvGrpSpPr/>
          <p:nvPr/>
        </p:nvGrpSpPr>
        <p:grpSpPr>
          <a:xfrm>
            <a:off x="2063210" y="3219184"/>
            <a:ext cx="457182" cy="457212"/>
            <a:chOff x="2195817" y="2132165"/>
            <a:chExt cx="460451" cy="452864"/>
          </a:xfrm>
        </p:grpSpPr>
        <p:sp>
          <p:nvSpPr>
            <p:cNvPr id="2287" name="Google Shape;145;p17">
              <a:extLst>
                <a:ext uri="{FF2B5EF4-FFF2-40B4-BE49-F238E27FC236}">
                  <a16:creationId xmlns:a16="http://schemas.microsoft.com/office/drawing/2014/main" id="{5270D602-7A89-FC09-BC10-55B928921609}"/>
                </a:ext>
              </a:extLst>
            </p:cNvPr>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146;p17">
              <a:extLst>
                <a:ext uri="{FF2B5EF4-FFF2-40B4-BE49-F238E27FC236}">
                  <a16:creationId xmlns:a16="http://schemas.microsoft.com/office/drawing/2014/main" id="{A3D34A4C-D8C5-2E4E-E389-CDF53B798EDB}"/>
                </a:ext>
              </a:extLst>
            </p:cNvPr>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147;p17">
              <a:extLst>
                <a:ext uri="{FF2B5EF4-FFF2-40B4-BE49-F238E27FC236}">
                  <a16:creationId xmlns:a16="http://schemas.microsoft.com/office/drawing/2014/main" id="{DFC30917-CCD5-32E9-CFB7-FBAC4EB2350B}"/>
                </a:ext>
              </a:extLst>
            </p:cNvPr>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148;p17">
              <a:extLst>
                <a:ext uri="{FF2B5EF4-FFF2-40B4-BE49-F238E27FC236}">
                  <a16:creationId xmlns:a16="http://schemas.microsoft.com/office/drawing/2014/main" id="{020F265B-FE9D-D8C9-1CA8-B2FF5F1AF87B}"/>
                </a:ext>
              </a:extLst>
            </p:cNvPr>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149;p17">
              <a:extLst>
                <a:ext uri="{FF2B5EF4-FFF2-40B4-BE49-F238E27FC236}">
                  <a16:creationId xmlns:a16="http://schemas.microsoft.com/office/drawing/2014/main" id="{A8E61F52-A303-88C3-3D2F-E9DA65093D55}"/>
                </a:ext>
              </a:extLst>
            </p:cNvPr>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150;p17">
              <a:extLst>
                <a:ext uri="{FF2B5EF4-FFF2-40B4-BE49-F238E27FC236}">
                  <a16:creationId xmlns:a16="http://schemas.microsoft.com/office/drawing/2014/main" id="{674CCC0B-8391-2BA2-5004-DCBC56DBC5F5}"/>
                </a:ext>
              </a:extLst>
            </p:cNvPr>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151;p17">
              <a:extLst>
                <a:ext uri="{FF2B5EF4-FFF2-40B4-BE49-F238E27FC236}">
                  <a16:creationId xmlns:a16="http://schemas.microsoft.com/office/drawing/2014/main" id="{5D28F9B6-715B-3818-554B-7BCBAE3B1F2A}"/>
                </a:ext>
              </a:extLst>
            </p:cNvPr>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152;p17">
              <a:extLst>
                <a:ext uri="{FF2B5EF4-FFF2-40B4-BE49-F238E27FC236}">
                  <a16:creationId xmlns:a16="http://schemas.microsoft.com/office/drawing/2014/main" id="{3935569C-6B91-20AC-1ABD-D768008F7A09}"/>
                </a:ext>
              </a:extLst>
            </p:cNvPr>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153;p17">
              <a:extLst>
                <a:ext uri="{FF2B5EF4-FFF2-40B4-BE49-F238E27FC236}">
                  <a16:creationId xmlns:a16="http://schemas.microsoft.com/office/drawing/2014/main" id="{874AD436-4BD7-DB33-C21A-CEC628D339E1}"/>
                </a:ext>
              </a:extLst>
            </p:cNvPr>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154;p17">
              <a:extLst>
                <a:ext uri="{FF2B5EF4-FFF2-40B4-BE49-F238E27FC236}">
                  <a16:creationId xmlns:a16="http://schemas.microsoft.com/office/drawing/2014/main" id="{57C75347-BD91-42AB-3570-64848BB162E8}"/>
                </a:ext>
              </a:extLst>
            </p:cNvPr>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155;p17">
              <a:extLst>
                <a:ext uri="{FF2B5EF4-FFF2-40B4-BE49-F238E27FC236}">
                  <a16:creationId xmlns:a16="http://schemas.microsoft.com/office/drawing/2014/main" id="{A5D7B29B-9DA1-865F-09B1-E1C81D4BB6AB}"/>
                </a:ext>
              </a:extLst>
            </p:cNvPr>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156;p17">
              <a:extLst>
                <a:ext uri="{FF2B5EF4-FFF2-40B4-BE49-F238E27FC236}">
                  <a16:creationId xmlns:a16="http://schemas.microsoft.com/office/drawing/2014/main" id="{A03555CE-5830-F7DC-D848-30586C267CFD}"/>
                </a:ext>
              </a:extLst>
            </p:cNvPr>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157;p17">
              <a:extLst>
                <a:ext uri="{FF2B5EF4-FFF2-40B4-BE49-F238E27FC236}">
                  <a16:creationId xmlns:a16="http://schemas.microsoft.com/office/drawing/2014/main" id="{A4062711-912F-E933-EC74-7C498FFA0442}"/>
                </a:ext>
              </a:extLst>
            </p:cNvPr>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158;p17">
              <a:extLst>
                <a:ext uri="{FF2B5EF4-FFF2-40B4-BE49-F238E27FC236}">
                  <a16:creationId xmlns:a16="http://schemas.microsoft.com/office/drawing/2014/main" id="{F4A4EC75-115B-8EC5-050E-213AB91B9AA7}"/>
                </a:ext>
              </a:extLst>
            </p:cNvPr>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159;p17">
              <a:extLst>
                <a:ext uri="{FF2B5EF4-FFF2-40B4-BE49-F238E27FC236}">
                  <a16:creationId xmlns:a16="http://schemas.microsoft.com/office/drawing/2014/main" id="{0794FD31-FC0A-E194-379F-FAF5515BDB19}"/>
                </a:ext>
              </a:extLst>
            </p:cNvPr>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160;p17">
              <a:extLst>
                <a:ext uri="{FF2B5EF4-FFF2-40B4-BE49-F238E27FC236}">
                  <a16:creationId xmlns:a16="http://schemas.microsoft.com/office/drawing/2014/main" id="{5C39470E-87E3-09B6-57C6-37F125407C98}"/>
                </a:ext>
              </a:extLst>
            </p:cNvPr>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161;p17">
              <a:extLst>
                <a:ext uri="{FF2B5EF4-FFF2-40B4-BE49-F238E27FC236}">
                  <a16:creationId xmlns:a16="http://schemas.microsoft.com/office/drawing/2014/main" id="{6DE38283-667A-8E56-3CE2-41AE9D868A27}"/>
                </a:ext>
              </a:extLst>
            </p:cNvPr>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162;p17">
              <a:extLst>
                <a:ext uri="{FF2B5EF4-FFF2-40B4-BE49-F238E27FC236}">
                  <a16:creationId xmlns:a16="http://schemas.microsoft.com/office/drawing/2014/main" id="{98D3202C-1F90-92C3-8C9C-D0CD19722D72}"/>
                </a:ext>
              </a:extLst>
            </p:cNvPr>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163;p17">
              <a:extLst>
                <a:ext uri="{FF2B5EF4-FFF2-40B4-BE49-F238E27FC236}">
                  <a16:creationId xmlns:a16="http://schemas.microsoft.com/office/drawing/2014/main" id="{C6FB4011-1B62-ED31-D56A-24B4130B0A04}"/>
                </a:ext>
              </a:extLst>
            </p:cNvPr>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164;p17">
              <a:extLst>
                <a:ext uri="{FF2B5EF4-FFF2-40B4-BE49-F238E27FC236}">
                  <a16:creationId xmlns:a16="http://schemas.microsoft.com/office/drawing/2014/main" id="{4530037C-84F9-1DEE-86AD-1EB50B02F2E8}"/>
                </a:ext>
              </a:extLst>
            </p:cNvPr>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165;p17">
              <a:extLst>
                <a:ext uri="{FF2B5EF4-FFF2-40B4-BE49-F238E27FC236}">
                  <a16:creationId xmlns:a16="http://schemas.microsoft.com/office/drawing/2014/main" id="{02262513-1037-990D-B15C-AC4C49D12944}"/>
                </a:ext>
              </a:extLst>
            </p:cNvPr>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166;p17">
              <a:extLst>
                <a:ext uri="{FF2B5EF4-FFF2-40B4-BE49-F238E27FC236}">
                  <a16:creationId xmlns:a16="http://schemas.microsoft.com/office/drawing/2014/main" id="{76FBC3A6-733A-E03F-23B2-1018C6DB0B75}"/>
                </a:ext>
              </a:extLst>
            </p:cNvPr>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167;p17">
              <a:extLst>
                <a:ext uri="{FF2B5EF4-FFF2-40B4-BE49-F238E27FC236}">
                  <a16:creationId xmlns:a16="http://schemas.microsoft.com/office/drawing/2014/main" id="{DF4AA9C6-A5B5-667B-CDAB-3CA6FA0AEEE7}"/>
                </a:ext>
              </a:extLst>
            </p:cNvPr>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168;p17">
              <a:extLst>
                <a:ext uri="{FF2B5EF4-FFF2-40B4-BE49-F238E27FC236}">
                  <a16:creationId xmlns:a16="http://schemas.microsoft.com/office/drawing/2014/main" id="{6F5B23C3-53A3-F563-4872-F456289B8EED}"/>
                </a:ext>
              </a:extLst>
            </p:cNvPr>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169;p17">
              <a:extLst>
                <a:ext uri="{FF2B5EF4-FFF2-40B4-BE49-F238E27FC236}">
                  <a16:creationId xmlns:a16="http://schemas.microsoft.com/office/drawing/2014/main" id="{11680860-53C1-A3E8-B393-9C4D55C74A8A}"/>
                </a:ext>
              </a:extLst>
            </p:cNvPr>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170;p17">
              <a:extLst>
                <a:ext uri="{FF2B5EF4-FFF2-40B4-BE49-F238E27FC236}">
                  <a16:creationId xmlns:a16="http://schemas.microsoft.com/office/drawing/2014/main" id="{E42C64C8-7F92-F503-42FD-601833873393}"/>
                </a:ext>
              </a:extLst>
            </p:cNvPr>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171;p17">
              <a:extLst>
                <a:ext uri="{FF2B5EF4-FFF2-40B4-BE49-F238E27FC236}">
                  <a16:creationId xmlns:a16="http://schemas.microsoft.com/office/drawing/2014/main" id="{FD8108CC-F7F0-9793-167C-A9C3A0A6822B}"/>
                </a:ext>
              </a:extLst>
            </p:cNvPr>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172;p17">
              <a:extLst>
                <a:ext uri="{FF2B5EF4-FFF2-40B4-BE49-F238E27FC236}">
                  <a16:creationId xmlns:a16="http://schemas.microsoft.com/office/drawing/2014/main" id="{35108363-FC34-8980-A7E7-0CD1B4212D51}"/>
                </a:ext>
              </a:extLst>
            </p:cNvPr>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5" name="Google Shape;215;p17">
            <a:extLst>
              <a:ext uri="{FF2B5EF4-FFF2-40B4-BE49-F238E27FC236}">
                <a16:creationId xmlns:a16="http://schemas.microsoft.com/office/drawing/2014/main" id="{2BE6841E-882A-54EE-0980-7EC6F6710536}"/>
              </a:ext>
            </a:extLst>
          </p:cNvPr>
          <p:cNvGrpSpPr/>
          <p:nvPr/>
        </p:nvGrpSpPr>
        <p:grpSpPr>
          <a:xfrm>
            <a:off x="339353" y="2723518"/>
            <a:ext cx="455177" cy="413953"/>
            <a:chOff x="4705178" y="2485990"/>
            <a:chExt cx="455177" cy="413953"/>
          </a:xfrm>
        </p:grpSpPr>
        <p:sp>
          <p:nvSpPr>
            <p:cNvPr id="2316" name="Google Shape;216;p17">
              <a:extLst>
                <a:ext uri="{FF2B5EF4-FFF2-40B4-BE49-F238E27FC236}">
                  <a16:creationId xmlns:a16="http://schemas.microsoft.com/office/drawing/2014/main" id="{A496818F-3387-D66F-E9AF-66A6C9B30DEB}"/>
                </a:ext>
              </a:extLst>
            </p:cNvPr>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17;p17">
              <a:extLst>
                <a:ext uri="{FF2B5EF4-FFF2-40B4-BE49-F238E27FC236}">
                  <a16:creationId xmlns:a16="http://schemas.microsoft.com/office/drawing/2014/main" id="{1D124A0C-43EF-1230-9162-34F831AFD803}"/>
                </a:ext>
              </a:extLst>
            </p:cNvPr>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18;p17">
              <a:extLst>
                <a:ext uri="{FF2B5EF4-FFF2-40B4-BE49-F238E27FC236}">
                  <a16:creationId xmlns:a16="http://schemas.microsoft.com/office/drawing/2014/main" id="{FA3420E2-B030-1425-ECFB-62CC4B50DEFD}"/>
                </a:ext>
              </a:extLst>
            </p:cNvPr>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19;p17">
              <a:extLst>
                <a:ext uri="{FF2B5EF4-FFF2-40B4-BE49-F238E27FC236}">
                  <a16:creationId xmlns:a16="http://schemas.microsoft.com/office/drawing/2014/main" id="{9A667F01-76EE-3EF0-D776-3693CC1245DA}"/>
                </a:ext>
              </a:extLst>
            </p:cNvPr>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20;p17">
              <a:extLst>
                <a:ext uri="{FF2B5EF4-FFF2-40B4-BE49-F238E27FC236}">
                  <a16:creationId xmlns:a16="http://schemas.microsoft.com/office/drawing/2014/main" id="{28E3F8FC-E709-EBD2-9904-743BEF271C92}"/>
                </a:ext>
              </a:extLst>
            </p:cNvPr>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21;p17">
              <a:extLst>
                <a:ext uri="{FF2B5EF4-FFF2-40B4-BE49-F238E27FC236}">
                  <a16:creationId xmlns:a16="http://schemas.microsoft.com/office/drawing/2014/main" id="{6FDAB937-9BDC-C856-0231-372F1BBCF751}"/>
                </a:ext>
              </a:extLst>
            </p:cNvPr>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22;p17">
              <a:extLst>
                <a:ext uri="{FF2B5EF4-FFF2-40B4-BE49-F238E27FC236}">
                  <a16:creationId xmlns:a16="http://schemas.microsoft.com/office/drawing/2014/main" id="{EB3A8A6C-B33D-C794-D45D-A42C16893B3E}"/>
                </a:ext>
              </a:extLst>
            </p:cNvPr>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23;p17">
              <a:extLst>
                <a:ext uri="{FF2B5EF4-FFF2-40B4-BE49-F238E27FC236}">
                  <a16:creationId xmlns:a16="http://schemas.microsoft.com/office/drawing/2014/main" id="{55DAD03B-0878-F548-742F-00026BFE45E3}"/>
                </a:ext>
              </a:extLst>
            </p:cNvPr>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24;p17">
              <a:extLst>
                <a:ext uri="{FF2B5EF4-FFF2-40B4-BE49-F238E27FC236}">
                  <a16:creationId xmlns:a16="http://schemas.microsoft.com/office/drawing/2014/main" id="{DA1C8A5E-2EB7-ABB1-56E7-9C3ABA4328B5}"/>
                </a:ext>
              </a:extLst>
            </p:cNvPr>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25;p17">
              <a:extLst>
                <a:ext uri="{FF2B5EF4-FFF2-40B4-BE49-F238E27FC236}">
                  <a16:creationId xmlns:a16="http://schemas.microsoft.com/office/drawing/2014/main" id="{FD4B082C-5840-0C96-8D35-42D167442E86}"/>
                </a:ext>
              </a:extLst>
            </p:cNvPr>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26;p17">
              <a:extLst>
                <a:ext uri="{FF2B5EF4-FFF2-40B4-BE49-F238E27FC236}">
                  <a16:creationId xmlns:a16="http://schemas.microsoft.com/office/drawing/2014/main" id="{7FC90C66-446F-8781-5EC6-B8AF3BF88670}"/>
                </a:ext>
              </a:extLst>
            </p:cNvPr>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27;p17">
              <a:extLst>
                <a:ext uri="{FF2B5EF4-FFF2-40B4-BE49-F238E27FC236}">
                  <a16:creationId xmlns:a16="http://schemas.microsoft.com/office/drawing/2014/main" id="{B89FC23A-37A5-93CC-3735-ACE8B5993D92}"/>
                </a:ext>
              </a:extLst>
            </p:cNvPr>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28;p17">
              <a:extLst>
                <a:ext uri="{FF2B5EF4-FFF2-40B4-BE49-F238E27FC236}">
                  <a16:creationId xmlns:a16="http://schemas.microsoft.com/office/drawing/2014/main" id="{A9F0D7EF-DD60-98C9-0039-131244A759CB}"/>
                </a:ext>
              </a:extLst>
            </p:cNvPr>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29;p17">
              <a:extLst>
                <a:ext uri="{FF2B5EF4-FFF2-40B4-BE49-F238E27FC236}">
                  <a16:creationId xmlns:a16="http://schemas.microsoft.com/office/drawing/2014/main" id="{D419DBA1-139B-844F-CBAC-3536594D15BB}"/>
                </a:ext>
              </a:extLst>
            </p:cNvPr>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0;p17">
              <a:extLst>
                <a:ext uri="{FF2B5EF4-FFF2-40B4-BE49-F238E27FC236}">
                  <a16:creationId xmlns:a16="http://schemas.microsoft.com/office/drawing/2014/main" id="{932AE6D8-0049-AFF1-A259-C5A205DDC173}"/>
                </a:ext>
              </a:extLst>
            </p:cNvPr>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1;p17">
              <a:extLst>
                <a:ext uri="{FF2B5EF4-FFF2-40B4-BE49-F238E27FC236}">
                  <a16:creationId xmlns:a16="http://schemas.microsoft.com/office/drawing/2014/main" id="{5147E30D-DAE9-750B-F625-69DA0D70599C}"/>
                </a:ext>
              </a:extLst>
            </p:cNvPr>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2;p17">
              <a:extLst>
                <a:ext uri="{FF2B5EF4-FFF2-40B4-BE49-F238E27FC236}">
                  <a16:creationId xmlns:a16="http://schemas.microsoft.com/office/drawing/2014/main" id="{EBCDA9EC-7E33-934F-695E-B1323BFF504D}"/>
                </a:ext>
              </a:extLst>
            </p:cNvPr>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p17">
              <a:extLst>
                <a:ext uri="{FF2B5EF4-FFF2-40B4-BE49-F238E27FC236}">
                  <a16:creationId xmlns:a16="http://schemas.microsoft.com/office/drawing/2014/main" id="{DC0AD541-66E7-B8A8-F91C-DD9F76466015}"/>
                </a:ext>
              </a:extLst>
            </p:cNvPr>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4;p17">
              <a:extLst>
                <a:ext uri="{FF2B5EF4-FFF2-40B4-BE49-F238E27FC236}">
                  <a16:creationId xmlns:a16="http://schemas.microsoft.com/office/drawing/2014/main" id="{C1D142EB-64DF-29A0-0021-3F1487ECB885}"/>
                </a:ext>
              </a:extLst>
            </p:cNvPr>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5;p17">
              <a:extLst>
                <a:ext uri="{FF2B5EF4-FFF2-40B4-BE49-F238E27FC236}">
                  <a16:creationId xmlns:a16="http://schemas.microsoft.com/office/drawing/2014/main" id="{2B1FEB00-15D7-A445-DDE4-6E689BEE7EFB}"/>
                </a:ext>
              </a:extLst>
            </p:cNvPr>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6;p17">
              <a:extLst>
                <a:ext uri="{FF2B5EF4-FFF2-40B4-BE49-F238E27FC236}">
                  <a16:creationId xmlns:a16="http://schemas.microsoft.com/office/drawing/2014/main" id="{E58FD023-C60A-E559-37EB-F9E051F592AD}"/>
                </a:ext>
              </a:extLst>
            </p:cNvPr>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7;p17">
              <a:extLst>
                <a:ext uri="{FF2B5EF4-FFF2-40B4-BE49-F238E27FC236}">
                  <a16:creationId xmlns:a16="http://schemas.microsoft.com/office/drawing/2014/main" id="{822AA806-0B4E-1CE7-11EB-509F535CA057}"/>
                </a:ext>
              </a:extLst>
            </p:cNvPr>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8;p17">
              <a:extLst>
                <a:ext uri="{FF2B5EF4-FFF2-40B4-BE49-F238E27FC236}">
                  <a16:creationId xmlns:a16="http://schemas.microsoft.com/office/drawing/2014/main" id="{7048EC02-B653-C4A5-C72D-D38BBB0545BF}"/>
                </a:ext>
              </a:extLst>
            </p:cNvPr>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39" name="Picture 2">
            <a:extLst>
              <a:ext uri="{FF2B5EF4-FFF2-40B4-BE49-F238E27FC236}">
                <a16:creationId xmlns:a16="http://schemas.microsoft.com/office/drawing/2014/main" id="{127F08C3-B55A-D87D-59AD-D099CBDE6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864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7DDF72C7-6EE8-F835-E032-3694C426B918}"/>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B1DB5AE8-A1CA-17F5-B64C-BBBDBCBAC431}"/>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 sz="2800" dirty="0"/>
              <a:t>1.0 Introduction – Background</a:t>
            </a:r>
            <a:endParaRPr sz="2800" dirty="0"/>
          </a:p>
        </p:txBody>
      </p:sp>
      <p:sp>
        <p:nvSpPr>
          <p:cNvPr id="2195" name="Google Shape;2195;p34">
            <a:extLst>
              <a:ext uri="{FF2B5EF4-FFF2-40B4-BE49-F238E27FC236}">
                <a16:creationId xmlns:a16="http://schemas.microsoft.com/office/drawing/2014/main" id="{CBC7ACF3-D1FD-6E65-3914-22727D874146}"/>
              </a:ext>
            </a:extLst>
          </p:cNvPr>
          <p:cNvSpPr txBox="1"/>
          <p:nvPr/>
        </p:nvSpPr>
        <p:spPr>
          <a:xfrm>
            <a:off x="2816752" y="2723518"/>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sz="1600" dirty="0">
                <a:solidFill>
                  <a:schemeClr val="dk1"/>
                </a:solidFill>
                <a:latin typeface="Montserrat SemiBold"/>
                <a:ea typeface="Montserrat SemiBold"/>
                <a:cs typeface="Montserrat SemiBold"/>
                <a:sym typeface="Montserrat SemiBold"/>
              </a:rPr>
              <a:t>Project Undertaken ( HyperHive )</a:t>
            </a:r>
          </a:p>
        </p:txBody>
      </p:sp>
      <p:grpSp>
        <p:nvGrpSpPr>
          <p:cNvPr id="2203" name="Google Shape;2203;p34">
            <a:extLst>
              <a:ext uri="{FF2B5EF4-FFF2-40B4-BE49-F238E27FC236}">
                <a16:creationId xmlns:a16="http://schemas.microsoft.com/office/drawing/2014/main" id="{AB7F940B-3295-4560-B38F-9E30BE02710B}"/>
              </a:ext>
            </a:extLst>
          </p:cNvPr>
          <p:cNvGrpSpPr>
            <a:grpSpLocks noGrp="1" noUngrp="1" noRot="1" noMove="1" noResize="1"/>
          </p:cNvGrpSpPr>
          <p:nvPr/>
        </p:nvGrpSpPr>
        <p:grpSpPr>
          <a:xfrm>
            <a:off x="550987" y="1142581"/>
            <a:ext cx="2136682" cy="3406977"/>
            <a:chOff x="550987" y="1142581"/>
            <a:chExt cx="2136682" cy="3406977"/>
          </a:xfrm>
        </p:grpSpPr>
        <p:grpSp>
          <p:nvGrpSpPr>
            <p:cNvPr id="2204" name="Google Shape;2204;p34">
              <a:extLst>
                <a:ext uri="{FF2B5EF4-FFF2-40B4-BE49-F238E27FC236}">
                  <a16:creationId xmlns:a16="http://schemas.microsoft.com/office/drawing/2014/main" id="{F6450FC9-32A7-37C9-FF15-2E044BDB44F5}"/>
                </a:ext>
              </a:extLst>
            </p:cNvPr>
            <p:cNvGrpSpPr>
              <a:grpSpLocks noGrp="1" noUngrp="1" noRot="1" noMove="1" noResize="1"/>
            </p:cNvGrpSpPr>
            <p:nvPr/>
          </p:nvGrpSpPr>
          <p:grpSpPr>
            <a:xfrm>
              <a:off x="802213" y="1431111"/>
              <a:ext cx="1885456" cy="1867669"/>
              <a:chOff x="2605700" y="3152850"/>
              <a:chExt cx="594125" cy="616250"/>
            </a:xfrm>
          </p:grpSpPr>
          <p:sp>
            <p:nvSpPr>
              <p:cNvPr id="2205" name="Google Shape;2205;p34">
                <a:extLst>
                  <a:ext uri="{FF2B5EF4-FFF2-40B4-BE49-F238E27FC236}">
                    <a16:creationId xmlns:a16="http://schemas.microsoft.com/office/drawing/2014/main" id="{E686A229-6295-1506-8D3C-B20274B50319}"/>
                  </a:ext>
                </a:extLst>
              </p:cNvPr>
              <p:cNvSpPr>
                <a:spLocks noGrp="1" noRot="1" noMove="1" noResize="1" noEditPoints="1" noAdjustHandles="1" noChangeArrowheads="1" noChangeShapeType="1"/>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w="19050" cap="flat" cmpd="sng">
                <a:solidFill>
                  <a:schemeClr val="dk1"/>
                </a:solidFill>
                <a:prstDash val="solid"/>
                <a:round/>
                <a:headEnd type="none" w="med" len="med"/>
                <a:tailEnd type="none" w="med" len="med"/>
              </a:ln>
            </p:spPr>
            <p:txBody>
              <a:bodyPr/>
              <a:lstStyle/>
              <a:p>
                <a:pPr algn="ctr"/>
                <a:endParaRPr lang="en-US"/>
              </a:p>
            </p:txBody>
          </p:sp>
          <p:sp>
            <p:nvSpPr>
              <p:cNvPr id="2206" name="Google Shape;2206;p34">
                <a:extLst>
                  <a:ext uri="{FF2B5EF4-FFF2-40B4-BE49-F238E27FC236}">
                    <a16:creationId xmlns:a16="http://schemas.microsoft.com/office/drawing/2014/main" id="{658A9677-D70A-4924-F272-2F5A878F8CBD}"/>
                  </a:ext>
                </a:extLst>
              </p:cNvPr>
              <p:cNvSpPr>
                <a:spLocks noGrp="1" noRot="1" noMove="1" noResize="1" noEditPoints="1" noAdjustHandles="1" noChangeArrowheads="1" noChangeShapeType="1"/>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grpSp>
        <p:grpSp>
          <p:nvGrpSpPr>
            <p:cNvPr id="2207" name="Google Shape;2207;p34">
              <a:extLst>
                <a:ext uri="{FF2B5EF4-FFF2-40B4-BE49-F238E27FC236}">
                  <a16:creationId xmlns:a16="http://schemas.microsoft.com/office/drawing/2014/main" id="{F8FD36E9-F293-9500-39A5-26B0FBA7695B}"/>
                </a:ext>
              </a:extLst>
            </p:cNvPr>
            <p:cNvGrpSpPr>
              <a:grpSpLocks noGrp="1" noUngrp="1" noRot="1" noMove="1" noResize="1"/>
            </p:cNvGrpSpPr>
            <p:nvPr/>
          </p:nvGrpSpPr>
          <p:grpSpPr>
            <a:xfrm>
              <a:off x="1037220" y="2243044"/>
              <a:ext cx="580671" cy="2306514"/>
              <a:chOff x="2680375" y="3423800"/>
              <a:chExt cx="182975" cy="761050"/>
            </a:xfrm>
          </p:grpSpPr>
          <p:sp>
            <p:nvSpPr>
              <p:cNvPr id="2208" name="Google Shape;2208;p34">
                <a:extLst>
                  <a:ext uri="{FF2B5EF4-FFF2-40B4-BE49-F238E27FC236}">
                    <a16:creationId xmlns:a16="http://schemas.microsoft.com/office/drawing/2014/main" id="{90CD6335-4590-454A-2C81-DA2DC08056BB}"/>
                  </a:ext>
                </a:extLst>
              </p:cNvPr>
              <p:cNvSpPr>
                <a:spLocks noGrp="1" noRot="1" noMove="1" noResize="1" noEditPoints="1" noAdjustHandles="1" noChangeArrowheads="1" noChangeShapeType="1"/>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lt2"/>
              </a:solidFill>
              <a:ln w="19050" cap="flat" cmpd="sng">
                <a:solidFill>
                  <a:schemeClr val="dk1"/>
                </a:solidFill>
                <a:prstDash val="solid"/>
                <a:round/>
                <a:headEnd type="none" w="med" len="med"/>
                <a:tailEnd type="none" w="med" len="med"/>
              </a:ln>
            </p:spPr>
            <p:txBody>
              <a:bodyPr/>
              <a:lstStyle/>
              <a:p>
                <a:pPr algn="ctr"/>
                <a:endParaRPr lang="en-US"/>
              </a:p>
            </p:txBody>
          </p:sp>
          <p:sp>
            <p:nvSpPr>
              <p:cNvPr id="2209" name="Google Shape;2209;p34">
                <a:extLst>
                  <a:ext uri="{FF2B5EF4-FFF2-40B4-BE49-F238E27FC236}">
                    <a16:creationId xmlns:a16="http://schemas.microsoft.com/office/drawing/2014/main" id="{A18152AD-1665-9CE1-2EF0-AEB071D1A92A}"/>
                  </a:ext>
                </a:extLst>
              </p:cNvPr>
              <p:cNvSpPr>
                <a:spLocks noGrp="1" noRot="1" noMove="1" noResize="1" noEditPoints="1" noAdjustHandles="1" noChangeArrowheads="1" noChangeShapeType="1"/>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210" name="Google Shape;2210;p34">
              <a:extLst>
                <a:ext uri="{FF2B5EF4-FFF2-40B4-BE49-F238E27FC236}">
                  <a16:creationId xmlns:a16="http://schemas.microsoft.com/office/drawing/2014/main" id="{048FD884-7765-18CC-A35C-157A5641408B}"/>
                </a:ext>
              </a:extLst>
            </p:cNvPr>
            <p:cNvSpPr>
              <a:spLocks noGrp="1" noRot="1" noMove="1" noResize="1" noEditPoints="1" noAdjustHandles="1" noChangeArrowheads="1" noChangeShapeType="1"/>
            </p:cNvSpPr>
            <p:nvPr/>
          </p:nvSpPr>
          <p:spPr>
            <a:xfrm>
              <a:off x="1737983" y="4241922"/>
              <a:ext cx="124560" cy="6826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1" name="Google Shape;2211;p34">
              <a:extLst>
                <a:ext uri="{FF2B5EF4-FFF2-40B4-BE49-F238E27FC236}">
                  <a16:creationId xmlns:a16="http://schemas.microsoft.com/office/drawing/2014/main" id="{54EB52C3-FC49-6BA6-EB9E-154A2F6E7DE5}"/>
                </a:ext>
              </a:extLst>
            </p:cNvPr>
            <p:cNvSpPr>
              <a:spLocks noGrp="1" noRot="1" noMove="1" noResize="1" noEditPoints="1" noAdjustHandles="1" noChangeArrowheads="1" noChangeShapeType="1"/>
            </p:cNvSpPr>
            <p:nvPr/>
          </p:nvSpPr>
          <p:spPr>
            <a:xfrm>
              <a:off x="1787728" y="1448606"/>
              <a:ext cx="129558" cy="177599"/>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2" name="Google Shape;2212;p34">
              <a:extLst>
                <a:ext uri="{FF2B5EF4-FFF2-40B4-BE49-F238E27FC236}">
                  <a16:creationId xmlns:a16="http://schemas.microsoft.com/office/drawing/2014/main" id="{23D1FB01-7513-43C0-1DE3-B4B7375FB825}"/>
                </a:ext>
              </a:extLst>
            </p:cNvPr>
            <p:cNvSpPr>
              <a:spLocks noGrp="1" noRot="1" noMove="1" noResize="1" noEditPoints="1" noAdjustHandles="1" noChangeArrowheads="1" noChangeShapeType="1"/>
            </p:cNvSpPr>
            <p:nvPr/>
          </p:nvSpPr>
          <p:spPr>
            <a:xfrm>
              <a:off x="1626749" y="1431104"/>
              <a:ext cx="184301" cy="191919"/>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3" name="Google Shape;2213;p34">
              <a:extLst>
                <a:ext uri="{FF2B5EF4-FFF2-40B4-BE49-F238E27FC236}">
                  <a16:creationId xmlns:a16="http://schemas.microsoft.com/office/drawing/2014/main" id="{D879A220-48F8-C0FC-E775-E912D9CD5381}"/>
                </a:ext>
              </a:extLst>
            </p:cNvPr>
            <p:cNvSpPr>
              <a:spLocks noGrp="1" noRot="1" noMove="1" noResize="1" noEditPoints="1" noAdjustHandles="1" noChangeArrowheads="1" noChangeShapeType="1"/>
            </p:cNvSpPr>
            <p:nvPr/>
          </p:nvSpPr>
          <p:spPr>
            <a:xfrm>
              <a:off x="1470688" y="1321771"/>
              <a:ext cx="230793" cy="331407"/>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4" name="Google Shape;2214;p34">
              <a:extLst>
                <a:ext uri="{FF2B5EF4-FFF2-40B4-BE49-F238E27FC236}">
                  <a16:creationId xmlns:a16="http://schemas.microsoft.com/office/drawing/2014/main" id="{A1EDEF23-94DC-1C92-A4C1-F5BFEA027805}"/>
                </a:ext>
              </a:extLst>
            </p:cNvPr>
            <p:cNvSpPr>
              <a:spLocks noGrp="1" noRot="1" noMove="1" noResize="1" noEditPoints="1" noAdjustHandles="1" noChangeArrowheads="1" noChangeShapeType="1"/>
            </p:cNvSpPr>
            <p:nvPr/>
          </p:nvSpPr>
          <p:spPr>
            <a:xfrm>
              <a:off x="931181" y="1153719"/>
              <a:ext cx="609312" cy="523250"/>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34">
              <a:extLst>
                <a:ext uri="{FF2B5EF4-FFF2-40B4-BE49-F238E27FC236}">
                  <a16:creationId xmlns:a16="http://schemas.microsoft.com/office/drawing/2014/main" id="{A5B2EDBF-D5B7-675F-AE2D-28E70DED23FE}"/>
                </a:ext>
              </a:extLst>
            </p:cNvPr>
            <p:cNvSpPr>
              <a:spLocks noGrp="1" noRot="1" noMove="1" noResize="1" noEditPoints="1" noAdjustHandles="1" noChangeArrowheads="1" noChangeShapeType="1"/>
            </p:cNvSpPr>
            <p:nvPr/>
          </p:nvSpPr>
          <p:spPr>
            <a:xfrm>
              <a:off x="660554" y="1142581"/>
              <a:ext cx="551237" cy="749947"/>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6" name="Google Shape;2216;p34">
              <a:extLst>
                <a:ext uri="{FF2B5EF4-FFF2-40B4-BE49-F238E27FC236}">
                  <a16:creationId xmlns:a16="http://schemas.microsoft.com/office/drawing/2014/main" id="{019483F5-0733-CDAD-72FB-5E7B2B8B525D}"/>
                </a:ext>
              </a:extLst>
            </p:cNvPr>
            <p:cNvSpPr>
              <a:spLocks noGrp="1" noRot="1" noMove="1" noResize="1" noEditPoints="1" noAdjustHandles="1" noChangeArrowheads="1" noChangeShapeType="1"/>
            </p:cNvSpPr>
            <p:nvPr/>
          </p:nvSpPr>
          <p:spPr>
            <a:xfrm>
              <a:off x="565982" y="1640373"/>
              <a:ext cx="272286" cy="28549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7" name="Google Shape;2217;p34">
              <a:extLst>
                <a:ext uri="{FF2B5EF4-FFF2-40B4-BE49-F238E27FC236}">
                  <a16:creationId xmlns:a16="http://schemas.microsoft.com/office/drawing/2014/main" id="{51D89357-C956-FE6E-F5CD-A13B22B4FB10}"/>
                </a:ext>
              </a:extLst>
            </p:cNvPr>
            <p:cNvSpPr>
              <a:spLocks noGrp="1" noRot="1" noMove="1" noResize="1" noEditPoints="1" noAdjustHandles="1" noChangeArrowheads="1" noChangeShapeType="1"/>
            </p:cNvSpPr>
            <p:nvPr/>
          </p:nvSpPr>
          <p:spPr>
            <a:xfrm>
              <a:off x="550987" y="1705381"/>
              <a:ext cx="591064" cy="832382"/>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8" name="Google Shape;2218;p34">
              <a:extLst>
                <a:ext uri="{FF2B5EF4-FFF2-40B4-BE49-F238E27FC236}">
                  <a16:creationId xmlns:a16="http://schemas.microsoft.com/office/drawing/2014/main" id="{2124BC2E-E426-6DB1-FBFE-913FC31F0382}"/>
                </a:ext>
              </a:extLst>
            </p:cNvPr>
            <p:cNvSpPr>
              <a:spLocks noGrp="1" noRot="1" noMove="1" noResize="1" noEditPoints="1" noAdjustHandles="1" noChangeArrowheads="1" noChangeShapeType="1"/>
            </p:cNvSpPr>
            <p:nvPr/>
          </p:nvSpPr>
          <p:spPr>
            <a:xfrm>
              <a:off x="1100491" y="2138165"/>
              <a:ext cx="571151" cy="608868"/>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sp>
          <p:nvSpPr>
            <p:cNvPr id="2219" name="Google Shape;2219;p34">
              <a:extLst>
                <a:ext uri="{FF2B5EF4-FFF2-40B4-BE49-F238E27FC236}">
                  <a16:creationId xmlns:a16="http://schemas.microsoft.com/office/drawing/2014/main" id="{5BADA640-80AD-5027-33FB-4E378784E615}"/>
                </a:ext>
              </a:extLst>
            </p:cNvPr>
            <p:cNvSpPr>
              <a:spLocks noGrp="1" noRot="1" noMove="1" noResize="1" noEditPoints="1" noAdjustHandles="1" noChangeArrowheads="1" noChangeShapeType="1"/>
            </p:cNvSpPr>
            <p:nvPr/>
          </p:nvSpPr>
          <p:spPr>
            <a:xfrm>
              <a:off x="1445776" y="2569433"/>
              <a:ext cx="391848" cy="394824"/>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A6CBC2"/>
                </a:solidFill>
              </a:endParaRPr>
            </a:p>
          </p:txBody>
        </p:sp>
        <p:sp>
          <p:nvSpPr>
            <p:cNvPr id="2220" name="Google Shape;2220;p34">
              <a:extLst>
                <a:ext uri="{FF2B5EF4-FFF2-40B4-BE49-F238E27FC236}">
                  <a16:creationId xmlns:a16="http://schemas.microsoft.com/office/drawing/2014/main" id="{FCF7BC77-FFCA-FAA7-8DF0-6DEA36211229}"/>
                </a:ext>
              </a:extLst>
            </p:cNvPr>
            <p:cNvSpPr>
              <a:spLocks noGrp="1" noRot="1" noMove="1" noResize="1" noEditPoints="1" noAdjustHandles="1" noChangeArrowheads="1" noChangeShapeType="1"/>
            </p:cNvSpPr>
            <p:nvPr/>
          </p:nvSpPr>
          <p:spPr>
            <a:xfrm>
              <a:off x="1684825" y="3081468"/>
              <a:ext cx="232459" cy="252154"/>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221" name="Google Shape;2221;p34">
              <a:extLst>
                <a:ext uri="{FF2B5EF4-FFF2-40B4-BE49-F238E27FC236}">
                  <a16:creationId xmlns:a16="http://schemas.microsoft.com/office/drawing/2014/main" id="{D429617E-923D-0243-A325-C308F26D3EE0}"/>
                </a:ext>
              </a:extLst>
            </p:cNvPr>
            <p:cNvGrpSpPr>
              <a:grpSpLocks noGrp="1" noUngrp="1" noRot="1" noMove="1" noResize="1"/>
            </p:cNvGrpSpPr>
            <p:nvPr/>
          </p:nvGrpSpPr>
          <p:grpSpPr>
            <a:xfrm>
              <a:off x="1136788" y="2693103"/>
              <a:ext cx="732206" cy="1813647"/>
              <a:chOff x="2711750" y="3572300"/>
              <a:chExt cx="230725" cy="598425"/>
            </a:xfrm>
          </p:grpSpPr>
          <p:sp>
            <p:nvSpPr>
              <p:cNvPr id="2222" name="Google Shape;2222;p34">
                <a:extLst>
                  <a:ext uri="{FF2B5EF4-FFF2-40B4-BE49-F238E27FC236}">
                    <a16:creationId xmlns:a16="http://schemas.microsoft.com/office/drawing/2014/main" id="{7F127AC7-383B-00BB-F719-760FA9BB3B1F}"/>
                  </a:ext>
                </a:extLst>
              </p:cNvPr>
              <p:cNvSpPr>
                <a:spLocks noGrp="1" noRot="1" noMove="1" noResize="1" noEditPoints="1" noAdjustHandles="1" noChangeArrowheads="1" noChangeShapeType="1"/>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3" name="Google Shape;2223;p34">
                <a:extLst>
                  <a:ext uri="{FF2B5EF4-FFF2-40B4-BE49-F238E27FC236}">
                    <a16:creationId xmlns:a16="http://schemas.microsoft.com/office/drawing/2014/main" id="{5C0D2EA1-CA89-E5C0-C19E-DF0F2C319DC5}"/>
                  </a:ext>
                </a:extLst>
              </p:cNvPr>
              <p:cNvSpPr>
                <a:spLocks noGrp="1" noRot="1" noMove="1" noResize="1" noEditPoints="1" noAdjustHandles="1" noChangeArrowheads="1" noChangeShapeType="1"/>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4" name="Google Shape;2188;p34">
            <a:extLst>
              <a:ext uri="{FF2B5EF4-FFF2-40B4-BE49-F238E27FC236}">
                <a16:creationId xmlns:a16="http://schemas.microsoft.com/office/drawing/2014/main" id="{ED592E7E-F773-1B6C-404B-22971A47C9C3}"/>
              </a:ext>
            </a:extLst>
          </p:cNvPr>
          <p:cNvSpPr>
            <a:spLocks noGrp="1" noRot="1" noMove="1" noResize="1" noEditPoints="1" noAdjustHandles="1" noChangeArrowheads="1" noChangeShapeType="1"/>
          </p:cNvSpPr>
          <p:nvPr/>
        </p:nvSpPr>
        <p:spPr>
          <a:xfrm>
            <a:off x="7962938"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7" name="Google Shape;2193;p34">
            <a:extLst>
              <a:ext uri="{FF2B5EF4-FFF2-40B4-BE49-F238E27FC236}">
                <a16:creationId xmlns:a16="http://schemas.microsoft.com/office/drawing/2014/main" id="{6E8BB0B6-4A9C-A5C9-0BBC-9CAFB969162A}"/>
              </a:ext>
            </a:extLst>
          </p:cNvPr>
          <p:cNvSpPr txBox="1"/>
          <p:nvPr/>
        </p:nvSpPr>
        <p:spPr>
          <a:xfrm>
            <a:off x="2789445" y="1838468"/>
            <a:ext cx="5084865" cy="377100"/>
          </a:xfrm>
          <a:prstGeom prst="rect">
            <a:avLst/>
          </a:prstGeom>
          <a:noFill/>
          <a:ln>
            <a:noFill/>
          </a:ln>
        </p:spPr>
        <p:txBody>
          <a:bodyPr spcFirstLastPara="1" wrap="square" lIns="91425" tIns="91425" rIns="91425" bIns="91425" anchor="b" anchorCtr="0">
            <a:noAutofit/>
          </a:bodyPr>
          <a:lstStyle/>
          <a:p>
            <a:pPr algn="r"/>
            <a:r>
              <a:rPr lang="en-US" sz="1600" dirty="0">
                <a:solidFill>
                  <a:schemeClr val="dk1"/>
                </a:solidFill>
                <a:latin typeface="Montserrat SemiBold"/>
                <a:ea typeface="Montserrat SemiBold"/>
                <a:cs typeface="Montserrat SemiBold"/>
                <a:sym typeface="Montserrat SemiBold"/>
              </a:rPr>
              <a:t>About Ever Core Labs ( </a:t>
            </a:r>
            <a:r>
              <a:rPr lang="en-US" sz="1600" dirty="0">
                <a:solidFill>
                  <a:schemeClr val="dk1"/>
                </a:solidFill>
                <a:latin typeface="Montserrat SemiBold"/>
              </a:rPr>
              <a:t>Company’s Overview  </a:t>
            </a:r>
            <a:r>
              <a:rPr lang="en-US" sz="1600" dirty="0">
                <a:solidFill>
                  <a:schemeClr val="dk1"/>
                </a:solidFill>
                <a:latin typeface="Montserrat SemiBold"/>
                <a:ea typeface="Montserrat SemiBold"/>
                <a:cs typeface="Montserrat SemiBold"/>
                <a:sym typeface="Montserrat SemiBold"/>
              </a:rPr>
              <a:t>)</a:t>
            </a:r>
          </a:p>
        </p:txBody>
      </p:sp>
      <p:sp>
        <p:nvSpPr>
          <p:cNvPr id="2" name="Google Shape;2189;p34">
            <a:extLst>
              <a:ext uri="{FF2B5EF4-FFF2-40B4-BE49-F238E27FC236}">
                <a16:creationId xmlns:a16="http://schemas.microsoft.com/office/drawing/2014/main" id="{AFF5BBC4-D59E-A73B-2021-F035074D5846}"/>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3" name="Google Shape;2190;p34">
            <a:extLst>
              <a:ext uri="{FF2B5EF4-FFF2-40B4-BE49-F238E27FC236}">
                <a16:creationId xmlns:a16="http://schemas.microsoft.com/office/drawing/2014/main" id="{DDDD8BA2-EEB0-6C84-04C1-6B748B5B7643}"/>
              </a:ext>
            </a:extLst>
          </p:cNvPr>
          <p:cNvSpPr>
            <a:spLocks/>
          </p:cNvSpPr>
          <p:nvPr/>
        </p:nvSpPr>
        <p:spPr>
          <a:xfrm>
            <a:off x="7976087" y="380875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5" name="Google Shape;2191;p34">
            <a:extLst>
              <a:ext uri="{FF2B5EF4-FFF2-40B4-BE49-F238E27FC236}">
                <a16:creationId xmlns:a16="http://schemas.microsoft.com/office/drawing/2014/main" id="{07B5D174-8F9C-3281-B8DB-F6D46BD17286}"/>
              </a:ext>
            </a:extLst>
          </p:cNvPr>
          <p:cNvSpPr txBox="1"/>
          <p:nvPr/>
        </p:nvSpPr>
        <p:spPr>
          <a:xfrm>
            <a:off x="2800919" y="3934750"/>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Hyperhive</a:t>
            </a:r>
            <a:endParaRPr sz="1600" dirty="0">
              <a:solidFill>
                <a:schemeClr val="dk1"/>
              </a:solidFill>
              <a:latin typeface="Montserrat SemiBold"/>
              <a:ea typeface="Montserrat SemiBold"/>
              <a:cs typeface="Montserrat SemiBold"/>
              <a:sym typeface="Montserrat SemiBold"/>
            </a:endParaRPr>
          </a:p>
        </p:txBody>
      </p:sp>
      <p:sp>
        <p:nvSpPr>
          <p:cNvPr id="6" name="Google Shape;2194;p34">
            <a:extLst>
              <a:ext uri="{FF2B5EF4-FFF2-40B4-BE49-F238E27FC236}">
                <a16:creationId xmlns:a16="http://schemas.microsoft.com/office/drawing/2014/main" id="{52D232FC-E374-153E-868D-A0ABBCDEC093}"/>
              </a:ext>
            </a:extLst>
          </p:cNvPr>
          <p:cNvSpPr txBox="1"/>
          <p:nvPr/>
        </p:nvSpPr>
        <p:spPr>
          <a:xfrm>
            <a:off x="2836076" y="2981840"/>
            <a:ext cx="5242591" cy="561600"/>
          </a:xfrm>
          <a:prstGeom prst="rect">
            <a:avLst/>
          </a:prstGeom>
          <a:noFill/>
          <a:ln>
            <a:noFill/>
          </a:ln>
        </p:spPr>
        <p:txBody>
          <a:bodyPr spcFirstLastPara="1" wrap="square" lIns="91425" tIns="91425" rIns="91425" bIns="91425" anchor="t" anchorCtr="0">
            <a:no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200" dirty="0">
                <a:solidFill>
                  <a:schemeClr val="dk1"/>
                </a:solidFill>
                <a:latin typeface="Montserrat Medium"/>
              </a:rPr>
              <a:t>The company is currently undertaking a project to design the </a:t>
            </a:r>
            <a:r>
              <a:rPr lang="en-US" altLang="en-US" sz="1200" b="1" dirty="0">
                <a:solidFill>
                  <a:schemeClr val="dk1"/>
                </a:solidFill>
                <a:latin typeface="Montserrat Medium"/>
              </a:rPr>
              <a:t>Personalized Adaptive Learning System (PALS)</a:t>
            </a:r>
            <a:r>
              <a:rPr lang="en-US" altLang="en-US" sz="1200" dirty="0">
                <a:solidFill>
                  <a:schemeClr val="dk1"/>
                </a:solidFill>
                <a:latin typeface="Montserrat Medium"/>
              </a:rPr>
              <a:t>, </a:t>
            </a:r>
            <a:r>
              <a:rPr lang="en-US" altLang="en-US" sz="1200" b="1" dirty="0">
                <a:solidFill>
                  <a:schemeClr val="dk1"/>
                </a:solidFill>
                <a:latin typeface="Montserrat Medium"/>
              </a:rPr>
              <a:t>HyperHive</a:t>
            </a:r>
            <a:r>
              <a:rPr lang="en-US" altLang="en-US" sz="1200" dirty="0">
                <a:solidFill>
                  <a:schemeClr val="dk1"/>
                </a:solidFill>
                <a:latin typeface="Montserrat Medium"/>
              </a:rPr>
              <a:t>, a concept tailored specifically for </a:t>
            </a:r>
            <a:r>
              <a:rPr lang="en-US" altLang="en-US" sz="1200" i="1" spc="300" dirty="0" err="1">
                <a:solidFill>
                  <a:schemeClr val="dk1"/>
                </a:solidFill>
                <a:latin typeface="Montserrat Medium"/>
              </a:rPr>
              <a:t>Sekolah</a:t>
            </a:r>
            <a:r>
              <a:rPr lang="en-US" altLang="en-US" sz="1200" i="1" spc="300" dirty="0">
                <a:solidFill>
                  <a:schemeClr val="dk1"/>
                </a:solidFill>
                <a:latin typeface="Montserrat Medium"/>
              </a:rPr>
              <a:t> Sri </a:t>
            </a:r>
            <a:r>
              <a:rPr lang="en-US" altLang="en-US" sz="1200" i="1" spc="300" dirty="0" err="1">
                <a:solidFill>
                  <a:schemeClr val="dk1"/>
                </a:solidFill>
                <a:latin typeface="Montserrat Medium"/>
              </a:rPr>
              <a:t>Acmar</a:t>
            </a:r>
            <a:r>
              <a:rPr lang="en-US" altLang="en-US" sz="1200" dirty="0">
                <a:solidFill>
                  <a:schemeClr val="dk1"/>
                </a:solidFill>
                <a:latin typeface="Montserrat Medium"/>
              </a:rPr>
              <a:t>, aiming to revolutionize the school’s approach to education.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solidFill>
                <a:schemeClr val="dk1"/>
              </a:solidFill>
              <a:latin typeface="Montserrat Medium"/>
            </a:endParaRPr>
          </a:p>
        </p:txBody>
      </p:sp>
      <p:grpSp>
        <p:nvGrpSpPr>
          <p:cNvPr id="8" name="Google Shape;2391;p35">
            <a:extLst>
              <a:ext uri="{FF2B5EF4-FFF2-40B4-BE49-F238E27FC236}">
                <a16:creationId xmlns:a16="http://schemas.microsoft.com/office/drawing/2014/main" id="{A4F16136-B7B0-A259-8EB6-CD6EACA1235B}"/>
              </a:ext>
            </a:extLst>
          </p:cNvPr>
          <p:cNvGrpSpPr/>
          <p:nvPr/>
        </p:nvGrpSpPr>
        <p:grpSpPr>
          <a:xfrm>
            <a:off x="7521077" y="992172"/>
            <a:ext cx="455010" cy="454080"/>
            <a:chOff x="3363305" y="1063034"/>
            <a:chExt cx="455010" cy="454080"/>
          </a:xfrm>
        </p:grpSpPr>
        <p:sp>
          <p:nvSpPr>
            <p:cNvPr id="9" name="Google Shape;2392;p35">
              <a:extLst>
                <a:ext uri="{FF2B5EF4-FFF2-40B4-BE49-F238E27FC236}">
                  <a16:creationId xmlns:a16="http://schemas.microsoft.com/office/drawing/2014/main" id="{6DAEF1D9-B292-259A-25CD-BB5381EB2D84}"/>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93;p35">
              <a:extLst>
                <a:ext uri="{FF2B5EF4-FFF2-40B4-BE49-F238E27FC236}">
                  <a16:creationId xmlns:a16="http://schemas.microsoft.com/office/drawing/2014/main" id="{74FACA64-5612-155A-FBC7-D8A9E9544627}"/>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94;p35">
              <a:extLst>
                <a:ext uri="{FF2B5EF4-FFF2-40B4-BE49-F238E27FC236}">
                  <a16:creationId xmlns:a16="http://schemas.microsoft.com/office/drawing/2014/main" id="{CBFF122E-DAA7-7447-7545-830B1476E96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95;p35">
              <a:extLst>
                <a:ext uri="{FF2B5EF4-FFF2-40B4-BE49-F238E27FC236}">
                  <a16:creationId xmlns:a16="http://schemas.microsoft.com/office/drawing/2014/main" id="{22D76384-8C20-3062-BCE4-22073E1C4A63}"/>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6;p35">
              <a:extLst>
                <a:ext uri="{FF2B5EF4-FFF2-40B4-BE49-F238E27FC236}">
                  <a16:creationId xmlns:a16="http://schemas.microsoft.com/office/drawing/2014/main" id="{F725D4A7-1C61-92EA-953C-BDC5F674DB56}"/>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7;p35">
              <a:extLst>
                <a:ext uri="{FF2B5EF4-FFF2-40B4-BE49-F238E27FC236}">
                  <a16:creationId xmlns:a16="http://schemas.microsoft.com/office/drawing/2014/main" id="{DE6F7329-5093-C14E-B6DD-AD91E7459152}"/>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8;p35">
              <a:extLst>
                <a:ext uri="{FF2B5EF4-FFF2-40B4-BE49-F238E27FC236}">
                  <a16:creationId xmlns:a16="http://schemas.microsoft.com/office/drawing/2014/main" id="{769CA20D-5630-150B-95BE-9183E6C876A6}"/>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9;p35">
              <a:extLst>
                <a:ext uri="{FF2B5EF4-FFF2-40B4-BE49-F238E27FC236}">
                  <a16:creationId xmlns:a16="http://schemas.microsoft.com/office/drawing/2014/main" id="{62490B4E-3A12-D52B-AC37-23080C32ABB7}"/>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400;p35">
              <a:extLst>
                <a:ext uri="{FF2B5EF4-FFF2-40B4-BE49-F238E27FC236}">
                  <a16:creationId xmlns:a16="http://schemas.microsoft.com/office/drawing/2014/main" id="{6A5E1AE2-AC5C-1861-A098-5F7FD10840D9}"/>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401;p35">
              <a:extLst>
                <a:ext uri="{FF2B5EF4-FFF2-40B4-BE49-F238E27FC236}">
                  <a16:creationId xmlns:a16="http://schemas.microsoft.com/office/drawing/2014/main" id="{1B908B26-E814-AE14-CAC7-1B22F9C52256}"/>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402;p35">
              <a:extLst>
                <a:ext uri="{FF2B5EF4-FFF2-40B4-BE49-F238E27FC236}">
                  <a16:creationId xmlns:a16="http://schemas.microsoft.com/office/drawing/2014/main" id="{3A9B317A-7366-EBF2-6C46-85A899D06F8F}"/>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3;p35">
              <a:extLst>
                <a:ext uri="{FF2B5EF4-FFF2-40B4-BE49-F238E27FC236}">
                  <a16:creationId xmlns:a16="http://schemas.microsoft.com/office/drawing/2014/main" id="{729A8134-CEFC-42A0-306F-9D3785F475D0}"/>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4;p35">
              <a:extLst>
                <a:ext uri="{FF2B5EF4-FFF2-40B4-BE49-F238E27FC236}">
                  <a16:creationId xmlns:a16="http://schemas.microsoft.com/office/drawing/2014/main" id="{CF119AEF-71A5-67E0-97A8-0B60BD7AF15F}"/>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5;p35">
              <a:extLst>
                <a:ext uri="{FF2B5EF4-FFF2-40B4-BE49-F238E27FC236}">
                  <a16:creationId xmlns:a16="http://schemas.microsoft.com/office/drawing/2014/main" id="{8DC5CA83-619C-8AA7-CD25-E6FD15A9F3B4}"/>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6;p35">
              <a:extLst>
                <a:ext uri="{FF2B5EF4-FFF2-40B4-BE49-F238E27FC236}">
                  <a16:creationId xmlns:a16="http://schemas.microsoft.com/office/drawing/2014/main" id="{C10288D6-CB09-2627-E39E-8B202BE3BDC6}"/>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7;p35">
              <a:extLst>
                <a:ext uri="{FF2B5EF4-FFF2-40B4-BE49-F238E27FC236}">
                  <a16:creationId xmlns:a16="http://schemas.microsoft.com/office/drawing/2014/main" id="{3E4F3C6E-4BBB-A370-05A2-CEFC8F5D7515}"/>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8;p35">
              <a:extLst>
                <a:ext uri="{FF2B5EF4-FFF2-40B4-BE49-F238E27FC236}">
                  <a16:creationId xmlns:a16="http://schemas.microsoft.com/office/drawing/2014/main" id="{093E6122-D1B7-ED59-5035-C403592D03B0}"/>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9;p35">
              <a:extLst>
                <a:ext uri="{FF2B5EF4-FFF2-40B4-BE49-F238E27FC236}">
                  <a16:creationId xmlns:a16="http://schemas.microsoft.com/office/drawing/2014/main" id="{AC45C0FF-54A3-1984-A3BF-03E1AF781476}"/>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10;p35">
              <a:extLst>
                <a:ext uri="{FF2B5EF4-FFF2-40B4-BE49-F238E27FC236}">
                  <a16:creationId xmlns:a16="http://schemas.microsoft.com/office/drawing/2014/main" id="{1DB041F0-A28D-1706-B671-B73CBE8D4FBA}"/>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11;p35">
              <a:extLst>
                <a:ext uri="{FF2B5EF4-FFF2-40B4-BE49-F238E27FC236}">
                  <a16:creationId xmlns:a16="http://schemas.microsoft.com/office/drawing/2014/main" id="{E7866A2C-8DF3-2C1D-2DA3-8C758212D454}"/>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12;p35">
              <a:extLst>
                <a:ext uri="{FF2B5EF4-FFF2-40B4-BE49-F238E27FC236}">
                  <a16:creationId xmlns:a16="http://schemas.microsoft.com/office/drawing/2014/main" id="{9E49AA60-B0EE-0252-E582-4687849BCC3C}"/>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3;p35">
              <a:extLst>
                <a:ext uri="{FF2B5EF4-FFF2-40B4-BE49-F238E27FC236}">
                  <a16:creationId xmlns:a16="http://schemas.microsoft.com/office/drawing/2014/main" id="{B1FA0F3A-252B-F16A-9AA5-C82FCC087B81}"/>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249;p35">
            <a:extLst>
              <a:ext uri="{FF2B5EF4-FFF2-40B4-BE49-F238E27FC236}">
                <a16:creationId xmlns:a16="http://schemas.microsoft.com/office/drawing/2014/main" id="{B9FCE8A3-A3D3-4811-EE37-6BE764114D65}"/>
              </a:ext>
            </a:extLst>
          </p:cNvPr>
          <p:cNvGrpSpPr/>
          <p:nvPr/>
        </p:nvGrpSpPr>
        <p:grpSpPr>
          <a:xfrm>
            <a:off x="8129841" y="2711689"/>
            <a:ext cx="423892" cy="421693"/>
            <a:chOff x="2716201" y="4267204"/>
            <a:chExt cx="454986" cy="452626"/>
          </a:xfrm>
        </p:grpSpPr>
        <p:sp>
          <p:nvSpPr>
            <p:cNvPr id="32" name="Google Shape;3250;p35">
              <a:extLst>
                <a:ext uri="{FF2B5EF4-FFF2-40B4-BE49-F238E27FC236}">
                  <a16:creationId xmlns:a16="http://schemas.microsoft.com/office/drawing/2014/main" id="{5F2493F3-B4FB-E6F9-6D64-3AB13D6C70F9}"/>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251;p35">
              <a:extLst>
                <a:ext uri="{FF2B5EF4-FFF2-40B4-BE49-F238E27FC236}">
                  <a16:creationId xmlns:a16="http://schemas.microsoft.com/office/drawing/2014/main" id="{F1A3F27B-3D5A-9716-8CB7-5B3565CCA188}"/>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252;p35">
              <a:extLst>
                <a:ext uri="{FF2B5EF4-FFF2-40B4-BE49-F238E27FC236}">
                  <a16:creationId xmlns:a16="http://schemas.microsoft.com/office/drawing/2014/main" id="{9AF58480-D14A-FCB2-B400-54047282B416}"/>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253;p35">
              <a:extLst>
                <a:ext uri="{FF2B5EF4-FFF2-40B4-BE49-F238E27FC236}">
                  <a16:creationId xmlns:a16="http://schemas.microsoft.com/office/drawing/2014/main" id="{9194C20E-6DE0-0A6C-0FEB-DBFA2AC47F20}"/>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4;p35">
              <a:extLst>
                <a:ext uri="{FF2B5EF4-FFF2-40B4-BE49-F238E27FC236}">
                  <a16:creationId xmlns:a16="http://schemas.microsoft.com/office/drawing/2014/main" id="{6F0AEB73-4BEE-6377-D5FC-AD229C460619}"/>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5;p35">
              <a:extLst>
                <a:ext uri="{FF2B5EF4-FFF2-40B4-BE49-F238E27FC236}">
                  <a16:creationId xmlns:a16="http://schemas.microsoft.com/office/drawing/2014/main" id="{B33AC719-815B-C3DB-A906-03DCC5EE63FC}"/>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6;p35">
              <a:extLst>
                <a:ext uri="{FF2B5EF4-FFF2-40B4-BE49-F238E27FC236}">
                  <a16:creationId xmlns:a16="http://schemas.microsoft.com/office/drawing/2014/main" id="{0B25E933-7094-4549-E5DE-5A53C75D6A5F}"/>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7;p35">
              <a:extLst>
                <a:ext uri="{FF2B5EF4-FFF2-40B4-BE49-F238E27FC236}">
                  <a16:creationId xmlns:a16="http://schemas.microsoft.com/office/drawing/2014/main" id="{3561884A-8119-4583-2B7C-62D454A0E715}"/>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8;p35">
              <a:extLst>
                <a:ext uri="{FF2B5EF4-FFF2-40B4-BE49-F238E27FC236}">
                  <a16:creationId xmlns:a16="http://schemas.microsoft.com/office/drawing/2014/main" id="{E05C1A2D-9F16-6241-9063-E60CB9D9E39A}"/>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9;p35">
              <a:extLst>
                <a:ext uri="{FF2B5EF4-FFF2-40B4-BE49-F238E27FC236}">
                  <a16:creationId xmlns:a16="http://schemas.microsoft.com/office/drawing/2014/main" id="{DC17CF2E-46F6-974B-5FC6-16CF9C579408}"/>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60;p35">
              <a:extLst>
                <a:ext uri="{FF2B5EF4-FFF2-40B4-BE49-F238E27FC236}">
                  <a16:creationId xmlns:a16="http://schemas.microsoft.com/office/drawing/2014/main" id="{97B4D486-EF81-3EC7-6B8A-589178741ABA}"/>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61;p35">
              <a:extLst>
                <a:ext uri="{FF2B5EF4-FFF2-40B4-BE49-F238E27FC236}">
                  <a16:creationId xmlns:a16="http://schemas.microsoft.com/office/drawing/2014/main" id="{2AA9A82B-F4C0-1A03-BC78-309608B5303A}"/>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62;p35">
              <a:extLst>
                <a:ext uri="{FF2B5EF4-FFF2-40B4-BE49-F238E27FC236}">
                  <a16:creationId xmlns:a16="http://schemas.microsoft.com/office/drawing/2014/main" id="{1F734481-705B-FCD2-DD57-06961B22927B}"/>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3;p35">
              <a:extLst>
                <a:ext uri="{FF2B5EF4-FFF2-40B4-BE49-F238E27FC236}">
                  <a16:creationId xmlns:a16="http://schemas.microsoft.com/office/drawing/2014/main" id="{CC1789D7-122F-0346-AC5A-40CC499121E7}"/>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4;p35">
              <a:extLst>
                <a:ext uri="{FF2B5EF4-FFF2-40B4-BE49-F238E27FC236}">
                  <a16:creationId xmlns:a16="http://schemas.microsoft.com/office/drawing/2014/main" id="{BA92AC6E-6E0A-F907-A476-8441AB5B6538}"/>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5;p35">
              <a:extLst>
                <a:ext uri="{FF2B5EF4-FFF2-40B4-BE49-F238E27FC236}">
                  <a16:creationId xmlns:a16="http://schemas.microsoft.com/office/drawing/2014/main" id="{00118962-E6A1-296A-215A-D0C9BDCC8A9D}"/>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6;p35">
              <a:extLst>
                <a:ext uri="{FF2B5EF4-FFF2-40B4-BE49-F238E27FC236}">
                  <a16:creationId xmlns:a16="http://schemas.microsoft.com/office/drawing/2014/main" id="{0E640BED-FE65-A76C-1B10-EE2F897D421B}"/>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7;p35">
              <a:extLst>
                <a:ext uri="{FF2B5EF4-FFF2-40B4-BE49-F238E27FC236}">
                  <a16:creationId xmlns:a16="http://schemas.microsoft.com/office/drawing/2014/main" id="{EE8BFD79-6CAE-5B07-D3B0-35F7B60DAD6A}"/>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8;p35">
              <a:extLst>
                <a:ext uri="{FF2B5EF4-FFF2-40B4-BE49-F238E27FC236}">
                  <a16:creationId xmlns:a16="http://schemas.microsoft.com/office/drawing/2014/main" id="{EE90B11A-CD58-724F-228B-A4074436B751}"/>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9;p35">
              <a:extLst>
                <a:ext uri="{FF2B5EF4-FFF2-40B4-BE49-F238E27FC236}">
                  <a16:creationId xmlns:a16="http://schemas.microsoft.com/office/drawing/2014/main" id="{BCE75BE1-3962-BF81-05E3-0C24316DE2CB}"/>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70;p35">
              <a:extLst>
                <a:ext uri="{FF2B5EF4-FFF2-40B4-BE49-F238E27FC236}">
                  <a16:creationId xmlns:a16="http://schemas.microsoft.com/office/drawing/2014/main" id="{2BDB776D-8761-3231-AFE9-8FB968B83DB1}"/>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71;p35">
              <a:extLst>
                <a:ext uri="{FF2B5EF4-FFF2-40B4-BE49-F238E27FC236}">
                  <a16:creationId xmlns:a16="http://schemas.microsoft.com/office/drawing/2014/main" id="{8FB97A59-5234-C69D-01CD-76C83C787DB1}"/>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72;p35">
              <a:extLst>
                <a:ext uri="{FF2B5EF4-FFF2-40B4-BE49-F238E27FC236}">
                  <a16:creationId xmlns:a16="http://schemas.microsoft.com/office/drawing/2014/main" id="{E355F256-6537-B119-9B13-D476C70945F7}"/>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3;p35">
              <a:extLst>
                <a:ext uri="{FF2B5EF4-FFF2-40B4-BE49-F238E27FC236}">
                  <a16:creationId xmlns:a16="http://schemas.microsoft.com/office/drawing/2014/main" id="{277CE978-A65F-06FE-51B2-84AD2C4F5EAD}"/>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4;p35">
              <a:extLst>
                <a:ext uri="{FF2B5EF4-FFF2-40B4-BE49-F238E27FC236}">
                  <a16:creationId xmlns:a16="http://schemas.microsoft.com/office/drawing/2014/main" id="{02E32EA0-AE85-A1CD-7C84-3C088614EAD7}"/>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5;p35">
              <a:extLst>
                <a:ext uri="{FF2B5EF4-FFF2-40B4-BE49-F238E27FC236}">
                  <a16:creationId xmlns:a16="http://schemas.microsoft.com/office/drawing/2014/main" id="{26F7724A-7B51-8408-0755-7DCA48B790EE}"/>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6;p35">
              <a:extLst>
                <a:ext uri="{FF2B5EF4-FFF2-40B4-BE49-F238E27FC236}">
                  <a16:creationId xmlns:a16="http://schemas.microsoft.com/office/drawing/2014/main" id="{3EC0604C-B981-AAE0-AD79-270259F70688}"/>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7;p35">
              <a:extLst>
                <a:ext uri="{FF2B5EF4-FFF2-40B4-BE49-F238E27FC236}">
                  <a16:creationId xmlns:a16="http://schemas.microsoft.com/office/drawing/2014/main" id="{67E250F0-6375-43A3-6672-F116AC000D82}"/>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8;p35">
              <a:extLst>
                <a:ext uri="{FF2B5EF4-FFF2-40B4-BE49-F238E27FC236}">
                  <a16:creationId xmlns:a16="http://schemas.microsoft.com/office/drawing/2014/main" id="{8240B1D7-3B30-4069-D072-A5C6E7A37765}"/>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9;p35">
              <a:extLst>
                <a:ext uri="{FF2B5EF4-FFF2-40B4-BE49-F238E27FC236}">
                  <a16:creationId xmlns:a16="http://schemas.microsoft.com/office/drawing/2014/main" id="{93059E82-C86F-5CA0-D368-E668F16DC0B6}"/>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80;p35">
              <a:extLst>
                <a:ext uri="{FF2B5EF4-FFF2-40B4-BE49-F238E27FC236}">
                  <a16:creationId xmlns:a16="http://schemas.microsoft.com/office/drawing/2014/main" id="{1112C76B-FCF1-E682-AA10-3F1EFBA45BBC}"/>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81;p35">
              <a:extLst>
                <a:ext uri="{FF2B5EF4-FFF2-40B4-BE49-F238E27FC236}">
                  <a16:creationId xmlns:a16="http://schemas.microsoft.com/office/drawing/2014/main" id="{B684FEC0-F815-30D0-3569-73E5228A2BB3}"/>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82;p35">
              <a:extLst>
                <a:ext uri="{FF2B5EF4-FFF2-40B4-BE49-F238E27FC236}">
                  <a16:creationId xmlns:a16="http://schemas.microsoft.com/office/drawing/2014/main" id="{34C19527-E5E9-7AA7-725B-9EDE3C4ADDAE}"/>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3;p35">
              <a:extLst>
                <a:ext uri="{FF2B5EF4-FFF2-40B4-BE49-F238E27FC236}">
                  <a16:creationId xmlns:a16="http://schemas.microsoft.com/office/drawing/2014/main" id="{4A77220E-AE0B-8277-46E7-A4C68C577134}"/>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4;p35">
              <a:extLst>
                <a:ext uri="{FF2B5EF4-FFF2-40B4-BE49-F238E27FC236}">
                  <a16:creationId xmlns:a16="http://schemas.microsoft.com/office/drawing/2014/main" id="{5F89CDE2-BF6F-1216-C125-6C872341B177}"/>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5;p35">
              <a:extLst>
                <a:ext uri="{FF2B5EF4-FFF2-40B4-BE49-F238E27FC236}">
                  <a16:creationId xmlns:a16="http://schemas.microsoft.com/office/drawing/2014/main" id="{0A24050F-CF5F-9727-B920-D35D475D95FA}"/>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6;p35">
              <a:extLst>
                <a:ext uri="{FF2B5EF4-FFF2-40B4-BE49-F238E27FC236}">
                  <a16:creationId xmlns:a16="http://schemas.microsoft.com/office/drawing/2014/main" id="{EEF6D976-BF47-28DC-943A-2861C4923915}"/>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7;p35">
              <a:extLst>
                <a:ext uri="{FF2B5EF4-FFF2-40B4-BE49-F238E27FC236}">
                  <a16:creationId xmlns:a16="http://schemas.microsoft.com/office/drawing/2014/main" id="{DF8A3CF7-4B6C-56B7-90CE-545C954A80EE}"/>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8;p35">
              <a:extLst>
                <a:ext uri="{FF2B5EF4-FFF2-40B4-BE49-F238E27FC236}">
                  <a16:creationId xmlns:a16="http://schemas.microsoft.com/office/drawing/2014/main" id="{BA2F8974-795B-BD12-7C1A-FB74D8125AE9}"/>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9;p35">
              <a:extLst>
                <a:ext uri="{FF2B5EF4-FFF2-40B4-BE49-F238E27FC236}">
                  <a16:creationId xmlns:a16="http://schemas.microsoft.com/office/drawing/2014/main" id="{ACA125B5-5867-232D-B6EA-86347B46F890}"/>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90;p35">
              <a:extLst>
                <a:ext uri="{FF2B5EF4-FFF2-40B4-BE49-F238E27FC236}">
                  <a16:creationId xmlns:a16="http://schemas.microsoft.com/office/drawing/2014/main" id="{C9797BA5-82A4-758B-7211-1A90EF9CF7C0}"/>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91;p35">
              <a:extLst>
                <a:ext uri="{FF2B5EF4-FFF2-40B4-BE49-F238E27FC236}">
                  <a16:creationId xmlns:a16="http://schemas.microsoft.com/office/drawing/2014/main" id="{AF68A243-BD0C-FFB5-9871-B0EB826AB725}"/>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92;p35">
              <a:extLst>
                <a:ext uri="{FF2B5EF4-FFF2-40B4-BE49-F238E27FC236}">
                  <a16:creationId xmlns:a16="http://schemas.microsoft.com/office/drawing/2014/main" id="{067B2A14-A40D-177B-3602-8D1AFFBC8B27}"/>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3;p35">
              <a:extLst>
                <a:ext uri="{FF2B5EF4-FFF2-40B4-BE49-F238E27FC236}">
                  <a16:creationId xmlns:a16="http://schemas.microsoft.com/office/drawing/2014/main" id="{21AF5562-8359-8366-1423-4AEF163A4FBF}"/>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4;p35">
              <a:extLst>
                <a:ext uri="{FF2B5EF4-FFF2-40B4-BE49-F238E27FC236}">
                  <a16:creationId xmlns:a16="http://schemas.microsoft.com/office/drawing/2014/main" id="{EE83624A-6374-D569-67E7-B743C7885C03}"/>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5;p35">
              <a:extLst>
                <a:ext uri="{FF2B5EF4-FFF2-40B4-BE49-F238E27FC236}">
                  <a16:creationId xmlns:a16="http://schemas.microsoft.com/office/drawing/2014/main" id="{3ADD17DD-6A08-947F-9FB6-610FF838C225}"/>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6;p35">
              <a:extLst>
                <a:ext uri="{FF2B5EF4-FFF2-40B4-BE49-F238E27FC236}">
                  <a16:creationId xmlns:a16="http://schemas.microsoft.com/office/drawing/2014/main" id="{7A74B928-0AF3-8AC2-A4C7-9057CBA216DE}"/>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7;p35">
              <a:extLst>
                <a:ext uri="{FF2B5EF4-FFF2-40B4-BE49-F238E27FC236}">
                  <a16:creationId xmlns:a16="http://schemas.microsoft.com/office/drawing/2014/main" id="{DA028D13-ADF0-1638-B2F6-40C1155F8C01}"/>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8;p35">
              <a:extLst>
                <a:ext uri="{FF2B5EF4-FFF2-40B4-BE49-F238E27FC236}">
                  <a16:creationId xmlns:a16="http://schemas.microsoft.com/office/drawing/2014/main" id="{DFC9A689-6003-EDBA-9AF3-D329381BF512}"/>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9;p35">
              <a:extLst>
                <a:ext uri="{FF2B5EF4-FFF2-40B4-BE49-F238E27FC236}">
                  <a16:creationId xmlns:a16="http://schemas.microsoft.com/office/drawing/2014/main" id="{57DA9FAD-DA50-6D95-17E2-2CDCA48BB8CC}"/>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300;p35">
              <a:extLst>
                <a:ext uri="{FF2B5EF4-FFF2-40B4-BE49-F238E27FC236}">
                  <a16:creationId xmlns:a16="http://schemas.microsoft.com/office/drawing/2014/main" id="{67118095-FD16-89A4-EB61-FF1958E19F9A}"/>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301;p35">
              <a:extLst>
                <a:ext uri="{FF2B5EF4-FFF2-40B4-BE49-F238E27FC236}">
                  <a16:creationId xmlns:a16="http://schemas.microsoft.com/office/drawing/2014/main" id="{8613CBD8-003D-B415-BF2A-1C4E8B074C69}"/>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302;p35">
              <a:extLst>
                <a:ext uri="{FF2B5EF4-FFF2-40B4-BE49-F238E27FC236}">
                  <a16:creationId xmlns:a16="http://schemas.microsoft.com/office/drawing/2014/main" id="{2938EDB6-AF22-0696-2524-79F2DD2C1C3A}"/>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3;p35">
              <a:extLst>
                <a:ext uri="{FF2B5EF4-FFF2-40B4-BE49-F238E27FC236}">
                  <a16:creationId xmlns:a16="http://schemas.microsoft.com/office/drawing/2014/main" id="{1933159F-87CA-1837-8794-71F51D653E24}"/>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4;p35">
              <a:extLst>
                <a:ext uri="{FF2B5EF4-FFF2-40B4-BE49-F238E27FC236}">
                  <a16:creationId xmlns:a16="http://schemas.microsoft.com/office/drawing/2014/main" id="{38CF58AF-0C29-8E09-6C13-AD2BF432DD14}"/>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5;p35">
              <a:extLst>
                <a:ext uri="{FF2B5EF4-FFF2-40B4-BE49-F238E27FC236}">
                  <a16:creationId xmlns:a16="http://schemas.microsoft.com/office/drawing/2014/main" id="{38180701-6BFF-6B46-326A-C0F350C91599}"/>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6;p35">
              <a:extLst>
                <a:ext uri="{FF2B5EF4-FFF2-40B4-BE49-F238E27FC236}">
                  <a16:creationId xmlns:a16="http://schemas.microsoft.com/office/drawing/2014/main" id="{23ED39F2-BB52-2EFB-E583-04E11B9BA9CC}"/>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7;p35">
              <a:extLst>
                <a:ext uri="{FF2B5EF4-FFF2-40B4-BE49-F238E27FC236}">
                  <a16:creationId xmlns:a16="http://schemas.microsoft.com/office/drawing/2014/main" id="{D8FA4E96-D679-5AB5-C8E0-C67DE27845C7}"/>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8;p35">
              <a:extLst>
                <a:ext uri="{FF2B5EF4-FFF2-40B4-BE49-F238E27FC236}">
                  <a16:creationId xmlns:a16="http://schemas.microsoft.com/office/drawing/2014/main" id="{CCCE8082-3F33-6251-41C7-121D6E0D0D66}"/>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9;p35">
              <a:extLst>
                <a:ext uri="{FF2B5EF4-FFF2-40B4-BE49-F238E27FC236}">
                  <a16:creationId xmlns:a16="http://schemas.microsoft.com/office/drawing/2014/main" id="{43C8B465-94F1-13CF-D3E1-EF4C71A48F7C}"/>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10;p35">
              <a:extLst>
                <a:ext uri="{FF2B5EF4-FFF2-40B4-BE49-F238E27FC236}">
                  <a16:creationId xmlns:a16="http://schemas.microsoft.com/office/drawing/2014/main" id="{95726B8A-B909-DCB2-0203-55A0CC4297D3}"/>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11;p35">
              <a:extLst>
                <a:ext uri="{FF2B5EF4-FFF2-40B4-BE49-F238E27FC236}">
                  <a16:creationId xmlns:a16="http://schemas.microsoft.com/office/drawing/2014/main" id="{C5A60B79-4D76-230D-08D5-F99CB1C38C93}"/>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12;p35">
              <a:extLst>
                <a:ext uri="{FF2B5EF4-FFF2-40B4-BE49-F238E27FC236}">
                  <a16:creationId xmlns:a16="http://schemas.microsoft.com/office/drawing/2014/main" id="{A891E107-086F-DF44-122E-CD87D1C975D8}"/>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3;p35">
              <a:extLst>
                <a:ext uri="{FF2B5EF4-FFF2-40B4-BE49-F238E27FC236}">
                  <a16:creationId xmlns:a16="http://schemas.microsoft.com/office/drawing/2014/main" id="{38AA58CE-6697-5F0E-D0EA-EA242D94D942}"/>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4;p35">
              <a:extLst>
                <a:ext uri="{FF2B5EF4-FFF2-40B4-BE49-F238E27FC236}">
                  <a16:creationId xmlns:a16="http://schemas.microsoft.com/office/drawing/2014/main" id="{4FAE0F63-5803-8F5C-28BF-1D6BF48F9583}"/>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5;p35">
              <a:extLst>
                <a:ext uri="{FF2B5EF4-FFF2-40B4-BE49-F238E27FC236}">
                  <a16:creationId xmlns:a16="http://schemas.microsoft.com/office/drawing/2014/main" id="{9DBBB2B8-4E29-73A9-D45B-8285573EFA69}"/>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6;p35">
              <a:extLst>
                <a:ext uri="{FF2B5EF4-FFF2-40B4-BE49-F238E27FC236}">
                  <a16:creationId xmlns:a16="http://schemas.microsoft.com/office/drawing/2014/main" id="{24F78662-6AF8-12D3-5683-E1425593C071}"/>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7;p35">
              <a:extLst>
                <a:ext uri="{FF2B5EF4-FFF2-40B4-BE49-F238E27FC236}">
                  <a16:creationId xmlns:a16="http://schemas.microsoft.com/office/drawing/2014/main" id="{D4BD8619-7D3C-1224-FE7F-A3E8A8130107}"/>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8;p35">
              <a:extLst>
                <a:ext uri="{FF2B5EF4-FFF2-40B4-BE49-F238E27FC236}">
                  <a16:creationId xmlns:a16="http://schemas.microsoft.com/office/drawing/2014/main" id="{B75DD8A1-65F4-27A6-6E4D-72CF44F258E2}"/>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9;p35">
              <a:extLst>
                <a:ext uri="{FF2B5EF4-FFF2-40B4-BE49-F238E27FC236}">
                  <a16:creationId xmlns:a16="http://schemas.microsoft.com/office/drawing/2014/main" id="{AE36113E-B61D-5D67-8B1B-6CEDC23DCD80}"/>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20;p35">
              <a:extLst>
                <a:ext uri="{FF2B5EF4-FFF2-40B4-BE49-F238E27FC236}">
                  <a16:creationId xmlns:a16="http://schemas.microsoft.com/office/drawing/2014/main" id="{3DAEC93B-A062-4A7D-219A-48E5E4416C9E}"/>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0" name="Google Shape;215;p17">
            <a:extLst>
              <a:ext uri="{FF2B5EF4-FFF2-40B4-BE49-F238E27FC236}">
                <a16:creationId xmlns:a16="http://schemas.microsoft.com/office/drawing/2014/main" id="{E0905AD6-5E51-D14A-7D09-C8F554CEDED9}"/>
              </a:ext>
            </a:extLst>
          </p:cNvPr>
          <p:cNvGrpSpPr/>
          <p:nvPr/>
        </p:nvGrpSpPr>
        <p:grpSpPr>
          <a:xfrm>
            <a:off x="339353" y="2492776"/>
            <a:ext cx="455177" cy="413953"/>
            <a:chOff x="4705178" y="2485990"/>
            <a:chExt cx="455177" cy="413953"/>
          </a:xfrm>
        </p:grpSpPr>
        <p:sp>
          <p:nvSpPr>
            <p:cNvPr id="2241" name="Google Shape;216;p17">
              <a:extLst>
                <a:ext uri="{FF2B5EF4-FFF2-40B4-BE49-F238E27FC236}">
                  <a16:creationId xmlns:a16="http://schemas.microsoft.com/office/drawing/2014/main" id="{D7AFFDBF-86A7-3728-9C02-172D53212E4A}"/>
                </a:ext>
              </a:extLst>
            </p:cNvPr>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17;p17">
              <a:extLst>
                <a:ext uri="{FF2B5EF4-FFF2-40B4-BE49-F238E27FC236}">
                  <a16:creationId xmlns:a16="http://schemas.microsoft.com/office/drawing/2014/main" id="{350C642C-ABBD-CA9A-86CC-5BDEF6796093}"/>
                </a:ext>
              </a:extLst>
            </p:cNvPr>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18;p17">
              <a:extLst>
                <a:ext uri="{FF2B5EF4-FFF2-40B4-BE49-F238E27FC236}">
                  <a16:creationId xmlns:a16="http://schemas.microsoft.com/office/drawing/2014/main" id="{CD7689DE-3B53-AD3D-2B36-1F28937C537D}"/>
                </a:ext>
              </a:extLst>
            </p:cNvPr>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19;p17">
              <a:extLst>
                <a:ext uri="{FF2B5EF4-FFF2-40B4-BE49-F238E27FC236}">
                  <a16:creationId xmlns:a16="http://schemas.microsoft.com/office/drawing/2014/main" id="{516D90FB-3487-0DDE-1489-2D1C61F1FFC2}"/>
                </a:ext>
              </a:extLst>
            </p:cNvPr>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0;p17">
              <a:extLst>
                <a:ext uri="{FF2B5EF4-FFF2-40B4-BE49-F238E27FC236}">
                  <a16:creationId xmlns:a16="http://schemas.microsoft.com/office/drawing/2014/main" id="{9BD7B866-D652-D3FB-02EA-5EF4B261BCCC}"/>
                </a:ext>
              </a:extLst>
            </p:cNvPr>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1;p17">
              <a:extLst>
                <a:ext uri="{FF2B5EF4-FFF2-40B4-BE49-F238E27FC236}">
                  <a16:creationId xmlns:a16="http://schemas.microsoft.com/office/drawing/2014/main" id="{6D8FBC21-2317-1FE6-80BA-65EACE2B1C67}"/>
                </a:ext>
              </a:extLst>
            </p:cNvPr>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2;p17">
              <a:extLst>
                <a:ext uri="{FF2B5EF4-FFF2-40B4-BE49-F238E27FC236}">
                  <a16:creationId xmlns:a16="http://schemas.microsoft.com/office/drawing/2014/main" id="{D8B9AE98-E941-56EF-FAE5-FE7C358E29C8}"/>
                </a:ext>
              </a:extLst>
            </p:cNvPr>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3;p17">
              <a:extLst>
                <a:ext uri="{FF2B5EF4-FFF2-40B4-BE49-F238E27FC236}">
                  <a16:creationId xmlns:a16="http://schemas.microsoft.com/office/drawing/2014/main" id="{D3D706D7-A869-2EFC-0E4C-BA9ADA8CABDA}"/>
                </a:ext>
              </a:extLst>
            </p:cNvPr>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p17">
              <a:extLst>
                <a:ext uri="{FF2B5EF4-FFF2-40B4-BE49-F238E27FC236}">
                  <a16:creationId xmlns:a16="http://schemas.microsoft.com/office/drawing/2014/main" id="{2A9A9C9B-FC2B-D73B-64C5-49220916094F}"/>
                </a:ext>
              </a:extLst>
            </p:cNvPr>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p17">
              <a:extLst>
                <a:ext uri="{FF2B5EF4-FFF2-40B4-BE49-F238E27FC236}">
                  <a16:creationId xmlns:a16="http://schemas.microsoft.com/office/drawing/2014/main" id="{93D5A064-7D1B-875A-F13B-1385505C1F44}"/>
                </a:ext>
              </a:extLst>
            </p:cNvPr>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6;p17">
              <a:extLst>
                <a:ext uri="{FF2B5EF4-FFF2-40B4-BE49-F238E27FC236}">
                  <a16:creationId xmlns:a16="http://schemas.microsoft.com/office/drawing/2014/main" id="{98246508-C37A-40BD-D292-027F84D456DB}"/>
                </a:ext>
              </a:extLst>
            </p:cNvPr>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7;p17">
              <a:extLst>
                <a:ext uri="{FF2B5EF4-FFF2-40B4-BE49-F238E27FC236}">
                  <a16:creationId xmlns:a16="http://schemas.microsoft.com/office/drawing/2014/main" id="{23AFC6F7-569A-A350-815C-5C723CDDA323}"/>
                </a:ext>
              </a:extLst>
            </p:cNvPr>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8;p17">
              <a:extLst>
                <a:ext uri="{FF2B5EF4-FFF2-40B4-BE49-F238E27FC236}">
                  <a16:creationId xmlns:a16="http://schemas.microsoft.com/office/drawing/2014/main" id="{21D0C8AD-F9D2-3B8B-BB64-038BEB45E1C2}"/>
                </a:ext>
              </a:extLst>
            </p:cNvPr>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9;p17">
              <a:extLst>
                <a:ext uri="{FF2B5EF4-FFF2-40B4-BE49-F238E27FC236}">
                  <a16:creationId xmlns:a16="http://schemas.microsoft.com/office/drawing/2014/main" id="{036CD5CC-B916-C86B-CCD8-321721CEE693}"/>
                </a:ext>
              </a:extLst>
            </p:cNvPr>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30;p17">
              <a:extLst>
                <a:ext uri="{FF2B5EF4-FFF2-40B4-BE49-F238E27FC236}">
                  <a16:creationId xmlns:a16="http://schemas.microsoft.com/office/drawing/2014/main" id="{00E2E8AC-0569-C4F7-3CF5-3A1BEA0D741B}"/>
                </a:ext>
              </a:extLst>
            </p:cNvPr>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31;p17">
              <a:extLst>
                <a:ext uri="{FF2B5EF4-FFF2-40B4-BE49-F238E27FC236}">
                  <a16:creationId xmlns:a16="http://schemas.microsoft.com/office/drawing/2014/main" id="{E8CE6964-D3AF-30BD-F3ED-B7351E0AE40B}"/>
                </a:ext>
              </a:extLst>
            </p:cNvPr>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32;p17">
              <a:extLst>
                <a:ext uri="{FF2B5EF4-FFF2-40B4-BE49-F238E27FC236}">
                  <a16:creationId xmlns:a16="http://schemas.microsoft.com/office/drawing/2014/main" id="{58C8EC48-2EB6-519F-9F37-6A6D7A5D8C99}"/>
                </a:ext>
              </a:extLst>
            </p:cNvPr>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33;p17">
              <a:extLst>
                <a:ext uri="{FF2B5EF4-FFF2-40B4-BE49-F238E27FC236}">
                  <a16:creationId xmlns:a16="http://schemas.microsoft.com/office/drawing/2014/main" id="{207C556B-DA2B-F764-B589-189E81716201}"/>
                </a:ext>
              </a:extLst>
            </p:cNvPr>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34;p17">
              <a:extLst>
                <a:ext uri="{FF2B5EF4-FFF2-40B4-BE49-F238E27FC236}">
                  <a16:creationId xmlns:a16="http://schemas.microsoft.com/office/drawing/2014/main" id="{C9419294-AD59-66EF-148E-06817E3B620F}"/>
                </a:ext>
              </a:extLst>
            </p:cNvPr>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35;p17">
              <a:extLst>
                <a:ext uri="{FF2B5EF4-FFF2-40B4-BE49-F238E27FC236}">
                  <a16:creationId xmlns:a16="http://schemas.microsoft.com/office/drawing/2014/main" id="{720873CF-6AF9-707D-0BB9-AF0B0BD87C25}"/>
                </a:ext>
              </a:extLst>
            </p:cNvPr>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36;p17">
              <a:extLst>
                <a:ext uri="{FF2B5EF4-FFF2-40B4-BE49-F238E27FC236}">
                  <a16:creationId xmlns:a16="http://schemas.microsoft.com/office/drawing/2014/main" id="{41540CC6-E86C-5263-385D-B1BAD39E35FA}"/>
                </a:ext>
              </a:extLst>
            </p:cNvPr>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37;p17">
              <a:extLst>
                <a:ext uri="{FF2B5EF4-FFF2-40B4-BE49-F238E27FC236}">
                  <a16:creationId xmlns:a16="http://schemas.microsoft.com/office/drawing/2014/main" id="{D61A2DA8-41AE-7967-C862-C4305D7E6828}"/>
                </a:ext>
              </a:extLst>
            </p:cNvPr>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38;p17">
              <a:extLst>
                <a:ext uri="{FF2B5EF4-FFF2-40B4-BE49-F238E27FC236}">
                  <a16:creationId xmlns:a16="http://schemas.microsoft.com/office/drawing/2014/main" id="{16BC83AA-1903-76C0-83A7-138CB25188D3}"/>
                </a:ext>
              </a:extLst>
            </p:cNvPr>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4" name="Google Shape;144;p17">
            <a:extLst>
              <a:ext uri="{FF2B5EF4-FFF2-40B4-BE49-F238E27FC236}">
                <a16:creationId xmlns:a16="http://schemas.microsoft.com/office/drawing/2014/main" id="{63FBD38F-3DBD-73D0-B5A6-9006B3391D75}"/>
              </a:ext>
            </a:extLst>
          </p:cNvPr>
          <p:cNvGrpSpPr/>
          <p:nvPr/>
        </p:nvGrpSpPr>
        <p:grpSpPr>
          <a:xfrm>
            <a:off x="1943508" y="3477538"/>
            <a:ext cx="457182" cy="457212"/>
            <a:chOff x="2195817" y="2132165"/>
            <a:chExt cx="460451" cy="452864"/>
          </a:xfrm>
        </p:grpSpPr>
        <p:sp>
          <p:nvSpPr>
            <p:cNvPr id="2265" name="Google Shape;145;p17">
              <a:extLst>
                <a:ext uri="{FF2B5EF4-FFF2-40B4-BE49-F238E27FC236}">
                  <a16:creationId xmlns:a16="http://schemas.microsoft.com/office/drawing/2014/main" id="{DB376F8A-26D2-DD7E-85EA-4440BAE5C4B1}"/>
                </a:ext>
              </a:extLst>
            </p:cNvPr>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146;p17">
              <a:extLst>
                <a:ext uri="{FF2B5EF4-FFF2-40B4-BE49-F238E27FC236}">
                  <a16:creationId xmlns:a16="http://schemas.microsoft.com/office/drawing/2014/main" id="{1987D1BB-1E5F-DF7B-3FEC-A72AAC412FC3}"/>
                </a:ext>
              </a:extLst>
            </p:cNvPr>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147;p17">
              <a:extLst>
                <a:ext uri="{FF2B5EF4-FFF2-40B4-BE49-F238E27FC236}">
                  <a16:creationId xmlns:a16="http://schemas.microsoft.com/office/drawing/2014/main" id="{01439958-0A03-9915-DD30-67EF33C49E67}"/>
                </a:ext>
              </a:extLst>
            </p:cNvPr>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148;p17">
              <a:extLst>
                <a:ext uri="{FF2B5EF4-FFF2-40B4-BE49-F238E27FC236}">
                  <a16:creationId xmlns:a16="http://schemas.microsoft.com/office/drawing/2014/main" id="{0D882797-6CE3-1CE6-0A7F-E45A92376D5F}"/>
                </a:ext>
              </a:extLst>
            </p:cNvPr>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149;p17">
              <a:extLst>
                <a:ext uri="{FF2B5EF4-FFF2-40B4-BE49-F238E27FC236}">
                  <a16:creationId xmlns:a16="http://schemas.microsoft.com/office/drawing/2014/main" id="{542FBBA8-A4DE-989F-1672-B68E8FFF34A8}"/>
                </a:ext>
              </a:extLst>
            </p:cNvPr>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150;p17">
              <a:extLst>
                <a:ext uri="{FF2B5EF4-FFF2-40B4-BE49-F238E27FC236}">
                  <a16:creationId xmlns:a16="http://schemas.microsoft.com/office/drawing/2014/main" id="{E7C38766-749D-F865-1395-905502CBBE1B}"/>
                </a:ext>
              </a:extLst>
            </p:cNvPr>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151;p17">
              <a:extLst>
                <a:ext uri="{FF2B5EF4-FFF2-40B4-BE49-F238E27FC236}">
                  <a16:creationId xmlns:a16="http://schemas.microsoft.com/office/drawing/2014/main" id="{DECD60A9-4CD4-0BF5-438A-07B167DC7BC2}"/>
                </a:ext>
              </a:extLst>
            </p:cNvPr>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152;p17">
              <a:extLst>
                <a:ext uri="{FF2B5EF4-FFF2-40B4-BE49-F238E27FC236}">
                  <a16:creationId xmlns:a16="http://schemas.microsoft.com/office/drawing/2014/main" id="{C4D5608D-31E1-4F2D-6BD2-A19CC1CF225E}"/>
                </a:ext>
              </a:extLst>
            </p:cNvPr>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153;p17">
              <a:extLst>
                <a:ext uri="{FF2B5EF4-FFF2-40B4-BE49-F238E27FC236}">
                  <a16:creationId xmlns:a16="http://schemas.microsoft.com/office/drawing/2014/main" id="{B8C56056-33E0-EFA3-B567-CF0B8B55B599}"/>
                </a:ext>
              </a:extLst>
            </p:cNvPr>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154;p17">
              <a:extLst>
                <a:ext uri="{FF2B5EF4-FFF2-40B4-BE49-F238E27FC236}">
                  <a16:creationId xmlns:a16="http://schemas.microsoft.com/office/drawing/2014/main" id="{DFA06BFA-BF88-03E6-C75D-3E090ACA51A0}"/>
                </a:ext>
              </a:extLst>
            </p:cNvPr>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155;p17">
              <a:extLst>
                <a:ext uri="{FF2B5EF4-FFF2-40B4-BE49-F238E27FC236}">
                  <a16:creationId xmlns:a16="http://schemas.microsoft.com/office/drawing/2014/main" id="{1BC66C29-110A-95FD-6F22-09DC000E85CF}"/>
                </a:ext>
              </a:extLst>
            </p:cNvPr>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156;p17">
              <a:extLst>
                <a:ext uri="{FF2B5EF4-FFF2-40B4-BE49-F238E27FC236}">
                  <a16:creationId xmlns:a16="http://schemas.microsoft.com/office/drawing/2014/main" id="{2875A6BA-6EC1-DACE-ECF1-C1BAB610EF7D}"/>
                </a:ext>
              </a:extLst>
            </p:cNvPr>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157;p17">
              <a:extLst>
                <a:ext uri="{FF2B5EF4-FFF2-40B4-BE49-F238E27FC236}">
                  <a16:creationId xmlns:a16="http://schemas.microsoft.com/office/drawing/2014/main" id="{156ADB49-117F-8EE1-8978-8E3163D5C029}"/>
                </a:ext>
              </a:extLst>
            </p:cNvPr>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158;p17">
              <a:extLst>
                <a:ext uri="{FF2B5EF4-FFF2-40B4-BE49-F238E27FC236}">
                  <a16:creationId xmlns:a16="http://schemas.microsoft.com/office/drawing/2014/main" id="{3D479AA1-141B-2046-EA52-D12F17EA6689}"/>
                </a:ext>
              </a:extLst>
            </p:cNvPr>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159;p17">
              <a:extLst>
                <a:ext uri="{FF2B5EF4-FFF2-40B4-BE49-F238E27FC236}">
                  <a16:creationId xmlns:a16="http://schemas.microsoft.com/office/drawing/2014/main" id="{1DB84FA6-81C9-EBC5-96FC-5B797EFC24CA}"/>
                </a:ext>
              </a:extLst>
            </p:cNvPr>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160;p17">
              <a:extLst>
                <a:ext uri="{FF2B5EF4-FFF2-40B4-BE49-F238E27FC236}">
                  <a16:creationId xmlns:a16="http://schemas.microsoft.com/office/drawing/2014/main" id="{3B980253-DF83-64C9-6383-07595AA67DA6}"/>
                </a:ext>
              </a:extLst>
            </p:cNvPr>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161;p17">
              <a:extLst>
                <a:ext uri="{FF2B5EF4-FFF2-40B4-BE49-F238E27FC236}">
                  <a16:creationId xmlns:a16="http://schemas.microsoft.com/office/drawing/2014/main" id="{7AB492BA-9EF4-EC91-45B9-CCEDF4B64EDF}"/>
                </a:ext>
              </a:extLst>
            </p:cNvPr>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162;p17">
              <a:extLst>
                <a:ext uri="{FF2B5EF4-FFF2-40B4-BE49-F238E27FC236}">
                  <a16:creationId xmlns:a16="http://schemas.microsoft.com/office/drawing/2014/main" id="{B22F6E48-8E5B-04AE-1DE9-698AEEDB9522}"/>
                </a:ext>
              </a:extLst>
            </p:cNvPr>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163;p17">
              <a:extLst>
                <a:ext uri="{FF2B5EF4-FFF2-40B4-BE49-F238E27FC236}">
                  <a16:creationId xmlns:a16="http://schemas.microsoft.com/office/drawing/2014/main" id="{BBB4D842-1358-5CCF-F05B-33CE74BAE9DF}"/>
                </a:ext>
              </a:extLst>
            </p:cNvPr>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164;p17">
              <a:extLst>
                <a:ext uri="{FF2B5EF4-FFF2-40B4-BE49-F238E27FC236}">
                  <a16:creationId xmlns:a16="http://schemas.microsoft.com/office/drawing/2014/main" id="{0D26EB65-4F51-6B4C-0F1C-30E34A4C609B}"/>
                </a:ext>
              </a:extLst>
            </p:cNvPr>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165;p17">
              <a:extLst>
                <a:ext uri="{FF2B5EF4-FFF2-40B4-BE49-F238E27FC236}">
                  <a16:creationId xmlns:a16="http://schemas.microsoft.com/office/drawing/2014/main" id="{561CEF88-9046-70E3-5662-280CDFBF2642}"/>
                </a:ext>
              </a:extLst>
            </p:cNvPr>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166;p17">
              <a:extLst>
                <a:ext uri="{FF2B5EF4-FFF2-40B4-BE49-F238E27FC236}">
                  <a16:creationId xmlns:a16="http://schemas.microsoft.com/office/drawing/2014/main" id="{99C788EF-E2FE-38FC-C92E-26EA487663EC}"/>
                </a:ext>
              </a:extLst>
            </p:cNvPr>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167;p17">
              <a:extLst>
                <a:ext uri="{FF2B5EF4-FFF2-40B4-BE49-F238E27FC236}">
                  <a16:creationId xmlns:a16="http://schemas.microsoft.com/office/drawing/2014/main" id="{F5FA4428-86AA-E442-0FA2-756B016FE552}"/>
                </a:ext>
              </a:extLst>
            </p:cNvPr>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168;p17">
              <a:extLst>
                <a:ext uri="{FF2B5EF4-FFF2-40B4-BE49-F238E27FC236}">
                  <a16:creationId xmlns:a16="http://schemas.microsoft.com/office/drawing/2014/main" id="{C0F215D6-3776-63B4-47CF-A1B6117E15F1}"/>
                </a:ext>
              </a:extLst>
            </p:cNvPr>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169;p17">
              <a:extLst>
                <a:ext uri="{FF2B5EF4-FFF2-40B4-BE49-F238E27FC236}">
                  <a16:creationId xmlns:a16="http://schemas.microsoft.com/office/drawing/2014/main" id="{59A97CC0-D4D3-0E74-35D0-D4981E7B5FCA}"/>
                </a:ext>
              </a:extLst>
            </p:cNvPr>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170;p17">
              <a:extLst>
                <a:ext uri="{FF2B5EF4-FFF2-40B4-BE49-F238E27FC236}">
                  <a16:creationId xmlns:a16="http://schemas.microsoft.com/office/drawing/2014/main" id="{6FF68B4F-5EB0-E037-0E0C-7375D0ABF152}"/>
                </a:ext>
              </a:extLst>
            </p:cNvPr>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171;p17">
              <a:extLst>
                <a:ext uri="{FF2B5EF4-FFF2-40B4-BE49-F238E27FC236}">
                  <a16:creationId xmlns:a16="http://schemas.microsoft.com/office/drawing/2014/main" id="{15D16724-F28D-886A-8479-A0CDD336E162}"/>
                </a:ext>
              </a:extLst>
            </p:cNvPr>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172;p17">
              <a:extLst>
                <a:ext uri="{FF2B5EF4-FFF2-40B4-BE49-F238E27FC236}">
                  <a16:creationId xmlns:a16="http://schemas.microsoft.com/office/drawing/2014/main" id="{AF22B59E-2DC6-EB58-0F87-D6ED21E624FB}"/>
                </a:ext>
              </a:extLst>
            </p:cNvPr>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3" name="Google Shape;173;p17">
            <a:extLst>
              <a:ext uri="{FF2B5EF4-FFF2-40B4-BE49-F238E27FC236}">
                <a16:creationId xmlns:a16="http://schemas.microsoft.com/office/drawing/2014/main" id="{11516635-D82C-28FE-71A7-3C70BA8B589A}"/>
              </a:ext>
            </a:extLst>
          </p:cNvPr>
          <p:cNvGrpSpPr/>
          <p:nvPr/>
        </p:nvGrpSpPr>
        <p:grpSpPr>
          <a:xfrm>
            <a:off x="2701386" y="1424724"/>
            <a:ext cx="456633" cy="439203"/>
            <a:chOff x="3266838" y="2089868"/>
            <a:chExt cx="456633" cy="439203"/>
          </a:xfrm>
        </p:grpSpPr>
        <p:sp>
          <p:nvSpPr>
            <p:cNvPr id="2294" name="Google Shape;174;p17">
              <a:extLst>
                <a:ext uri="{FF2B5EF4-FFF2-40B4-BE49-F238E27FC236}">
                  <a16:creationId xmlns:a16="http://schemas.microsoft.com/office/drawing/2014/main" id="{935C19E0-878E-2D36-AE94-8461FE34C6D6}"/>
                </a:ext>
              </a:extLst>
            </p:cNvPr>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175;p17">
              <a:extLst>
                <a:ext uri="{FF2B5EF4-FFF2-40B4-BE49-F238E27FC236}">
                  <a16:creationId xmlns:a16="http://schemas.microsoft.com/office/drawing/2014/main" id="{F3E2C2CC-77B0-525A-8E50-EC34AD195B2C}"/>
                </a:ext>
              </a:extLst>
            </p:cNvPr>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176;p17">
              <a:extLst>
                <a:ext uri="{FF2B5EF4-FFF2-40B4-BE49-F238E27FC236}">
                  <a16:creationId xmlns:a16="http://schemas.microsoft.com/office/drawing/2014/main" id="{4D2297CD-72E4-9216-217A-1BC6F170B1FD}"/>
                </a:ext>
              </a:extLst>
            </p:cNvPr>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177;p17">
              <a:extLst>
                <a:ext uri="{FF2B5EF4-FFF2-40B4-BE49-F238E27FC236}">
                  <a16:creationId xmlns:a16="http://schemas.microsoft.com/office/drawing/2014/main" id="{3DFFFC3A-E4F9-817F-CDE9-BC299990FE11}"/>
                </a:ext>
              </a:extLst>
            </p:cNvPr>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178;p17">
              <a:extLst>
                <a:ext uri="{FF2B5EF4-FFF2-40B4-BE49-F238E27FC236}">
                  <a16:creationId xmlns:a16="http://schemas.microsoft.com/office/drawing/2014/main" id="{6915BFFA-B88D-E4E7-E7BF-BF0A294F0D1D}"/>
                </a:ext>
              </a:extLst>
            </p:cNvPr>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179;p17">
              <a:extLst>
                <a:ext uri="{FF2B5EF4-FFF2-40B4-BE49-F238E27FC236}">
                  <a16:creationId xmlns:a16="http://schemas.microsoft.com/office/drawing/2014/main" id="{99081222-59E7-C774-3BAB-929B4BBFF865}"/>
                </a:ext>
              </a:extLst>
            </p:cNvPr>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180;p17">
              <a:extLst>
                <a:ext uri="{FF2B5EF4-FFF2-40B4-BE49-F238E27FC236}">
                  <a16:creationId xmlns:a16="http://schemas.microsoft.com/office/drawing/2014/main" id="{0F43A9FB-F6C2-56E0-C924-4FE1527443BD}"/>
                </a:ext>
              </a:extLst>
            </p:cNvPr>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181;p17">
              <a:extLst>
                <a:ext uri="{FF2B5EF4-FFF2-40B4-BE49-F238E27FC236}">
                  <a16:creationId xmlns:a16="http://schemas.microsoft.com/office/drawing/2014/main" id="{F43EA068-4D47-DCC1-2DB4-C7269A603739}"/>
                </a:ext>
              </a:extLst>
            </p:cNvPr>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182;p17">
              <a:extLst>
                <a:ext uri="{FF2B5EF4-FFF2-40B4-BE49-F238E27FC236}">
                  <a16:creationId xmlns:a16="http://schemas.microsoft.com/office/drawing/2014/main" id="{90C40248-8E0E-AC78-60F0-A94676299FD3}"/>
                </a:ext>
              </a:extLst>
            </p:cNvPr>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183;p17">
              <a:extLst>
                <a:ext uri="{FF2B5EF4-FFF2-40B4-BE49-F238E27FC236}">
                  <a16:creationId xmlns:a16="http://schemas.microsoft.com/office/drawing/2014/main" id="{2F901E12-226E-2D9D-F148-C8E3E4D7FA61}"/>
                </a:ext>
              </a:extLst>
            </p:cNvPr>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184;p17">
              <a:extLst>
                <a:ext uri="{FF2B5EF4-FFF2-40B4-BE49-F238E27FC236}">
                  <a16:creationId xmlns:a16="http://schemas.microsoft.com/office/drawing/2014/main" id="{41E78F44-B7F7-7B75-19E1-35E8B3DF6CBD}"/>
                </a:ext>
              </a:extLst>
            </p:cNvPr>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185;p17">
              <a:extLst>
                <a:ext uri="{FF2B5EF4-FFF2-40B4-BE49-F238E27FC236}">
                  <a16:creationId xmlns:a16="http://schemas.microsoft.com/office/drawing/2014/main" id="{612AC9B3-1429-514C-20AC-E285F28948FA}"/>
                </a:ext>
              </a:extLst>
            </p:cNvPr>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186;p17">
              <a:extLst>
                <a:ext uri="{FF2B5EF4-FFF2-40B4-BE49-F238E27FC236}">
                  <a16:creationId xmlns:a16="http://schemas.microsoft.com/office/drawing/2014/main" id="{F69D9DEF-CC26-9C85-6F8C-21E2BE10CC81}"/>
                </a:ext>
              </a:extLst>
            </p:cNvPr>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187;p17">
              <a:extLst>
                <a:ext uri="{FF2B5EF4-FFF2-40B4-BE49-F238E27FC236}">
                  <a16:creationId xmlns:a16="http://schemas.microsoft.com/office/drawing/2014/main" id="{87965E03-13FA-23B0-4A9A-F1407EC081B4}"/>
                </a:ext>
              </a:extLst>
            </p:cNvPr>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188;p17">
              <a:extLst>
                <a:ext uri="{FF2B5EF4-FFF2-40B4-BE49-F238E27FC236}">
                  <a16:creationId xmlns:a16="http://schemas.microsoft.com/office/drawing/2014/main" id="{F15B090C-6B0C-9476-F8C5-1B02FA672A07}"/>
                </a:ext>
              </a:extLst>
            </p:cNvPr>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189;p17">
              <a:extLst>
                <a:ext uri="{FF2B5EF4-FFF2-40B4-BE49-F238E27FC236}">
                  <a16:creationId xmlns:a16="http://schemas.microsoft.com/office/drawing/2014/main" id="{BCFF49DB-3903-11B1-2FEF-F774CFB5FA38}"/>
                </a:ext>
              </a:extLst>
            </p:cNvPr>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190;p17">
              <a:extLst>
                <a:ext uri="{FF2B5EF4-FFF2-40B4-BE49-F238E27FC236}">
                  <a16:creationId xmlns:a16="http://schemas.microsoft.com/office/drawing/2014/main" id="{680689E9-6031-2FFC-5B61-EBC8C1931FC6}"/>
                </a:ext>
              </a:extLst>
            </p:cNvPr>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191;p17">
              <a:extLst>
                <a:ext uri="{FF2B5EF4-FFF2-40B4-BE49-F238E27FC236}">
                  <a16:creationId xmlns:a16="http://schemas.microsoft.com/office/drawing/2014/main" id="{C8847E56-3F7A-D894-968D-B18261892232}"/>
                </a:ext>
              </a:extLst>
            </p:cNvPr>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2" name="Google Shape;239;p17">
            <a:extLst>
              <a:ext uri="{FF2B5EF4-FFF2-40B4-BE49-F238E27FC236}">
                <a16:creationId xmlns:a16="http://schemas.microsoft.com/office/drawing/2014/main" id="{9EA8D6BB-FFCD-FD34-2046-723315329EAE}"/>
              </a:ext>
            </a:extLst>
          </p:cNvPr>
          <p:cNvGrpSpPr/>
          <p:nvPr/>
        </p:nvGrpSpPr>
        <p:grpSpPr>
          <a:xfrm>
            <a:off x="8549914" y="931458"/>
            <a:ext cx="473766" cy="454057"/>
            <a:chOff x="2310542" y="2989951"/>
            <a:chExt cx="473766" cy="454057"/>
          </a:xfrm>
        </p:grpSpPr>
        <p:sp>
          <p:nvSpPr>
            <p:cNvPr id="2313" name="Google Shape;240;p17">
              <a:extLst>
                <a:ext uri="{FF2B5EF4-FFF2-40B4-BE49-F238E27FC236}">
                  <a16:creationId xmlns:a16="http://schemas.microsoft.com/office/drawing/2014/main" id="{91767243-E313-1671-9506-57A41E6BDD97}"/>
                </a:ext>
              </a:extLst>
            </p:cNvPr>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41;p17">
              <a:extLst>
                <a:ext uri="{FF2B5EF4-FFF2-40B4-BE49-F238E27FC236}">
                  <a16:creationId xmlns:a16="http://schemas.microsoft.com/office/drawing/2014/main" id="{13D11683-0687-A163-BFF9-A1A2EC946D68}"/>
                </a:ext>
              </a:extLst>
            </p:cNvPr>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42;p17">
              <a:extLst>
                <a:ext uri="{FF2B5EF4-FFF2-40B4-BE49-F238E27FC236}">
                  <a16:creationId xmlns:a16="http://schemas.microsoft.com/office/drawing/2014/main" id="{37FDD823-C3F1-59D1-2B61-26647E366326}"/>
                </a:ext>
              </a:extLst>
            </p:cNvPr>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43;p17">
              <a:extLst>
                <a:ext uri="{FF2B5EF4-FFF2-40B4-BE49-F238E27FC236}">
                  <a16:creationId xmlns:a16="http://schemas.microsoft.com/office/drawing/2014/main" id="{7A8AE51D-0DE6-8D45-AA67-509796899A1B}"/>
                </a:ext>
              </a:extLst>
            </p:cNvPr>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44;p17">
              <a:extLst>
                <a:ext uri="{FF2B5EF4-FFF2-40B4-BE49-F238E27FC236}">
                  <a16:creationId xmlns:a16="http://schemas.microsoft.com/office/drawing/2014/main" id="{A1F50B04-9682-0A63-ADEC-B443502549B2}"/>
                </a:ext>
              </a:extLst>
            </p:cNvPr>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45;p17">
              <a:extLst>
                <a:ext uri="{FF2B5EF4-FFF2-40B4-BE49-F238E27FC236}">
                  <a16:creationId xmlns:a16="http://schemas.microsoft.com/office/drawing/2014/main" id="{6597FECC-9412-E791-CA50-61FD10C20397}"/>
                </a:ext>
              </a:extLst>
            </p:cNvPr>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46;p17">
              <a:extLst>
                <a:ext uri="{FF2B5EF4-FFF2-40B4-BE49-F238E27FC236}">
                  <a16:creationId xmlns:a16="http://schemas.microsoft.com/office/drawing/2014/main" id="{DCE6BFCF-FBEA-808A-9602-64D7CCCD2B88}"/>
                </a:ext>
              </a:extLst>
            </p:cNvPr>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47;p17">
              <a:extLst>
                <a:ext uri="{FF2B5EF4-FFF2-40B4-BE49-F238E27FC236}">
                  <a16:creationId xmlns:a16="http://schemas.microsoft.com/office/drawing/2014/main" id="{6EC7C49E-C86B-6D9D-C855-FFEA19FD6A81}"/>
                </a:ext>
              </a:extLst>
            </p:cNvPr>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48;p17">
              <a:extLst>
                <a:ext uri="{FF2B5EF4-FFF2-40B4-BE49-F238E27FC236}">
                  <a16:creationId xmlns:a16="http://schemas.microsoft.com/office/drawing/2014/main" id="{CC38DE16-0AA6-D776-E0C0-45AAD93EE8EE}"/>
                </a:ext>
              </a:extLst>
            </p:cNvPr>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49;p17">
              <a:extLst>
                <a:ext uri="{FF2B5EF4-FFF2-40B4-BE49-F238E27FC236}">
                  <a16:creationId xmlns:a16="http://schemas.microsoft.com/office/drawing/2014/main" id="{79590580-937B-DE05-FDD7-93D04F9901E1}"/>
                </a:ext>
              </a:extLst>
            </p:cNvPr>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50;p17">
              <a:extLst>
                <a:ext uri="{FF2B5EF4-FFF2-40B4-BE49-F238E27FC236}">
                  <a16:creationId xmlns:a16="http://schemas.microsoft.com/office/drawing/2014/main" id="{73137BC8-3CDB-C31C-E60B-9D5C59E36592}"/>
                </a:ext>
              </a:extLst>
            </p:cNvPr>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51;p17">
              <a:extLst>
                <a:ext uri="{FF2B5EF4-FFF2-40B4-BE49-F238E27FC236}">
                  <a16:creationId xmlns:a16="http://schemas.microsoft.com/office/drawing/2014/main" id="{289F6335-3F91-A4A9-B122-0DAEAD0D84AD}"/>
                </a:ext>
              </a:extLst>
            </p:cNvPr>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52;p17">
              <a:extLst>
                <a:ext uri="{FF2B5EF4-FFF2-40B4-BE49-F238E27FC236}">
                  <a16:creationId xmlns:a16="http://schemas.microsoft.com/office/drawing/2014/main" id="{46672EE5-1FB8-DAF5-38DD-53E889AAB0A2}"/>
                </a:ext>
              </a:extLst>
            </p:cNvPr>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53;p17">
              <a:extLst>
                <a:ext uri="{FF2B5EF4-FFF2-40B4-BE49-F238E27FC236}">
                  <a16:creationId xmlns:a16="http://schemas.microsoft.com/office/drawing/2014/main" id="{24A02DD2-87E3-58BE-D728-9551D43BD389}"/>
                </a:ext>
              </a:extLst>
            </p:cNvPr>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54;p17">
              <a:extLst>
                <a:ext uri="{FF2B5EF4-FFF2-40B4-BE49-F238E27FC236}">
                  <a16:creationId xmlns:a16="http://schemas.microsoft.com/office/drawing/2014/main" id="{CB4A5FC4-7AE1-BD6A-CB4B-B462BB72D4F9}"/>
                </a:ext>
              </a:extLst>
            </p:cNvPr>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55;p17">
              <a:extLst>
                <a:ext uri="{FF2B5EF4-FFF2-40B4-BE49-F238E27FC236}">
                  <a16:creationId xmlns:a16="http://schemas.microsoft.com/office/drawing/2014/main" id="{F1CEA285-E03F-ADF9-5A1C-BA50F86F6658}"/>
                </a:ext>
              </a:extLst>
            </p:cNvPr>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56;p17">
              <a:extLst>
                <a:ext uri="{FF2B5EF4-FFF2-40B4-BE49-F238E27FC236}">
                  <a16:creationId xmlns:a16="http://schemas.microsoft.com/office/drawing/2014/main" id="{A62E54AA-A275-2868-8CBF-5549D7091C1C}"/>
                </a:ext>
              </a:extLst>
            </p:cNvPr>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57;p17">
              <a:extLst>
                <a:ext uri="{FF2B5EF4-FFF2-40B4-BE49-F238E27FC236}">
                  <a16:creationId xmlns:a16="http://schemas.microsoft.com/office/drawing/2014/main" id="{2A3B0656-4C2B-7C80-AC2A-1357DC060A69}"/>
                </a:ext>
              </a:extLst>
            </p:cNvPr>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58;p17">
              <a:extLst>
                <a:ext uri="{FF2B5EF4-FFF2-40B4-BE49-F238E27FC236}">
                  <a16:creationId xmlns:a16="http://schemas.microsoft.com/office/drawing/2014/main" id="{04F389C1-F1AA-F605-3366-D098391CCBF8}"/>
                </a:ext>
              </a:extLst>
            </p:cNvPr>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59;p17">
              <a:extLst>
                <a:ext uri="{FF2B5EF4-FFF2-40B4-BE49-F238E27FC236}">
                  <a16:creationId xmlns:a16="http://schemas.microsoft.com/office/drawing/2014/main" id="{72CD0966-1CA3-621F-0AC3-C31835BB48D7}"/>
                </a:ext>
              </a:extLst>
            </p:cNvPr>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60;p17">
              <a:extLst>
                <a:ext uri="{FF2B5EF4-FFF2-40B4-BE49-F238E27FC236}">
                  <a16:creationId xmlns:a16="http://schemas.microsoft.com/office/drawing/2014/main" id="{E702CF98-E4F5-9174-6046-347029A3CA78}"/>
                </a:ext>
              </a:extLst>
            </p:cNvPr>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61;p17">
              <a:extLst>
                <a:ext uri="{FF2B5EF4-FFF2-40B4-BE49-F238E27FC236}">
                  <a16:creationId xmlns:a16="http://schemas.microsoft.com/office/drawing/2014/main" id="{00F487C0-E437-CE68-EB85-27551CC3553E}"/>
                </a:ext>
              </a:extLst>
            </p:cNvPr>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62;p17">
              <a:extLst>
                <a:ext uri="{FF2B5EF4-FFF2-40B4-BE49-F238E27FC236}">
                  <a16:creationId xmlns:a16="http://schemas.microsoft.com/office/drawing/2014/main" id="{B252749C-DC33-7E66-2CEE-E8D121494FF8}"/>
                </a:ext>
              </a:extLst>
            </p:cNvPr>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63;p17">
              <a:extLst>
                <a:ext uri="{FF2B5EF4-FFF2-40B4-BE49-F238E27FC236}">
                  <a16:creationId xmlns:a16="http://schemas.microsoft.com/office/drawing/2014/main" id="{5B87E5D0-6B10-7326-2FD2-FD6378433652}"/>
                </a:ext>
              </a:extLst>
            </p:cNvPr>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64;p17">
              <a:extLst>
                <a:ext uri="{FF2B5EF4-FFF2-40B4-BE49-F238E27FC236}">
                  <a16:creationId xmlns:a16="http://schemas.microsoft.com/office/drawing/2014/main" id="{B7C90297-3CDD-4C9B-2C55-01C0EDDDAE29}"/>
                </a:ext>
              </a:extLst>
            </p:cNvPr>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65;p17">
              <a:extLst>
                <a:ext uri="{FF2B5EF4-FFF2-40B4-BE49-F238E27FC236}">
                  <a16:creationId xmlns:a16="http://schemas.microsoft.com/office/drawing/2014/main" id="{DB88FEF6-4E65-385C-A44F-613F53F630E7}"/>
                </a:ext>
              </a:extLst>
            </p:cNvPr>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66;p17">
              <a:extLst>
                <a:ext uri="{FF2B5EF4-FFF2-40B4-BE49-F238E27FC236}">
                  <a16:creationId xmlns:a16="http://schemas.microsoft.com/office/drawing/2014/main" id="{EB8EAD28-B4E5-A636-1676-7857C9ABDC5E}"/>
                </a:ext>
              </a:extLst>
            </p:cNvPr>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67;p17">
              <a:extLst>
                <a:ext uri="{FF2B5EF4-FFF2-40B4-BE49-F238E27FC236}">
                  <a16:creationId xmlns:a16="http://schemas.microsoft.com/office/drawing/2014/main" id="{46E4F396-A1A4-7579-4C6C-010DF34F8901}"/>
                </a:ext>
              </a:extLst>
            </p:cNvPr>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41" name="Picture 2">
            <a:extLst>
              <a:ext uri="{FF2B5EF4-FFF2-40B4-BE49-F238E27FC236}">
                <a16:creationId xmlns:a16="http://schemas.microsoft.com/office/drawing/2014/main" id="{B1BD7B8F-78C0-108A-89D3-0B77D1FD9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239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53B5CF0F-4C6C-3DF7-FEE1-CC56E72412CF}"/>
            </a:ext>
          </a:extLst>
        </p:cNvPr>
        <p:cNvGrpSpPr/>
        <p:nvPr/>
      </p:nvGrpSpPr>
      <p:grpSpPr>
        <a:xfrm>
          <a:off x="0" y="0"/>
          <a:ext cx="0" cy="0"/>
          <a:chOff x="0" y="0"/>
          <a:chExt cx="0" cy="0"/>
        </a:xfrm>
      </p:grpSpPr>
      <p:sp>
        <p:nvSpPr>
          <p:cNvPr id="9" name="Google Shape;2190;p34">
            <a:extLst>
              <a:ext uri="{FF2B5EF4-FFF2-40B4-BE49-F238E27FC236}">
                <a16:creationId xmlns:a16="http://schemas.microsoft.com/office/drawing/2014/main" id="{29011166-9D3D-FFBB-5925-5C87228C495B}"/>
              </a:ext>
            </a:extLst>
          </p:cNvPr>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10" name="Google Shape;2190;p34">
            <a:extLst>
              <a:ext uri="{FF2B5EF4-FFF2-40B4-BE49-F238E27FC236}">
                <a16:creationId xmlns:a16="http://schemas.microsoft.com/office/drawing/2014/main" id="{47F6E4DA-19FF-F09E-8A33-475C55629851}"/>
              </a:ext>
            </a:extLst>
          </p:cNvPr>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246" name="Google Shape;2190;p34">
            <a:extLst>
              <a:ext uri="{FF2B5EF4-FFF2-40B4-BE49-F238E27FC236}">
                <a16:creationId xmlns:a16="http://schemas.microsoft.com/office/drawing/2014/main" id="{7D59D627-6432-BDC1-D6E4-E0751013411C}"/>
              </a:ext>
            </a:extLst>
          </p:cNvPr>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350" name="Google Shape;2188;p34">
            <a:extLst>
              <a:ext uri="{FF2B5EF4-FFF2-40B4-BE49-F238E27FC236}">
                <a16:creationId xmlns:a16="http://schemas.microsoft.com/office/drawing/2014/main" id="{32E888E6-96EA-69AC-6EB0-ADA4A8B7A5E8}"/>
              </a:ext>
            </a:extLst>
          </p:cNvPr>
          <p:cNvSpPr/>
          <p:nvPr/>
        </p:nvSpPr>
        <p:spPr>
          <a:xfrm>
            <a:off x="7962938"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351" name="Google Shape;2189;p34">
            <a:extLst>
              <a:ext uri="{FF2B5EF4-FFF2-40B4-BE49-F238E27FC236}">
                <a16:creationId xmlns:a16="http://schemas.microsoft.com/office/drawing/2014/main" id="{B01055EB-DF1D-3570-36F5-2F0CAF3ACF68}"/>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352" name="Google Shape;2188;p34">
            <a:extLst>
              <a:ext uri="{FF2B5EF4-FFF2-40B4-BE49-F238E27FC236}">
                <a16:creationId xmlns:a16="http://schemas.microsoft.com/office/drawing/2014/main" id="{98B470A4-F390-20B5-7435-9143ED4966EC}"/>
              </a:ext>
            </a:extLst>
          </p:cNvPr>
          <p:cNvSpPr/>
          <p:nvPr/>
        </p:nvSpPr>
        <p:spPr>
          <a:xfrm>
            <a:off x="7976087"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353" name="Google Shape;2189;p34">
            <a:extLst>
              <a:ext uri="{FF2B5EF4-FFF2-40B4-BE49-F238E27FC236}">
                <a16:creationId xmlns:a16="http://schemas.microsoft.com/office/drawing/2014/main" id="{CA9709DA-13A4-06E5-007D-CE58CD9F4026}"/>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354" name="Google Shape;2189;p34">
            <a:extLst>
              <a:ext uri="{FF2B5EF4-FFF2-40B4-BE49-F238E27FC236}">
                <a16:creationId xmlns:a16="http://schemas.microsoft.com/office/drawing/2014/main" id="{6E5A231F-4493-1F7C-6BE2-941DBFDEDEEA}"/>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247" name="Google Shape;2190;p34">
            <a:extLst>
              <a:ext uri="{FF2B5EF4-FFF2-40B4-BE49-F238E27FC236}">
                <a16:creationId xmlns:a16="http://schemas.microsoft.com/office/drawing/2014/main" id="{4D99C6C4-86AC-8EE2-8D2F-6598B245B980}"/>
              </a:ext>
            </a:extLst>
          </p:cNvPr>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248" name="Google Shape;2190;p34">
            <a:extLst>
              <a:ext uri="{FF2B5EF4-FFF2-40B4-BE49-F238E27FC236}">
                <a16:creationId xmlns:a16="http://schemas.microsoft.com/office/drawing/2014/main" id="{20759927-6204-2330-BEED-6637B5BE975D}"/>
              </a:ext>
            </a:extLst>
          </p:cNvPr>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86" name="Google Shape;2186;p34">
            <a:extLst>
              <a:ext uri="{FF2B5EF4-FFF2-40B4-BE49-F238E27FC236}">
                <a16:creationId xmlns:a16="http://schemas.microsoft.com/office/drawing/2014/main" id="{2E30636C-A4E0-C76C-4FC6-686824B3286D}"/>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 sz="2800" dirty="0"/>
              <a:t>1.0 Introduction – Background</a:t>
            </a:r>
            <a:endParaRPr sz="2800" dirty="0"/>
          </a:p>
        </p:txBody>
      </p:sp>
      <p:sp>
        <p:nvSpPr>
          <p:cNvPr id="2190" name="Google Shape;2190;p34">
            <a:extLst>
              <a:ext uri="{FF2B5EF4-FFF2-40B4-BE49-F238E27FC236}">
                <a16:creationId xmlns:a16="http://schemas.microsoft.com/office/drawing/2014/main" id="{3F9C4008-0E89-42A9-1938-8DE64CD8C2DE}"/>
              </a:ext>
            </a:extLst>
          </p:cNvPr>
          <p:cNvSpPr>
            <a:spLocks noGrp="1" noRot="1" noMove="1" noResize="1" noEditPoints="1" noAdjustHandles="1" noChangeArrowheads="1" noChangeShapeType="1"/>
          </p:cNvSpPr>
          <p:nvPr/>
        </p:nvSpPr>
        <p:spPr>
          <a:xfrm>
            <a:off x="7976087" y="3447790"/>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91" name="Google Shape;2191;p34">
            <a:extLst>
              <a:ext uri="{FF2B5EF4-FFF2-40B4-BE49-F238E27FC236}">
                <a16:creationId xmlns:a16="http://schemas.microsoft.com/office/drawing/2014/main" id="{79738C8F-FA41-ED40-F629-7061C7BE55CC}"/>
              </a:ext>
            </a:extLst>
          </p:cNvPr>
          <p:cNvSpPr txBox="1"/>
          <p:nvPr/>
        </p:nvSpPr>
        <p:spPr>
          <a:xfrm>
            <a:off x="2800919" y="3417374"/>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Hyperhive</a:t>
            </a:r>
            <a:endParaRPr sz="1600" dirty="0">
              <a:solidFill>
                <a:schemeClr val="dk1"/>
              </a:solidFill>
              <a:latin typeface="Montserrat SemiBold"/>
              <a:ea typeface="Montserrat SemiBold"/>
              <a:cs typeface="Montserrat SemiBold"/>
              <a:sym typeface="Montserrat SemiBold"/>
            </a:endParaRPr>
          </a:p>
        </p:txBody>
      </p:sp>
      <p:sp>
        <p:nvSpPr>
          <p:cNvPr id="2195" name="Google Shape;2195;p34">
            <a:extLst>
              <a:ext uri="{FF2B5EF4-FFF2-40B4-BE49-F238E27FC236}">
                <a16:creationId xmlns:a16="http://schemas.microsoft.com/office/drawing/2014/main" id="{4E4CD3AC-AAC2-03F2-7818-B1813209766F}"/>
              </a:ext>
            </a:extLst>
          </p:cNvPr>
          <p:cNvSpPr txBox="1"/>
          <p:nvPr/>
        </p:nvSpPr>
        <p:spPr>
          <a:xfrm>
            <a:off x="2816752" y="2723518"/>
            <a:ext cx="5084864" cy="377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US" sz="1600" dirty="0">
                <a:solidFill>
                  <a:schemeClr val="dk1"/>
                </a:solidFill>
                <a:latin typeface="Montserrat SemiBold"/>
                <a:ea typeface="Montserrat SemiBold"/>
                <a:cs typeface="Montserrat SemiBold"/>
                <a:sym typeface="Montserrat SemiBold"/>
              </a:rPr>
              <a:t>Project Undertaken ( HyperHive )</a:t>
            </a:r>
          </a:p>
        </p:txBody>
      </p:sp>
      <p:grpSp>
        <p:nvGrpSpPr>
          <p:cNvPr id="2203" name="Google Shape;2203;p34">
            <a:extLst>
              <a:ext uri="{FF2B5EF4-FFF2-40B4-BE49-F238E27FC236}">
                <a16:creationId xmlns:a16="http://schemas.microsoft.com/office/drawing/2014/main" id="{58F7019C-DD0C-421F-8025-BD16D8C646FD}"/>
              </a:ext>
            </a:extLst>
          </p:cNvPr>
          <p:cNvGrpSpPr>
            <a:grpSpLocks noGrp="1" noUngrp="1" noRot="1" noMove="1" noResize="1"/>
          </p:cNvGrpSpPr>
          <p:nvPr/>
        </p:nvGrpSpPr>
        <p:grpSpPr>
          <a:xfrm>
            <a:off x="550987" y="1142581"/>
            <a:ext cx="2136682" cy="3406977"/>
            <a:chOff x="550987" y="1142581"/>
            <a:chExt cx="2136682" cy="3406977"/>
          </a:xfrm>
        </p:grpSpPr>
        <p:grpSp>
          <p:nvGrpSpPr>
            <p:cNvPr id="2204" name="Google Shape;2204;p34">
              <a:extLst>
                <a:ext uri="{FF2B5EF4-FFF2-40B4-BE49-F238E27FC236}">
                  <a16:creationId xmlns:a16="http://schemas.microsoft.com/office/drawing/2014/main" id="{F2F8F4D1-6731-E5D9-0A01-AAD3B67A7DD2}"/>
                </a:ext>
              </a:extLst>
            </p:cNvPr>
            <p:cNvGrpSpPr>
              <a:grpSpLocks noGrp="1" noUngrp="1" noRot="1" noMove="1" noResize="1"/>
            </p:cNvGrpSpPr>
            <p:nvPr/>
          </p:nvGrpSpPr>
          <p:grpSpPr>
            <a:xfrm>
              <a:off x="802213" y="1431111"/>
              <a:ext cx="1885456" cy="1867669"/>
              <a:chOff x="2605700" y="3152850"/>
              <a:chExt cx="594125" cy="616250"/>
            </a:xfrm>
          </p:grpSpPr>
          <p:sp>
            <p:nvSpPr>
              <p:cNvPr id="2205" name="Google Shape;2205;p34">
                <a:extLst>
                  <a:ext uri="{FF2B5EF4-FFF2-40B4-BE49-F238E27FC236}">
                    <a16:creationId xmlns:a16="http://schemas.microsoft.com/office/drawing/2014/main" id="{8D3272AF-FB6E-B1F6-BB54-3CDDF90AD11C}"/>
                  </a:ext>
                </a:extLst>
              </p:cNvPr>
              <p:cNvSpPr>
                <a:spLocks noGrp="1" noRot="1" noMove="1" noResize="1" noEditPoints="1" noAdjustHandles="1" noChangeArrowheads="1" noChangeShapeType="1"/>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w="19050" cap="flat" cmpd="sng">
                <a:solidFill>
                  <a:schemeClr val="dk1"/>
                </a:solidFill>
                <a:prstDash val="solid"/>
                <a:round/>
                <a:headEnd type="none" w="med" len="med"/>
                <a:tailEnd type="none" w="med" len="med"/>
              </a:ln>
            </p:spPr>
            <p:txBody>
              <a:bodyPr/>
              <a:lstStyle/>
              <a:p>
                <a:pPr algn="ctr"/>
                <a:endParaRPr lang="en-US"/>
              </a:p>
            </p:txBody>
          </p:sp>
          <p:sp>
            <p:nvSpPr>
              <p:cNvPr id="2206" name="Google Shape;2206;p34">
                <a:extLst>
                  <a:ext uri="{FF2B5EF4-FFF2-40B4-BE49-F238E27FC236}">
                    <a16:creationId xmlns:a16="http://schemas.microsoft.com/office/drawing/2014/main" id="{788248A9-990A-0159-6DF1-14AE5336F537}"/>
                  </a:ext>
                </a:extLst>
              </p:cNvPr>
              <p:cNvSpPr>
                <a:spLocks noGrp="1" noRot="1" noMove="1" noResize="1" noEditPoints="1" noAdjustHandles="1" noChangeArrowheads="1" noChangeShapeType="1"/>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grpSp>
        <p:grpSp>
          <p:nvGrpSpPr>
            <p:cNvPr id="2207" name="Google Shape;2207;p34">
              <a:extLst>
                <a:ext uri="{FF2B5EF4-FFF2-40B4-BE49-F238E27FC236}">
                  <a16:creationId xmlns:a16="http://schemas.microsoft.com/office/drawing/2014/main" id="{533FD168-53AD-EA15-4CBA-EF9AFF979886}"/>
                </a:ext>
              </a:extLst>
            </p:cNvPr>
            <p:cNvGrpSpPr>
              <a:grpSpLocks noGrp="1" noUngrp="1" noRot="1" noMove="1" noResize="1"/>
            </p:cNvGrpSpPr>
            <p:nvPr/>
          </p:nvGrpSpPr>
          <p:grpSpPr>
            <a:xfrm>
              <a:off x="1037220" y="2243044"/>
              <a:ext cx="580671" cy="2306514"/>
              <a:chOff x="2680375" y="3423800"/>
              <a:chExt cx="182975" cy="761050"/>
            </a:xfrm>
          </p:grpSpPr>
          <p:sp>
            <p:nvSpPr>
              <p:cNvPr id="2208" name="Google Shape;2208;p34">
                <a:extLst>
                  <a:ext uri="{FF2B5EF4-FFF2-40B4-BE49-F238E27FC236}">
                    <a16:creationId xmlns:a16="http://schemas.microsoft.com/office/drawing/2014/main" id="{D19EA0DA-9B4F-94BD-B178-F6CAF254DA91}"/>
                  </a:ext>
                </a:extLst>
              </p:cNvPr>
              <p:cNvSpPr>
                <a:spLocks noGrp="1" noRot="1" noMove="1" noResize="1" noEditPoints="1" noAdjustHandles="1" noChangeArrowheads="1" noChangeShapeType="1"/>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lt2"/>
              </a:solidFill>
              <a:ln w="19050" cap="flat" cmpd="sng">
                <a:solidFill>
                  <a:schemeClr val="dk1"/>
                </a:solidFill>
                <a:prstDash val="solid"/>
                <a:round/>
                <a:headEnd type="none" w="med" len="med"/>
                <a:tailEnd type="none" w="med" len="med"/>
              </a:ln>
            </p:spPr>
            <p:txBody>
              <a:bodyPr/>
              <a:lstStyle/>
              <a:p>
                <a:pPr algn="ctr"/>
                <a:endParaRPr lang="en-US"/>
              </a:p>
            </p:txBody>
          </p:sp>
          <p:sp>
            <p:nvSpPr>
              <p:cNvPr id="2209" name="Google Shape;2209;p34">
                <a:extLst>
                  <a:ext uri="{FF2B5EF4-FFF2-40B4-BE49-F238E27FC236}">
                    <a16:creationId xmlns:a16="http://schemas.microsoft.com/office/drawing/2014/main" id="{EC9E929F-F15D-50A6-6875-B0962997E62E}"/>
                  </a:ext>
                </a:extLst>
              </p:cNvPr>
              <p:cNvSpPr>
                <a:spLocks noGrp="1" noRot="1" noMove="1" noResize="1" noEditPoints="1" noAdjustHandles="1" noChangeArrowheads="1" noChangeShapeType="1"/>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210" name="Google Shape;2210;p34">
              <a:extLst>
                <a:ext uri="{FF2B5EF4-FFF2-40B4-BE49-F238E27FC236}">
                  <a16:creationId xmlns:a16="http://schemas.microsoft.com/office/drawing/2014/main" id="{13BAFAF9-B75B-E447-9E65-10CA6B52CD67}"/>
                </a:ext>
              </a:extLst>
            </p:cNvPr>
            <p:cNvSpPr>
              <a:spLocks noGrp="1" noRot="1" noMove="1" noResize="1" noEditPoints="1" noAdjustHandles="1" noChangeArrowheads="1" noChangeShapeType="1"/>
            </p:cNvSpPr>
            <p:nvPr/>
          </p:nvSpPr>
          <p:spPr>
            <a:xfrm>
              <a:off x="1737983" y="4241922"/>
              <a:ext cx="124560" cy="6826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1" name="Google Shape;2211;p34">
              <a:extLst>
                <a:ext uri="{FF2B5EF4-FFF2-40B4-BE49-F238E27FC236}">
                  <a16:creationId xmlns:a16="http://schemas.microsoft.com/office/drawing/2014/main" id="{E8384722-2845-A6E0-8616-688DD7DC1D58}"/>
                </a:ext>
              </a:extLst>
            </p:cNvPr>
            <p:cNvSpPr>
              <a:spLocks noGrp="1" noRot="1" noMove="1" noResize="1" noEditPoints="1" noAdjustHandles="1" noChangeArrowheads="1" noChangeShapeType="1"/>
            </p:cNvSpPr>
            <p:nvPr/>
          </p:nvSpPr>
          <p:spPr>
            <a:xfrm>
              <a:off x="1787728" y="1448606"/>
              <a:ext cx="129558" cy="177599"/>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2" name="Google Shape;2212;p34">
              <a:extLst>
                <a:ext uri="{FF2B5EF4-FFF2-40B4-BE49-F238E27FC236}">
                  <a16:creationId xmlns:a16="http://schemas.microsoft.com/office/drawing/2014/main" id="{7DD7B7FA-659B-351D-71BD-0FE908A950BF}"/>
                </a:ext>
              </a:extLst>
            </p:cNvPr>
            <p:cNvSpPr>
              <a:spLocks noGrp="1" noRot="1" noMove="1" noResize="1" noEditPoints="1" noAdjustHandles="1" noChangeArrowheads="1" noChangeShapeType="1"/>
            </p:cNvSpPr>
            <p:nvPr/>
          </p:nvSpPr>
          <p:spPr>
            <a:xfrm>
              <a:off x="1626749" y="1431104"/>
              <a:ext cx="184301" cy="191919"/>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3" name="Google Shape;2213;p34">
              <a:extLst>
                <a:ext uri="{FF2B5EF4-FFF2-40B4-BE49-F238E27FC236}">
                  <a16:creationId xmlns:a16="http://schemas.microsoft.com/office/drawing/2014/main" id="{4A3506A2-B4FD-9C39-FBC7-70E23F60EC00}"/>
                </a:ext>
              </a:extLst>
            </p:cNvPr>
            <p:cNvSpPr>
              <a:spLocks noGrp="1" noRot="1" noMove="1" noResize="1" noEditPoints="1" noAdjustHandles="1" noChangeArrowheads="1" noChangeShapeType="1"/>
            </p:cNvSpPr>
            <p:nvPr/>
          </p:nvSpPr>
          <p:spPr>
            <a:xfrm>
              <a:off x="1470688" y="1321771"/>
              <a:ext cx="230793" cy="331407"/>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4" name="Google Shape;2214;p34">
              <a:extLst>
                <a:ext uri="{FF2B5EF4-FFF2-40B4-BE49-F238E27FC236}">
                  <a16:creationId xmlns:a16="http://schemas.microsoft.com/office/drawing/2014/main" id="{03582651-CC84-3EF1-85DF-47C0D1E6FA87}"/>
                </a:ext>
              </a:extLst>
            </p:cNvPr>
            <p:cNvSpPr>
              <a:spLocks noGrp="1" noRot="1" noMove="1" noResize="1" noEditPoints="1" noAdjustHandles="1" noChangeArrowheads="1" noChangeShapeType="1"/>
            </p:cNvSpPr>
            <p:nvPr/>
          </p:nvSpPr>
          <p:spPr>
            <a:xfrm>
              <a:off x="931181" y="1153719"/>
              <a:ext cx="609312" cy="523250"/>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34">
              <a:extLst>
                <a:ext uri="{FF2B5EF4-FFF2-40B4-BE49-F238E27FC236}">
                  <a16:creationId xmlns:a16="http://schemas.microsoft.com/office/drawing/2014/main" id="{57C7ECEC-E1E5-8B86-8F69-79E31EE32BAE}"/>
                </a:ext>
              </a:extLst>
            </p:cNvPr>
            <p:cNvSpPr>
              <a:spLocks noGrp="1" noRot="1" noMove="1" noResize="1" noEditPoints="1" noAdjustHandles="1" noChangeArrowheads="1" noChangeShapeType="1"/>
            </p:cNvSpPr>
            <p:nvPr/>
          </p:nvSpPr>
          <p:spPr>
            <a:xfrm>
              <a:off x="660554" y="1142581"/>
              <a:ext cx="551237" cy="749947"/>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6" name="Google Shape;2216;p34">
              <a:extLst>
                <a:ext uri="{FF2B5EF4-FFF2-40B4-BE49-F238E27FC236}">
                  <a16:creationId xmlns:a16="http://schemas.microsoft.com/office/drawing/2014/main" id="{5076383A-65A6-A19E-78D2-E68ACF2BFE95}"/>
                </a:ext>
              </a:extLst>
            </p:cNvPr>
            <p:cNvSpPr>
              <a:spLocks noGrp="1" noRot="1" noMove="1" noResize="1" noEditPoints="1" noAdjustHandles="1" noChangeArrowheads="1" noChangeShapeType="1"/>
            </p:cNvSpPr>
            <p:nvPr/>
          </p:nvSpPr>
          <p:spPr>
            <a:xfrm>
              <a:off x="565982" y="1640373"/>
              <a:ext cx="272286" cy="28549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7" name="Google Shape;2217;p34">
              <a:extLst>
                <a:ext uri="{FF2B5EF4-FFF2-40B4-BE49-F238E27FC236}">
                  <a16:creationId xmlns:a16="http://schemas.microsoft.com/office/drawing/2014/main" id="{4088D958-D9F2-B3C6-786B-46080192E7A7}"/>
                </a:ext>
              </a:extLst>
            </p:cNvPr>
            <p:cNvSpPr>
              <a:spLocks noGrp="1" noRot="1" noMove="1" noResize="1" noEditPoints="1" noAdjustHandles="1" noChangeArrowheads="1" noChangeShapeType="1"/>
            </p:cNvSpPr>
            <p:nvPr/>
          </p:nvSpPr>
          <p:spPr>
            <a:xfrm>
              <a:off x="550987" y="1705381"/>
              <a:ext cx="591064" cy="832382"/>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8" name="Google Shape;2218;p34">
              <a:extLst>
                <a:ext uri="{FF2B5EF4-FFF2-40B4-BE49-F238E27FC236}">
                  <a16:creationId xmlns:a16="http://schemas.microsoft.com/office/drawing/2014/main" id="{D836B466-01A9-ECAD-9911-E65560A68D02}"/>
                </a:ext>
              </a:extLst>
            </p:cNvPr>
            <p:cNvSpPr>
              <a:spLocks noGrp="1" noRot="1" noMove="1" noResize="1" noEditPoints="1" noAdjustHandles="1" noChangeArrowheads="1" noChangeShapeType="1"/>
            </p:cNvSpPr>
            <p:nvPr/>
          </p:nvSpPr>
          <p:spPr>
            <a:xfrm>
              <a:off x="1100491" y="2138165"/>
              <a:ext cx="571151" cy="608868"/>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6B65"/>
                </a:solidFill>
              </a:endParaRPr>
            </a:p>
          </p:txBody>
        </p:sp>
        <p:sp>
          <p:nvSpPr>
            <p:cNvPr id="2219" name="Google Shape;2219;p34">
              <a:extLst>
                <a:ext uri="{FF2B5EF4-FFF2-40B4-BE49-F238E27FC236}">
                  <a16:creationId xmlns:a16="http://schemas.microsoft.com/office/drawing/2014/main" id="{6D143965-2187-F7A0-16C5-C189EA864483}"/>
                </a:ext>
              </a:extLst>
            </p:cNvPr>
            <p:cNvSpPr>
              <a:spLocks noGrp="1" noRot="1" noMove="1" noResize="1" noEditPoints="1" noAdjustHandles="1" noChangeArrowheads="1" noChangeShapeType="1"/>
            </p:cNvSpPr>
            <p:nvPr/>
          </p:nvSpPr>
          <p:spPr>
            <a:xfrm>
              <a:off x="1445776" y="2569433"/>
              <a:ext cx="391848" cy="394824"/>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A6CBC2"/>
                </a:solidFill>
              </a:endParaRPr>
            </a:p>
          </p:txBody>
        </p:sp>
        <p:sp>
          <p:nvSpPr>
            <p:cNvPr id="2220" name="Google Shape;2220;p34">
              <a:extLst>
                <a:ext uri="{FF2B5EF4-FFF2-40B4-BE49-F238E27FC236}">
                  <a16:creationId xmlns:a16="http://schemas.microsoft.com/office/drawing/2014/main" id="{098C9B3B-0D4F-367F-C9F0-3AEA06CE64BF}"/>
                </a:ext>
              </a:extLst>
            </p:cNvPr>
            <p:cNvSpPr>
              <a:spLocks noGrp="1" noRot="1" noMove="1" noResize="1" noEditPoints="1" noAdjustHandles="1" noChangeArrowheads="1" noChangeShapeType="1"/>
            </p:cNvSpPr>
            <p:nvPr/>
          </p:nvSpPr>
          <p:spPr>
            <a:xfrm>
              <a:off x="1684825" y="3081468"/>
              <a:ext cx="232459" cy="252154"/>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221" name="Google Shape;2221;p34">
              <a:extLst>
                <a:ext uri="{FF2B5EF4-FFF2-40B4-BE49-F238E27FC236}">
                  <a16:creationId xmlns:a16="http://schemas.microsoft.com/office/drawing/2014/main" id="{0BCB44F2-6D22-2C15-6ED9-75D0B0AB490E}"/>
                </a:ext>
              </a:extLst>
            </p:cNvPr>
            <p:cNvGrpSpPr>
              <a:grpSpLocks noGrp="1" noUngrp="1" noRot="1" noMove="1" noResize="1"/>
            </p:cNvGrpSpPr>
            <p:nvPr/>
          </p:nvGrpSpPr>
          <p:grpSpPr>
            <a:xfrm>
              <a:off x="1136788" y="2693103"/>
              <a:ext cx="732206" cy="1813647"/>
              <a:chOff x="2711750" y="3572300"/>
              <a:chExt cx="230725" cy="598425"/>
            </a:xfrm>
          </p:grpSpPr>
          <p:sp>
            <p:nvSpPr>
              <p:cNvPr id="2222" name="Google Shape;2222;p34">
                <a:extLst>
                  <a:ext uri="{FF2B5EF4-FFF2-40B4-BE49-F238E27FC236}">
                    <a16:creationId xmlns:a16="http://schemas.microsoft.com/office/drawing/2014/main" id="{11567317-82E7-CEB7-B865-6FB729DC9281}"/>
                  </a:ext>
                </a:extLst>
              </p:cNvPr>
              <p:cNvSpPr>
                <a:spLocks noGrp="1" noRot="1" noMove="1" noResize="1" noEditPoints="1" noAdjustHandles="1" noChangeArrowheads="1" noChangeShapeType="1"/>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3" name="Google Shape;2223;p34">
                <a:extLst>
                  <a:ext uri="{FF2B5EF4-FFF2-40B4-BE49-F238E27FC236}">
                    <a16:creationId xmlns:a16="http://schemas.microsoft.com/office/drawing/2014/main" id="{3E4607C1-9CD2-90B7-B3B3-E304C0175D17}"/>
                  </a:ext>
                </a:extLst>
              </p:cNvPr>
              <p:cNvSpPr>
                <a:spLocks noGrp="1" noRot="1" noMove="1" noResize="1" noEditPoints="1" noAdjustHandles="1" noChangeArrowheads="1" noChangeShapeType="1"/>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sp>
        <p:nvSpPr>
          <p:cNvPr id="4" name="Google Shape;2188;p34">
            <a:extLst>
              <a:ext uri="{FF2B5EF4-FFF2-40B4-BE49-F238E27FC236}">
                <a16:creationId xmlns:a16="http://schemas.microsoft.com/office/drawing/2014/main" id="{B46E111B-C93A-9FCD-8A52-04E38696FD1A}"/>
              </a:ext>
            </a:extLst>
          </p:cNvPr>
          <p:cNvSpPr>
            <a:spLocks noGrp="1" noRot="1" noMove="1" noResize="1" noEditPoints="1" noAdjustHandles="1" noChangeArrowheads="1" noChangeShapeType="1"/>
          </p:cNvSpPr>
          <p:nvPr/>
        </p:nvSpPr>
        <p:spPr>
          <a:xfrm>
            <a:off x="7962938"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7" name="Google Shape;2193;p34">
            <a:extLst>
              <a:ext uri="{FF2B5EF4-FFF2-40B4-BE49-F238E27FC236}">
                <a16:creationId xmlns:a16="http://schemas.microsoft.com/office/drawing/2014/main" id="{1DB167EC-EAEB-7A2F-77CA-30212B9D24F7}"/>
              </a:ext>
            </a:extLst>
          </p:cNvPr>
          <p:cNvSpPr txBox="1"/>
          <p:nvPr/>
        </p:nvSpPr>
        <p:spPr>
          <a:xfrm>
            <a:off x="2789445" y="1838468"/>
            <a:ext cx="5084865" cy="377100"/>
          </a:xfrm>
          <a:prstGeom prst="rect">
            <a:avLst/>
          </a:prstGeom>
          <a:noFill/>
          <a:ln>
            <a:noFill/>
          </a:ln>
        </p:spPr>
        <p:txBody>
          <a:bodyPr spcFirstLastPara="1" wrap="square" lIns="91425" tIns="91425" rIns="91425" bIns="91425" anchor="b" anchorCtr="0">
            <a:noAutofit/>
          </a:bodyPr>
          <a:lstStyle/>
          <a:p>
            <a:pPr algn="r"/>
            <a:r>
              <a:rPr lang="en-US" sz="1600" dirty="0">
                <a:solidFill>
                  <a:schemeClr val="dk1"/>
                </a:solidFill>
                <a:latin typeface="Montserrat SemiBold"/>
                <a:ea typeface="Montserrat SemiBold"/>
                <a:cs typeface="Montserrat SemiBold"/>
                <a:sym typeface="Montserrat SemiBold"/>
              </a:rPr>
              <a:t>About Ever Core Labs ( </a:t>
            </a:r>
            <a:r>
              <a:rPr lang="en-US" sz="1600" dirty="0">
                <a:solidFill>
                  <a:schemeClr val="dk1"/>
                </a:solidFill>
                <a:latin typeface="Montserrat SemiBold"/>
              </a:rPr>
              <a:t>Company’s Overview  </a:t>
            </a:r>
            <a:r>
              <a:rPr lang="en-US" sz="1600" dirty="0">
                <a:solidFill>
                  <a:schemeClr val="dk1"/>
                </a:solidFill>
                <a:latin typeface="Montserrat SemiBold"/>
                <a:ea typeface="Montserrat SemiBold"/>
                <a:cs typeface="Montserrat SemiBold"/>
                <a:sym typeface="Montserrat SemiBold"/>
              </a:rPr>
              <a:t>)</a:t>
            </a:r>
          </a:p>
        </p:txBody>
      </p:sp>
      <p:sp>
        <p:nvSpPr>
          <p:cNvPr id="2" name="Google Shape;2189;p34">
            <a:extLst>
              <a:ext uri="{FF2B5EF4-FFF2-40B4-BE49-F238E27FC236}">
                <a16:creationId xmlns:a16="http://schemas.microsoft.com/office/drawing/2014/main" id="{BDC5A54D-C043-DCC5-4822-4E8CCC70836E}"/>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grpSp>
        <p:nvGrpSpPr>
          <p:cNvPr id="11" name="Google Shape;2391;p35">
            <a:extLst>
              <a:ext uri="{FF2B5EF4-FFF2-40B4-BE49-F238E27FC236}">
                <a16:creationId xmlns:a16="http://schemas.microsoft.com/office/drawing/2014/main" id="{3A14FB5D-8CCF-FA59-CC53-1CEFC8FBECD6}"/>
              </a:ext>
            </a:extLst>
          </p:cNvPr>
          <p:cNvGrpSpPr/>
          <p:nvPr/>
        </p:nvGrpSpPr>
        <p:grpSpPr>
          <a:xfrm>
            <a:off x="7415032" y="724651"/>
            <a:ext cx="455010" cy="454080"/>
            <a:chOff x="3363305" y="1063034"/>
            <a:chExt cx="455010" cy="454080"/>
          </a:xfrm>
        </p:grpSpPr>
        <p:sp>
          <p:nvSpPr>
            <p:cNvPr id="12" name="Google Shape;2392;p35">
              <a:extLst>
                <a:ext uri="{FF2B5EF4-FFF2-40B4-BE49-F238E27FC236}">
                  <a16:creationId xmlns:a16="http://schemas.microsoft.com/office/drawing/2014/main" id="{549FB726-5DB2-EE79-CD34-CCC246311049}"/>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3;p35">
              <a:extLst>
                <a:ext uri="{FF2B5EF4-FFF2-40B4-BE49-F238E27FC236}">
                  <a16:creationId xmlns:a16="http://schemas.microsoft.com/office/drawing/2014/main" id="{A52EA2BD-A99E-1869-87D7-4358816B670E}"/>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4;p35">
              <a:extLst>
                <a:ext uri="{FF2B5EF4-FFF2-40B4-BE49-F238E27FC236}">
                  <a16:creationId xmlns:a16="http://schemas.microsoft.com/office/drawing/2014/main" id="{97516E10-E612-32A9-9C27-972D0CF7F211}"/>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5;p35">
              <a:extLst>
                <a:ext uri="{FF2B5EF4-FFF2-40B4-BE49-F238E27FC236}">
                  <a16:creationId xmlns:a16="http://schemas.microsoft.com/office/drawing/2014/main" id="{8EA9125B-ADD6-1C3F-21CA-AAE1F94581B5}"/>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6;p35">
              <a:extLst>
                <a:ext uri="{FF2B5EF4-FFF2-40B4-BE49-F238E27FC236}">
                  <a16:creationId xmlns:a16="http://schemas.microsoft.com/office/drawing/2014/main" id="{B145343E-48A1-9425-C6CD-796F6AB55D3F}"/>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97;p35">
              <a:extLst>
                <a:ext uri="{FF2B5EF4-FFF2-40B4-BE49-F238E27FC236}">
                  <a16:creationId xmlns:a16="http://schemas.microsoft.com/office/drawing/2014/main" id="{3150427F-B925-1DA5-B11A-8B783CB02184}"/>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98;p35">
              <a:extLst>
                <a:ext uri="{FF2B5EF4-FFF2-40B4-BE49-F238E27FC236}">
                  <a16:creationId xmlns:a16="http://schemas.microsoft.com/office/drawing/2014/main" id="{C0BF78D9-4190-F8CC-167B-F0E283757390}"/>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99;p35">
              <a:extLst>
                <a:ext uri="{FF2B5EF4-FFF2-40B4-BE49-F238E27FC236}">
                  <a16:creationId xmlns:a16="http://schemas.microsoft.com/office/drawing/2014/main" id="{047F18C0-F4B2-526D-1980-775BD4D921B8}"/>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0;p35">
              <a:extLst>
                <a:ext uri="{FF2B5EF4-FFF2-40B4-BE49-F238E27FC236}">
                  <a16:creationId xmlns:a16="http://schemas.microsoft.com/office/drawing/2014/main" id="{31FE9397-ED8C-E3D6-5D24-BC4C116F1B86}"/>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1;p35">
              <a:extLst>
                <a:ext uri="{FF2B5EF4-FFF2-40B4-BE49-F238E27FC236}">
                  <a16:creationId xmlns:a16="http://schemas.microsoft.com/office/drawing/2014/main" id="{C5AC97D3-1115-C1EF-AA7B-D8742BB72AFB}"/>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2;p35">
              <a:extLst>
                <a:ext uri="{FF2B5EF4-FFF2-40B4-BE49-F238E27FC236}">
                  <a16:creationId xmlns:a16="http://schemas.microsoft.com/office/drawing/2014/main" id="{4FEB7837-36E6-8E53-DABF-3728A7960AEF}"/>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3;p35">
              <a:extLst>
                <a:ext uri="{FF2B5EF4-FFF2-40B4-BE49-F238E27FC236}">
                  <a16:creationId xmlns:a16="http://schemas.microsoft.com/office/drawing/2014/main" id="{59BEDB28-7725-1C87-5A62-61937B577A72}"/>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4;p35">
              <a:extLst>
                <a:ext uri="{FF2B5EF4-FFF2-40B4-BE49-F238E27FC236}">
                  <a16:creationId xmlns:a16="http://schemas.microsoft.com/office/drawing/2014/main" id="{59FBD9AB-4C83-05B8-B88A-2411C5BDA2D8}"/>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5;p35">
              <a:extLst>
                <a:ext uri="{FF2B5EF4-FFF2-40B4-BE49-F238E27FC236}">
                  <a16:creationId xmlns:a16="http://schemas.microsoft.com/office/drawing/2014/main" id="{B3706803-146C-2BA5-D45C-1A8036576528}"/>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6;p35">
              <a:extLst>
                <a:ext uri="{FF2B5EF4-FFF2-40B4-BE49-F238E27FC236}">
                  <a16:creationId xmlns:a16="http://schemas.microsoft.com/office/drawing/2014/main" id="{C0B4271F-330D-64BB-6E32-BF88CDE83299}"/>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07;p35">
              <a:extLst>
                <a:ext uri="{FF2B5EF4-FFF2-40B4-BE49-F238E27FC236}">
                  <a16:creationId xmlns:a16="http://schemas.microsoft.com/office/drawing/2014/main" id="{6C99FF01-E4C6-7733-2CEF-0A0D41795471}"/>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08;p35">
              <a:extLst>
                <a:ext uri="{FF2B5EF4-FFF2-40B4-BE49-F238E27FC236}">
                  <a16:creationId xmlns:a16="http://schemas.microsoft.com/office/drawing/2014/main" id="{CAEBDEB5-DB3A-3746-F0C8-282460A3CE7C}"/>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09;p35">
              <a:extLst>
                <a:ext uri="{FF2B5EF4-FFF2-40B4-BE49-F238E27FC236}">
                  <a16:creationId xmlns:a16="http://schemas.microsoft.com/office/drawing/2014/main" id="{6EDE5EEC-CDB0-9AED-6D7B-864B7E66A189}"/>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0;p35">
              <a:extLst>
                <a:ext uri="{FF2B5EF4-FFF2-40B4-BE49-F238E27FC236}">
                  <a16:creationId xmlns:a16="http://schemas.microsoft.com/office/drawing/2014/main" id="{2EDFEE83-8E54-698E-186D-4E48BD993D8E}"/>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11;p35">
              <a:extLst>
                <a:ext uri="{FF2B5EF4-FFF2-40B4-BE49-F238E27FC236}">
                  <a16:creationId xmlns:a16="http://schemas.microsoft.com/office/drawing/2014/main" id="{AC9B90FA-712E-6DB1-A016-E9F113A2C37B}"/>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12;p35">
              <a:extLst>
                <a:ext uri="{FF2B5EF4-FFF2-40B4-BE49-F238E27FC236}">
                  <a16:creationId xmlns:a16="http://schemas.microsoft.com/office/drawing/2014/main" id="{AE2EA3E5-BE5D-BEBF-7EC4-4EC1AF02D574}"/>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13;p35">
              <a:extLst>
                <a:ext uri="{FF2B5EF4-FFF2-40B4-BE49-F238E27FC236}">
                  <a16:creationId xmlns:a16="http://schemas.microsoft.com/office/drawing/2014/main" id="{0A47D799-53BD-DD3A-D31F-35235D2CAAD8}"/>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249;p35">
            <a:extLst>
              <a:ext uri="{FF2B5EF4-FFF2-40B4-BE49-F238E27FC236}">
                <a16:creationId xmlns:a16="http://schemas.microsoft.com/office/drawing/2014/main" id="{576E43C4-AC29-0AAE-C9DA-A48258E0E9E3}"/>
              </a:ext>
            </a:extLst>
          </p:cNvPr>
          <p:cNvGrpSpPr/>
          <p:nvPr/>
        </p:nvGrpSpPr>
        <p:grpSpPr>
          <a:xfrm>
            <a:off x="8129841" y="3565936"/>
            <a:ext cx="423892" cy="421693"/>
            <a:chOff x="2716201" y="4267204"/>
            <a:chExt cx="454986" cy="452626"/>
          </a:xfrm>
        </p:grpSpPr>
        <p:sp>
          <p:nvSpPr>
            <p:cNvPr id="35" name="Google Shape;3250;p35">
              <a:extLst>
                <a:ext uri="{FF2B5EF4-FFF2-40B4-BE49-F238E27FC236}">
                  <a16:creationId xmlns:a16="http://schemas.microsoft.com/office/drawing/2014/main" id="{0F95A89B-75A7-ACFB-7335-28B44CDBABD1}"/>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1;p35">
              <a:extLst>
                <a:ext uri="{FF2B5EF4-FFF2-40B4-BE49-F238E27FC236}">
                  <a16:creationId xmlns:a16="http://schemas.microsoft.com/office/drawing/2014/main" id="{FFF48157-7970-F7BD-FF74-8938AFD6B104}"/>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2;p35">
              <a:extLst>
                <a:ext uri="{FF2B5EF4-FFF2-40B4-BE49-F238E27FC236}">
                  <a16:creationId xmlns:a16="http://schemas.microsoft.com/office/drawing/2014/main" id="{9624A67E-C1A5-6485-935E-7BF138C557C7}"/>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3;p35">
              <a:extLst>
                <a:ext uri="{FF2B5EF4-FFF2-40B4-BE49-F238E27FC236}">
                  <a16:creationId xmlns:a16="http://schemas.microsoft.com/office/drawing/2014/main" id="{CE8E94EE-0475-EAAD-72A1-CB0E3FFF2A9C}"/>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4;p35">
              <a:extLst>
                <a:ext uri="{FF2B5EF4-FFF2-40B4-BE49-F238E27FC236}">
                  <a16:creationId xmlns:a16="http://schemas.microsoft.com/office/drawing/2014/main" id="{180FA2BD-CDAF-AF74-C133-8FFD7A3745DA}"/>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5;p35">
              <a:extLst>
                <a:ext uri="{FF2B5EF4-FFF2-40B4-BE49-F238E27FC236}">
                  <a16:creationId xmlns:a16="http://schemas.microsoft.com/office/drawing/2014/main" id="{337FD803-A9D6-9311-A9C7-7F2B2A80332F}"/>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6;p35">
              <a:extLst>
                <a:ext uri="{FF2B5EF4-FFF2-40B4-BE49-F238E27FC236}">
                  <a16:creationId xmlns:a16="http://schemas.microsoft.com/office/drawing/2014/main" id="{DA75B621-28A0-F2CC-FBC2-C12BC478BFF0}"/>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57;p35">
              <a:extLst>
                <a:ext uri="{FF2B5EF4-FFF2-40B4-BE49-F238E27FC236}">
                  <a16:creationId xmlns:a16="http://schemas.microsoft.com/office/drawing/2014/main" id="{6D6194DA-81A2-ED53-BAE0-517B4FFF90E2}"/>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58;p35">
              <a:extLst>
                <a:ext uri="{FF2B5EF4-FFF2-40B4-BE49-F238E27FC236}">
                  <a16:creationId xmlns:a16="http://schemas.microsoft.com/office/drawing/2014/main" id="{D39DE0D5-F8E7-2B34-3B9F-6D2E9F0A7070}"/>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59;p35">
              <a:extLst>
                <a:ext uri="{FF2B5EF4-FFF2-40B4-BE49-F238E27FC236}">
                  <a16:creationId xmlns:a16="http://schemas.microsoft.com/office/drawing/2014/main" id="{8960D30F-F8B3-B146-705E-581C242618E1}"/>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0;p35">
              <a:extLst>
                <a:ext uri="{FF2B5EF4-FFF2-40B4-BE49-F238E27FC236}">
                  <a16:creationId xmlns:a16="http://schemas.microsoft.com/office/drawing/2014/main" id="{14891920-651C-2EE5-AB71-D2BBA33D71BF}"/>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1;p35">
              <a:extLst>
                <a:ext uri="{FF2B5EF4-FFF2-40B4-BE49-F238E27FC236}">
                  <a16:creationId xmlns:a16="http://schemas.microsoft.com/office/drawing/2014/main" id="{D483EED1-18F3-75B2-7537-E59AE3F005F8}"/>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2;p35">
              <a:extLst>
                <a:ext uri="{FF2B5EF4-FFF2-40B4-BE49-F238E27FC236}">
                  <a16:creationId xmlns:a16="http://schemas.microsoft.com/office/drawing/2014/main" id="{3D226E6A-7292-DC7C-EBB5-EB78BCE36F66}"/>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3;p35">
              <a:extLst>
                <a:ext uri="{FF2B5EF4-FFF2-40B4-BE49-F238E27FC236}">
                  <a16:creationId xmlns:a16="http://schemas.microsoft.com/office/drawing/2014/main" id="{156138D0-B8FA-3173-7FE8-410C386D1F58}"/>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4;p35">
              <a:extLst>
                <a:ext uri="{FF2B5EF4-FFF2-40B4-BE49-F238E27FC236}">
                  <a16:creationId xmlns:a16="http://schemas.microsoft.com/office/drawing/2014/main" id="{952013DB-16F9-BAAD-DF53-595F2C459428}"/>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5;p35">
              <a:extLst>
                <a:ext uri="{FF2B5EF4-FFF2-40B4-BE49-F238E27FC236}">
                  <a16:creationId xmlns:a16="http://schemas.microsoft.com/office/drawing/2014/main" id="{7E6D7D90-BE53-6A65-DDA7-41ECD066E2EF}"/>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6;p35">
              <a:extLst>
                <a:ext uri="{FF2B5EF4-FFF2-40B4-BE49-F238E27FC236}">
                  <a16:creationId xmlns:a16="http://schemas.microsoft.com/office/drawing/2014/main" id="{6AA25B17-F76B-B0F1-265F-D18CDD752812}"/>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67;p35">
              <a:extLst>
                <a:ext uri="{FF2B5EF4-FFF2-40B4-BE49-F238E27FC236}">
                  <a16:creationId xmlns:a16="http://schemas.microsoft.com/office/drawing/2014/main" id="{4C6E2034-0D36-48AC-33EA-9C3C3BB6DC6C}"/>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68;p35">
              <a:extLst>
                <a:ext uri="{FF2B5EF4-FFF2-40B4-BE49-F238E27FC236}">
                  <a16:creationId xmlns:a16="http://schemas.microsoft.com/office/drawing/2014/main" id="{5EB48DA6-8C1C-8AD2-795D-69A7CE4EFEDD}"/>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69;p35">
              <a:extLst>
                <a:ext uri="{FF2B5EF4-FFF2-40B4-BE49-F238E27FC236}">
                  <a16:creationId xmlns:a16="http://schemas.microsoft.com/office/drawing/2014/main" id="{20B56A60-CEE0-DA88-4DFB-4E483B4A4C09}"/>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0;p35">
              <a:extLst>
                <a:ext uri="{FF2B5EF4-FFF2-40B4-BE49-F238E27FC236}">
                  <a16:creationId xmlns:a16="http://schemas.microsoft.com/office/drawing/2014/main" id="{25DEE03A-CD4B-F625-C1BB-56C435B27600}"/>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1;p35">
              <a:extLst>
                <a:ext uri="{FF2B5EF4-FFF2-40B4-BE49-F238E27FC236}">
                  <a16:creationId xmlns:a16="http://schemas.microsoft.com/office/drawing/2014/main" id="{55926778-2610-A9F6-0DC6-92B5A039A1CC}"/>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2;p35">
              <a:extLst>
                <a:ext uri="{FF2B5EF4-FFF2-40B4-BE49-F238E27FC236}">
                  <a16:creationId xmlns:a16="http://schemas.microsoft.com/office/drawing/2014/main" id="{B1A0682E-8054-C19A-B91A-4174C5D36F03}"/>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3;p35">
              <a:extLst>
                <a:ext uri="{FF2B5EF4-FFF2-40B4-BE49-F238E27FC236}">
                  <a16:creationId xmlns:a16="http://schemas.microsoft.com/office/drawing/2014/main" id="{4E212C45-6E6C-E93E-2386-DA7C23F29A2C}"/>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4;p35">
              <a:extLst>
                <a:ext uri="{FF2B5EF4-FFF2-40B4-BE49-F238E27FC236}">
                  <a16:creationId xmlns:a16="http://schemas.microsoft.com/office/drawing/2014/main" id="{320ED8CA-B5ED-0E2B-0D8D-627CE898F544}"/>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5;p35">
              <a:extLst>
                <a:ext uri="{FF2B5EF4-FFF2-40B4-BE49-F238E27FC236}">
                  <a16:creationId xmlns:a16="http://schemas.microsoft.com/office/drawing/2014/main" id="{5FC4160F-B36D-76FE-BB97-566518B0769C}"/>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6;p35">
              <a:extLst>
                <a:ext uri="{FF2B5EF4-FFF2-40B4-BE49-F238E27FC236}">
                  <a16:creationId xmlns:a16="http://schemas.microsoft.com/office/drawing/2014/main" id="{E0CCAA3E-210D-F660-5908-AE133C4FEEBA}"/>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77;p35">
              <a:extLst>
                <a:ext uri="{FF2B5EF4-FFF2-40B4-BE49-F238E27FC236}">
                  <a16:creationId xmlns:a16="http://schemas.microsoft.com/office/drawing/2014/main" id="{491C4025-C344-3BEE-842C-927144C29CD6}"/>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78;p35">
              <a:extLst>
                <a:ext uri="{FF2B5EF4-FFF2-40B4-BE49-F238E27FC236}">
                  <a16:creationId xmlns:a16="http://schemas.microsoft.com/office/drawing/2014/main" id="{117619F0-D36B-2B61-D33E-49C3DE0CC82A}"/>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79;p35">
              <a:extLst>
                <a:ext uri="{FF2B5EF4-FFF2-40B4-BE49-F238E27FC236}">
                  <a16:creationId xmlns:a16="http://schemas.microsoft.com/office/drawing/2014/main" id="{45C27A55-0E85-F532-8B9A-6EC659E244FB}"/>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0;p35">
              <a:extLst>
                <a:ext uri="{FF2B5EF4-FFF2-40B4-BE49-F238E27FC236}">
                  <a16:creationId xmlns:a16="http://schemas.microsoft.com/office/drawing/2014/main" id="{16BD2B6A-E8F0-11CC-BBDB-9A6FC667545B}"/>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1;p35">
              <a:extLst>
                <a:ext uri="{FF2B5EF4-FFF2-40B4-BE49-F238E27FC236}">
                  <a16:creationId xmlns:a16="http://schemas.microsoft.com/office/drawing/2014/main" id="{3BB05A8F-B361-40C5-CBF9-C71B120B979D}"/>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2;p35">
              <a:extLst>
                <a:ext uri="{FF2B5EF4-FFF2-40B4-BE49-F238E27FC236}">
                  <a16:creationId xmlns:a16="http://schemas.microsoft.com/office/drawing/2014/main" id="{F66B7787-C39B-949B-3BF5-F4E8E0D0CF25}"/>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3;p35">
              <a:extLst>
                <a:ext uri="{FF2B5EF4-FFF2-40B4-BE49-F238E27FC236}">
                  <a16:creationId xmlns:a16="http://schemas.microsoft.com/office/drawing/2014/main" id="{0632D157-9961-4533-29F7-3C94A31370A5}"/>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4;p35">
              <a:extLst>
                <a:ext uri="{FF2B5EF4-FFF2-40B4-BE49-F238E27FC236}">
                  <a16:creationId xmlns:a16="http://schemas.microsoft.com/office/drawing/2014/main" id="{3B950C09-ADD0-77F5-2DEC-9656FD03D7A3}"/>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5;p35">
              <a:extLst>
                <a:ext uri="{FF2B5EF4-FFF2-40B4-BE49-F238E27FC236}">
                  <a16:creationId xmlns:a16="http://schemas.microsoft.com/office/drawing/2014/main" id="{44EA45AC-708E-89B0-8B18-A8CCF11A69BD}"/>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6;p35">
              <a:extLst>
                <a:ext uri="{FF2B5EF4-FFF2-40B4-BE49-F238E27FC236}">
                  <a16:creationId xmlns:a16="http://schemas.microsoft.com/office/drawing/2014/main" id="{DD5C3BDB-2F28-48BD-CEDF-2067D37181C3}"/>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87;p35">
              <a:extLst>
                <a:ext uri="{FF2B5EF4-FFF2-40B4-BE49-F238E27FC236}">
                  <a16:creationId xmlns:a16="http://schemas.microsoft.com/office/drawing/2014/main" id="{D891A54B-163D-E537-04B3-F9A243FA33D3}"/>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88;p35">
              <a:extLst>
                <a:ext uri="{FF2B5EF4-FFF2-40B4-BE49-F238E27FC236}">
                  <a16:creationId xmlns:a16="http://schemas.microsoft.com/office/drawing/2014/main" id="{8C1D7FC6-31A2-414D-B1D8-F0C600B8D139}"/>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89;p35">
              <a:extLst>
                <a:ext uri="{FF2B5EF4-FFF2-40B4-BE49-F238E27FC236}">
                  <a16:creationId xmlns:a16="http://schemas.microsoft.com/office/drawing/2014/main" id="{464773F4-EABF-D8FB-C9B3-756D65043491}"/>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0;p35">
              <a:extLst>
                <a:ext uri="{FF2B5EF4-FFF2-40B4-BE49-F238E27FC236}">
                  <a16:creationId xmlns:a16="http://schemas.microsoft.com/office/drawing/2014/main" id="{24B5CEF2-BAB3-1752-D744-1485062CEE4E}"/>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1;p35">
              <a:extLst>
                <a:ext uri="{FF2B5EF4-FFF2-40B4-BE49-F238E27FC236}">
                  <a16:creationId xmlns:a16="http://schemas.microsoft.com/office/drawing/2014/main" id="{5B46DD12-5BEC-39C7-ACBE-33EB3740D142}"/>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2;p35">
              <a:extLst>
                <a:ext uri="{FF2B5EF4-FFF2-40B4-BE49-F238E27FC236}">
                  <a16:creationId xmlns:a16="http://schemas.microsoft.com/office/drawing/2014/main" id="{460D2BC4-2CBE-5E8B-EA67-03EED196A5EC}"/>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3;p35">
              <a:extLst>
                <a:ext uri="{FF2B5EF4-FFF2-40B4-BE49-F238E27FC236}">
                  <a16:creationId xmlns:a16="http://schemas.microsoft.com/office/drawing/2014/main" id="{DC8C83C8-D82A-7B40-ABA9-274A8FF299D6}"/>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4;p35">
              <a:extLst>
                <a:ext uri="{FF2B5EF4-FFF2-40B4-BE49-F238E27FC236}">
                  <a16:creationId xmlns:a16="http://schemas.microsoft.com/office/drawing/2014/main" id="{29934E9D-6095-9AC8-1D89-5B64395C3449}"/>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5;p35">
              <a:extLst>
                <a:ext uri="{FF2B5EF4-FFF2-40B4-BE49-F238E27FC236}">
                  <a16:creationId xmlns:a16="http://schemas.microsoft.com/office/drawing/2014/main" id="{5E552B9D-B8B9-58D6-1E11-9875F2F4F392}"/>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6;p35">
              <a:extLst>
                <a:ext uri="{FF2B5EF4-FFF2-40B4-BE49-F238E27FC236}">
                  <a16:creationId xmlns:a16="http://schemas.microsoft.com/office/drawing/2014/main" id="{8606DEFF-FF89-D73A-DB82-1B57D40F77C8}"/>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297;p35">
              <a:extLst>
                <a:ext uri="{FF2B5EF4-FFF2-40B4-BE49-F238E27FC236}">
                  <a16:creationId xmlns:a16="http://schemas.microsoft.com/office/drawing/2014/main" id="{A0919006-CB8B-17C9-F383-D22DFC07674D}"/>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298;p35">
              <a:extLst>
                <a:ext uri="{FF2B5EF4-FFF2-40B4-BE49-F238E27FC236}">
                  <a16:creationId xmlns:a16="http://schemas.microsoft.com/office/drawing/2014/main" id="{9C8DC6EE-3335-40DA-4173-CF71F8622170}"/>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299;p35">
              <a:extLst>
                <a:ext uri="{FF2B5EF4-FFF2-40B4-BE49-F238E27FC236}">
                  <a16:creationId xmlns:a16="http://schemas.microsoft.com/office/drawing/2014/main" id="{F4C35129-522A-DC71-87A9-7ACEABB51B3C}"/>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0;p35">
              <a:extLst>
                <a:ext uri="{FF2B5EF4-FFF2-40B4-BE49-F238E27FC236}">
                  <a16:creationId xmlns:a16="http://schemas.microsoft.com/office/drawing/2014/main" id="{0D9E6E74-B633-0907-F502-FA0F155940E8}"/>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1;p35">
              <a:extLst>
                <a:ext uri="{FF2B5EF4-FFF2-40B4-BE49-F238E27FC236}">
                  <a16:creationId xmlns:a16="http://schemas.microsoft.com/office/drawing/2014/main" id="{B5A23C67-EA29-8F00-94EA-471081EE0C4B}"/>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2;p35">
              <a:extLst>
                <a:ext uri="{FF2B5EF4-FFF2-40B4-BE49-F238E27FC236}">
                  <a16:creationId xmlns:a16="http://schemas.microsoft.com/office/drawing/2014/main" id="{63A467D7-36DD-F1FF-D8C2-30BC56603029}"/>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3;p35">
              <a:extLst>
                <a:ext uri="{FF2B5EF4-FFF2-40B4-BE49-F238E27FC236}">
                  <a16:creationId xmlns:a16="http://schemas.microsoft.com/office/drawing/2014/main" id="{955A9D89-C17C-639D-F943-C96B31BDB119}"/>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4;p35">
              <a:extLst>
                <a:ext uri="{FF2B5EF4-FFF2-40B4-BE49-F238E27FC236}">
                  <a16:creationId xmlns:a16="http://schemas.microsoft.com/office/drawing/2014/main" id="{6FA42DB9-880D-5991-E248-973AA9DC51ED}"/>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5;p35">
              <a:extLst>
                <a:ext uri="{FF2B5EF4-FFF2-40B4-BE49-F238E27FC236}">
                  <a16:creationId xmlns:a16="http://schemas.microsoft.com/office/drawing/2014/main" id="{96907CDE-8A8A-59CA-8838-11779002C611}"/>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6;p35">
              <a:extLst>
                <a:ext uri="{FF2B5EF4-FFF2-40B4-BE49-F238E27FC236}">
                  <a16:creationId xmlns:a16="http://schemas.microsoft.com/office/drawing/2014/main" id="{5B8019CD-F185-6BED-636D-A84AC1607246}"/>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07;p35">
              <a:extLst>
                <a:ext uri="{FF2B5EF4-FFF2-40B4-BE49-F238E27FC236}">
                  <a16:creationId xmlns:a16="http://schemas.microsoft.com/office/drawing/2014/main" id="{5F3FAB9F-68E4-88BB-2B75-AE131C4A004D}"/>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08;p35">
              <a:extLst>
                <a:ext uri="{FF2B5EF4-FFF2-40B4-BE49-F238E27FC236}">
                  <a16:creationId xmlns:a16="http://schemas.microsoft.com/office/drawing/2014/main" id="{131AD566-50F9-FED9-304C-F667B3FD3AC3}"/>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09;p35">
              <a:extLst>
                <a:ext uri="{FF2B5EF4-FFF2-40B4-BE49-F238E27FC236}">
                  <a16:creationId xmlns:a16="http://schemas.microsoft.com/office/drawing/2014/main" id="{62347F68-CC3C-A77F-5527-4C8DCC32BA76}"/>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0;p35">
              <a:extLst>
                <a:ext uri="{FF2B5EF4-FFF2-40B4-BE49-F238E27FC236}">
                  <a16:creationId xmlns:a16="http://schemas.microsoft.com/office/drawing/2014/main" id="{08F70F43-CC8F-9279-61C8-E5F9747C9E4F}"/>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1;p35">
              <a:extLst>
                <a:ext uri="{FF2B5EF4-FFF2-40B4-BE49-F238E27FC236}">
                  <a16:creationId xmlns:a16="http://schemas.microsoft.com/office/drawing/2014/main" id="{E77237E7-2565-145D-56F6-025108C89DF0}"/>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2;p35">
              <a:extLst>
                <a:ext uri="{FF2B5EF4-FFF2-40B4-BE49-F238E27FC236}">
                  <a16:creationId xmlns:a16="http://schemas.microsoft.com/office/drawing/2014/main" id="{FD9D336B-E85B-211D-D4E7-13330B881326}"/>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3;p35">
              <a:extLst>
                <a:ext uri="{FF2B5EF4-FFF2-40B4-BE49-F238E27FC236}">
                  <a16:creationId xmlns:a16="http://schemas.microsoft.com/office/drawing/2014/main" id="{79B5371E-7A12-12E8-8CC3-5009670D5573}"/>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4;p35">
              <a:extLst>
                <a:ext uri="{FF2B5EF4-FFF2-40B4-BE49-F238E27FC236}">
                  <a16:creationId xmlns:a16="http://schemas.microsoft.com/office/drawing/2014/main" id="{E60E0C66-7398-AF23-97DB-49D35C4B7092}"/>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5;p35">
              <a:extLst>
                <a:ext uri="{FF2B5EF4-FFF2-40B4-BE49-F238E27FC236}">
                  <a16:creationId xmlns:a16="http://schemas.microsoft.com/office/drawing/2014/main" id="{ED5AEE32-F9CD-0AD5-78FD-369E54113F21}"/>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6;p35">
              <a:extLst>
                <a:ext uri="{FF2B5EF4-FFF2-40B4-BE49-F238E27FC236}">
                  <a16:creationId xmlns:a16="http://schemas.microsoft.com/office/drawing/2014/main" id="{4A3B68BE-E269-2C94-49A5-6B3C45B155B1}"/>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17;p35">
              <a:extLst>
                <a:ext uri="{FF2B5EF4-FFF2-40B4-BE49-F238E27FC236}">
                  <a16:creationId xmlns:a16="http://schemas.microsoft.com/office/drawing/2014/main" id="{AAC60CE7-2CF2-429C-8CD7-7032E1C9473D}"/>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3318;p35">
              <a:extLst>
                <a:ext uri="{FF2B5EF4-FFF2-40B4-BE49-F238E27FC236}">
                  <a16:creationId xmlns:a16="http://schemas.microsoft.com/office/drawing/2014/main" id="{68164646-12E6-0D1F-A695-50A953266D79}"/>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3319;p35">
              <a:extLst>
                <a:ext uri="{FF2B5EF4-FFF2-40B4-BE49-F238E27FC236}">
                  <a16:creationId xmlns:a16="http://schemas.microsoft.com/office/drawing/2014/main" id="{906D5299-2B26-7634-85B1-E28F409AAE0F}"/>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3320;p35">
              <a:extLst>
                <a:ext uri="{FF2B5EF4-FFF2-40B4-BE49-F238E27FC236}">
                  <a16:creationId xmlns:a16="http://schemas.microsoft.com/office/drawing/2014/main" id="{A21F9096-8EB4-8EF3-CE0D-D934A48516FA}"/>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3" name="Google Shape;2188;p34">
            <a:extLst>
              <a:ext uri="{FF2B5EF4-FFF2-40B4-BE49-F238E27FC236}">
                <a16:creationId xmlns:a16="http://schemas.microsoft.com/office/drawing/2014/main" id="{44A4AB70-BF7A-1B16-5ED3-00BDEAC311C1}"/>
              </a:ext>
            </a:extLst>
          </p:cNvPr>
          <p:cNvSpPr/>
          <p:nvPr/>
        </p:nvSpPr>
        <p:spPr>
          <a:xfrm>
            <a:off x="7976087" y="171246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244" name="Google Shape;2189;p34">
            <a:extLst>
              <a:ext uri="{FF2B5EF4-FFF2-40B4-BE49-F238E27FC236}">
                <a16:creationId xmlns:a16="http://schemas.microsoft.com/office/drawing/2014/main" id="{EEBA86A0-AE63-70D9-A840-84DBD5C2431C}"/>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245" name="Google Shape;2189;p34">
            <a:extLst>
              <a:ext uri="{FF2B5EF4-FFF2-40B4-BE49-F238E27FC236}">
                <a16:creationId xmlns:a16="http://schemas.microsoft.com/office/drawing/2014/main" id="{3BF3B141-976E-2EE2-5232-537E976AAEAF}"/>
              </a:ext>
            </a:extLst>
          </p:cNvPr>
          <p:cNvSpPr>
            <a:spLocks/>
          </p:cNvSpPr>
          <p:nvPr/>
        </p:nvSpPr>
        <p:spPr>
          <a:xfrm>
            <a:off x="7976087" y="2592179"/>
            <a:ext cx="731400" cy="629100"/>
          </a:xfrm>
          <a:prstGeom prst="hexagon">
            <a:avLst>
              <a:gd name="adj" fmla="val 28852"/>
              <a:gd name="vf" fmla="val 11547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grpSp>
        <p:nvGrpSpPr>
          <p:cNvPr id="2249" name="Google Shape;173;p17">
            <a:extLst>
              <a:ext uri="{FF2B5EF4-FFF2-40B4-BE49-F238E27FC236}">
                <a16:creationId xmlns:a16="http://schemas.microsoft.com/office/drawing/2014/main" id="{276D0FFE-C05D-0F5C-1516-76FC8E458FDE}"/>
              </a:ext>
            </a:extLst>
          </p:cNvPr>
          <p:cNvGrpSpPr/>
          <p:nvPr/>
        </p:nvGrpSpPr>
        <p:grpSpPr>
          <a:xfrm>
            <a:off x="2489000" y="1325763"/>
            <a:ext cx="456633" cy="439203"/>
            <a:chOff x="3266838" y="2089868"/>
            <a:chExt cx="456633" cy="439203"/>
          </a:xfrm>
        </p:grpSpPr>
        <p:sp>
          <p:nvSpPr>
            <p:cNvPr id="2250" name="Google Shape;174;p17">
              <a:extLst>
                <a:ext uri="{FF2B5EF4-FFF2-40B4-BE49-F238E27FC236}">
                  <a16:creationId xmlns:a16="http://schemas.microsoft.com/office/drawing/2014/main" id="{8413C189-0405-B473-AC3D-987478D71CDE}"/>
                </a:ext>
              </a:extLst>
            </p:cNvPr>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175;p17">
              <a:extLst>
                <a:ext uri="{FF2B5EF4-FFF2-40B4-BE49-F238E27FC236}">
                  <a16:creationId xmlns:a16="http://schemas.microsoft.com/office/drawing/2014/main" id="{17216D70-EDB7-065B-8BE5-C4CFA8BE80E8}"/>
                </a:ext>
              </a:extLst>
            </p:cNvPr>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176;p17">
              <a:extLst>
                <a:ext uri="{FF2B5EF4-FFF2-40B4-BE49-F238E27FC236}">
                  <a16:creationId xmlns:a16="http://schemas.microsoft.com/office/drawing/2014/main" id="{3566EBF3-6883-F3DB-937D-ABB17EE2D957}"/>
                </a:ext>
              </a:extLst>
            </p:cNvPr>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177;p17">
              <a:extLst>
                <a:ext uri="{FF2B5EF4-FFF2-40B4-BE49-F238E27FC236}">
                  <a16:creationId xmlns:a16="http://schemas.microsoft.com/office/drawing/2014/main" id="{F1AA9EF7-C35D-9489-7D6C-39F8E2181071}"/>
                </a:ext>
              </a:extLst>
            </p:cNvPr>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178;p17">
              <a:extLst>
                <a:ext uri="{FF2B5EF4-FFF2-40B4-BE49-F238E27FC236}">
                  <a16:creationId xmlns:a16="http://schemas.microsoft.com/office/drawing/2014/main" id="{EA432ECD-C2DA-D838-BD6F-851F0EB2C2EA}"/>
                </a:ext>
              </a:extLst>
            </p:cNvPr>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179;p17">
              <a:extLst>
                <a:ext uri="{FF2B5EF4-FFF2-40B4-BE49-F238E27FC236}">
                  <a16:creationId xmlns:a16="http://schemas.microsoft.com/office/drawing/2014/main" id="{38CED37C-0F20-5C9F-5760-B407EAE50AC2}"/>
                </a:ext>
              </a:extLst>
            </p:cNvPr>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180;p17">
              <a:extLst>
                <a:ext uri="{FF2B5EF4-FFF2-40B4-BE49-F238E27FC236}">
                  <a16:creationId xmlns:a16="http://schemas.microsoft.com/office/drawing/2014/main" id="{854E3AC2-D5D8-68F6-BA58-A15D4070B132}"/>
                </a:ext>
              </a:extLst>
            </p:cNvPr>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181;p17">
              <a:extLst>
                <a:ext uri="{FF2B5EF4-FFF2-40B4-BE49-F238E27FC236}">
                  <a16:creationId xmlns:a16="http://schemas.microsoft.com/office/drawing/2014/main" id="{E22A9BC1-EC6A-645A-F3BE-45996DCA2E8F}"/>
                </a:ext>
              </a:extLst>
            </p:cNvPr>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182;p17">
              <a:extLst>
                <a:ext uri="{FF2B5EF4-FFF2-40B4-BE49-F238E27FC236}">
                  <a16:creationId xmlns:a16="http://schemas.microsoft.com/office/drawing/2014/main" id="{87D9582B-03E7-6173-EA97-E4330C81E47D}"/>
                </a:ext>
              </a:extLst>
            </p:cNvPr>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183;p17">
              <a:extLst>
                <a:ext uri="{FF2B5EF4-FFF2-40B4-BE49-F238E27FC236}">
                  <a16:creationId xmlns:a16="http://schemas.microsoft.com/office/drawing/2014/main" id="{A71E8135-D847-71D4-763C-66F4660C8AA3}"/>
                </a:ext>
              </a:extLst>
            </p:cNvPr>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184;p17">
              <a:extLst>
                <a:ext uri="{FF2B5EF4-FFF2-40B4-BE49-F238E27FC236}">
                  <a16:creationId xmlns:a16="http://schemas.microsoft.com/office/drawing/2014/main" id="{2DBA83BE-6915-9E93-02B0-BA03F4051710}"/>
                </a:ext>
              </a:extLst>
            </p:cNvPr>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185;p17">
              <a:extLst>
                <a:ext uri="{FF2B5EF4-FFF2-40B4-BE49-F238E27FC236}">
                  <a16:creationId xmlns:a16="http://schemas.microsoft.com/office/drawing/2014/main" id="{0A647FCA-EEEF-F2E5-868E-69214A02CB01}"/>
                </a:ext>
              </a:extLst>
            </p:cNvPr>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186;p17">
              <a:extLst>
                <a:ext uri="{FF2B5EF4-FFF2-40B4-BE49-F238E27FC236}">
                  <a16:creationId xmlns:a16="http://schemas.microsoft.com/office/drawing/2014/main" id="{DD8164EC-9234-D2AC-E094-0E082ADA1748}"/>
                </a:ext>
              </a:extLst>
            </p:cNvPr>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187;p17">
              <a:extLst>
                <a:ext uri="{FF2B5EF4-FFF2-40B4-BE49-F238E27FC236}">
                  <a16:creationId xmlns:a16="http://schemas.microsoft.com/office/drawing/2014/main" id="{00B637D6-D622-613B-C58D-C2A9D2118769}"/>
                </a:ext>
              </a:extLst>
            </p:cNvPr>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188;p17">
              <a:extLst>
                <a:ext uri="{FF2B5EF4-FFF2-40B4-BE49-F238E27FC236}">
                  <a16:creationId xmlns:a16="http://schemas.microsoft.com/office/drawing/2014/main" id="{3D21B0D7-FEE2-694E-8ED9-18ADC83B5977}"/>
                </a:ext>
              </a:extLst>
            </p:cNvPr>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189;p17">
              <a:extLst>
                <a:ext uri="{FF2B5EF4-FFF2-40B4-BE49-F238E27FC236}">
                  <a16:creationId xmlns:a16="http://schemas.microsoft.com/office/drawing/2014/main" id="{61783A8A-75F7-9168-9363-6D477796771C}"/>
                </a:ext>
              </a:extLst>
            </p:cNvPr>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190;p17">
              <a:extLst>
                <a:ext uri="{FF2B5EF4-FFF2-40B4-BE49-F238E27FC236}">
                  <a16:creationId xmlns:a16="http://schemas.microsoft.com/office/drawing/2014/main" id="{1AF02AFF-4D6E-D174-0728-C0D4E64DB86E}"/>
                </a:ext>
              </a:extLst>
            </p:cNvPr>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191;p17">
              <a:extLst>
                <a:ext uri="{FF2B5EF4-FFF2-40B4-BE49-F238E27FC236}">
                  <a16:creationId xmlns:a16="http://schemas.microsoft.com/office/drawing/2014/main" id="{187A158D-53CF-0CEE-782E-421D1A7D5A35}"/>
                </a:ext>
              </a:extLst>
            </p:cNvPr>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8" name="Google Shape;144;p17">
            <a:extLst>
              <a:ext uri="{FF2B5EF4-FFF2-40B4-BE49-F238E27FC236}">
                <a16:creationId xmlns:a16="http://schemas.microsoft.com/office/drawing/2014/main" id="{508123F0-3E85-2C8D-D971-95993AE14293}"/>
              </a:ext>
            </a:extLst>
          </p:cNvPr>
          <p:cNvGrpSpPr/>
          <p:nvPr/>
        </p:nvGrpSpPr>
        <p:grpSpPr>
          <a:xfrm>
            <a:off x="2063210" y="3219184"/>
            <a:ext cx="457182" cy="457212"/>
            <a:chOff x="2195817" y="2132165"/>
            <a:chExt cx="460451" cy="452864"/>
          </a:xfrm>
        </p:grpSpPr>
        <p:sp>
          <p:nvSpPr>
            <p:cNvPr id="2269" name="Google Shape;145;p17">
              <a:extLst>
                <a:ext uri="{FF2B5EF4-FFF2-40B4-BE49-F238E27FC236}">
                  <a16:creationId xmlns:a16="http://schemas.microsoft.com/office/drawing/2014/main" id="{D9511C49-4431-5666-EE64-5DBCD59DEECA}"/>
                </a:ext>
              </a:extLst>
            </p:cNvPr>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146;p17">
              <a:extLst>
                <a:ext uri="{FF2B5EF4-FFF2-40B4-BE49-F238E27FC236}">
                  <a16:creationId xmlns:a16="http://schemas.microsoft.com/office/drawing/2014/main" id="{4EE3AAC2-046C-0EDB-84CA-FFFCBAC5A7D1}"/>
                </a:ext>
              </a:extLst>
            </p:cNvPr>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147;p17">
              <a:extLst>
                <a:ext uri="{FF2B5EF4-FFF2-40B4-BE49-F238E27FC236}">
                  <a16:creationId xmlns:a16="http://schemas.microsoft.com/office/drawing/2014/main" id="{949E1D6E-E938-0566-D2BA-F4651694555E}"/>
                </a:ext>
              </a:extLst>
            </p:cNvPr>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148;p17">
              <a:extLst>
                <a:ext uri="{FF2B5EF4-FFF2-40B4-BE49-F238E27FC236}">
                  <a16:creationId xmlns:a16="http://schemas.microsoft.com/office/drawing/2014/main" id="{9929A890-6509-CE68-413D-D5ABCFC2549C}"/>
                </a:ext>
              </a:extLst>
            </p:cNvPr>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149;p17">
              <a:extLst>
                <a:ext uri="{FF2B5EF4-FFF2-40B4-BE49-F238E27FC236}">
                  <a16:creationId xmlns:a16="http://schemas.microsoft.com/office/drawing/2014/main" id="{3A1C7C8C-2DD4-0BEB-462C-089008BB19AD}"/>
                </a:ext>
              </a:extLst>
            </p:cNvPr>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150;p17">
              <a:extLst>
                <a:ext uri="{FF2B5EF4-FFF2-40B4-BE49-F238E27FC236}">
                  <a16:creationId xmlns:a16="http://schemas.microsoft.com/office/drawing/2014/main" id="{3CD2F988-7FB5-9C46-51E6-ED6577CEE800}"/>
                </a:ext>
              </a:extLst>
            </p:cNvPr>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151;p17">
              <a:extLst>
                <a:ext uri="{FF2B5EF4-FFF2-40B4-BE49-F238E27FC236}">
                  <a16:creationId xmlns:a16="http://schemas.microsoft.com/office/drawing/2014/main" id="{DE155981-3F58-0944-3C0C-9AF62DF0B509}"/>
                </a:ext>
              </a:extLst>
            </p:cNvPr>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152;p17">
              <a:extLst>
                <a:ext uri="{FF2B5EF4-FFF2-40B4-BE49-F238E27FC236}">
                  <a16:creationId xmlns:a16="http://schemas.microsoft.com/office/drawing/2014/main" id="{F134B353-825C-F35B-5EBC-BA7A23ECD3B1}"/>
                </a:ext>
              </a:extLst>
            </p:cNvPr>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153;p17">
              <a:extLst>
                <a:ext uri="{FF2B5EF4-FFF2-40B4-BE49-F238E27FC236}">
                  <a16:creationId xmlns:a16="http://schemas.microsoft.com/office/drawing/2014/main" id="{CF481C1F-A889-F1C0-9450-5E004B1B87B6}"/>
                </a:ext>
              </a:extLst>
            </p:cNvPr>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154;p17">
              <a:extLst>
                <a:ext uri="{FF2B5EF4-FFF2-40B4-BE49-F238E27FC236}">
                  <a16:creationId xmlns:a16="http://schemas.microsoft.com/office/drawing/2014/main" id="{B75F3BDF-D10A-649F-9A4C-19BBCD19CF31}"/>
                </a:ext>
              </a:extLst>
            </p:cNvPr>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155;p17">
              <a:extLst>
                <a:ext uri="{FF2B5EF4-FFF2-40B4-BE49-F238E27FC236}">
                  <a16:creationId xmlns:a16="http://schemas.microsoft.com/office/drawing/2014/main" id="{2A4963BD-E677-21F1-50F5-95042EF2588E}"/>
                </a:ext>
              </a:extLst>
            </p:cNvPr>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156;p17">
              <a:extLst>
                <a:ext uri="{FF2B5EF4-FFF2-40B4-BE49-F238E27FC236}">
                  <a16:creationId xmlns:a16="http://schemas.microsoft.com/office/drawing/2014/main" id="{7E817293-6D2A-13EF-06F1-8F849D120436}"/>
                </a:ext>
              </a:extLst>
            </p:cNvPr>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157;p17">
              <a:extLst>
                <a:ext uri="{FF2B5EF4-FFF2-40B4-BE49-F238E27FC236}">
                  <a16:creationId xmlns:a16="http://schemas.microsoft.com/office/drawing/2014/main" id="{BB917967-1158-6DD4-8B1C-36F5C25E23FA}"/>
                </a:ext>
              </a:extLst>
            </p:cNvPr>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158;p17">
              <a:extLst>
                <a:ext uri="{FF2B5EF4-FFF2-40B4-BE49-F238E27FC236}">
                  <a16:creationId xmlns:a16="http://schemas.microsoft.com/office/drawing/2014/main" id="{8E039CCA-C3A1-D76A-2180-F6431FBB5599}"/>
                </a:ext>
              </a:extLst>
            </p:cNvPr>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159;p17">
              <a:extLst>
                <a:ext uri="{FF2B5EF4-FFF2-40B4-BE49-F238E27FC236}">
                  <a16:creationId xmlns:a16="http://schemas.microsoft.com/office/drawing/2014/main" id="{4FC7D10B-5A94-D133-3F1C-16BC713E8875}"/>
                </a:ext>
              </a:extLst>
            </p:cNvPr>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160;p17">
              <a:extLst>
                <a:ext uri="{FF2B5EF4-FFF2-40B4-BE49-F238E27FC236}">
                  <a16:creationId xmlns:a16="http://schemas.microsoft.com/office/drawing/2014/main" id="{EBEE970A-BDF9-1951-91A7-4CF6B8F1F207}"/>
                </a:ext>
              </a:extLst>
            </p:cNvPr>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161;p17">
              <a:extLst>
                <a:ext uri="{FF2B5EF4-FFF2-40B4-BE49-F238E27FC236}">
                  <a16:creationId xmlns:a16="http://schemas.microsoft.com/office/drawing/2014/main" id="{8765E5B4-F82F-4E3A-1B36-62C801755ABE}"/>
                </a:ext>
              </a:extLst>
            </p:cNvPr>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162;p17">
              <a:extLst>
                <a:ext uri="{FF2B5EF4-FFF2-40B4-BE49-F238E27FC236}">
                  <a16:creationId xmlns:a16="http://schemas.microsoft.com/office/drawing/2014/main" id="{FFE84EE1-233F-17D8-A1E5-1FA745B10969}"/>
                </a:ext>
              </a:extLst>
            </p:cNvPr>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163;p17">
              <a:extLst>
                <a:ext uri="{FF2B5EF4-FFF2-40B4-BE49-F238E27FC236}">
                  <a16:creationId xmlns:a16="http://schemas.microsoft.com/office/drawing/2014/main" id="{1FBB4CA1-D918-81ED-9C79-E43F914F0EF0}"/>
                </a:ext>
              </a:extLst>
            </p:cNvPr>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164;p17">
              <a:extLst>
                <a:ext uri="{FF2B5EF4-FFF2-40B4-BE49-F238E27FC236}">
                  <a16:creationId xmlns:a16="http://schemas.microsoft.com/office/drawing/2014/main" id="{DCE645B1-64CF-685C-105B-F5363CCB19C9}"/>
                </a:ext>
              </a:extLst>
            </p:cNvPr>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165;p17">
              <a:extLst>
                <a:ext uri="{FF2B5EF4-FFF2-40B4-BE49-F238E27FC236}">
                  <a16:creationId xmlns:a16="http://schemas.microsoft.com/office/drawing/2014/main" id="{ECD544BD-1D01-D775-BA78-B6615ECBB4C6}"/>
                </a:ext>
              </a:extLst>
            </p:cNvPr>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166;p17">
              <a:extLst>
                <a:ext uri="{FF2B5EF4-FFF2-40B4-BE49-F238E27FC236}">
                  <a16:creationId xmlns:a16="http://schemas.microsoft.com/office/drawing/2014/main" id="{ABCCBAF9-271E-5DD2-1D0D-603B44632337}"/>
                </a:ext>
              </a:extLst>
            </p:cNvPr>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167;p17">
              <a:extLst>
                <a:ext uri="{FF2B5EF4-FFF2-40B4-BE49-F238E27FC236}">
                  <a16:creationId xmlns:a16="http://schemas.microsoft.com/office/drawing/2014/main" id="{3E52FA26-7556-10D3-2242-2C30AD4DCE0C}"/>
                </a:ext>
              </a:extLst>
            </p:cNvPr>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168;p17">
              <a:extLst>
                <a:ext uri="{FF2B5EF4-FFF2-40B4-BE49-F238E27FC236}">
                  <a16:creationId xmlns:a16="http://schemas.microsoft.com/office/drawing/2014/main" id="{9597DF5F-A6F4-63A4-524E-03EA4B351509}"/>
                </a:ext>
              </a:extLst>
            </p:cNvPr>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169;p17">
              <a:extLst>
                <a:ext uri="{FF2B5EF4-FFF2-40B4-BE49-F238E27FC236}">
                  <a16:creationId xmlns:a16="http://schemas.microsoft.com/office/drawing/2014/main" id="{F17AE3AE-94A3-D1B1-758A-D4791AF8A4B4}"/>
                </a:ext>
              </a:extLst>
            </p:cNvPr>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170;p17">
              <a:extLst>
                <a:ext uri="{FF2B5EF4-FFF2-40B4-BE49-F238E27FC236}">
                  <a16:creationId xmlns:a16="http://schemas.microsoft.com/office/drawing/2014/main" id="{8698D411-A202-6BEE-F093-51203619438E}"/>
                </a:ext>
              </a:extLst>
            </p:cNvPr>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171;p17">
              <a:extLst>
                <a:ext uri="{FF2B5EF4-FFF2-40B4-BE49-F238E27FC236}">
                  <a16:creationId xmlns:a16="http://schemas.microsoft.com/office/drawing/2014/main" id="{40E7F7ED-09C7-6657-67BD-293D607D47AC}"/>
                </a:ext>
              </a:extLst>
            </p:cNvPr>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172;p17">
              <a:extLst>
                <a:ext uri="{FF2B5EF4-FFF2-40B4-BE49-F238E27FC236}">
                  <a16:creationId xmlns:a16="http://schemas.microsoft.com/office/drawing/2014/main" id="{A3F2BFD5-5067-97EA-5078-02445D99C958}"/>
                </a:ext>
              </a:extLst>
            </p:cNvPr>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7" name="Google Shape;239;p17">
            <a:extLst>
              <a:ext uri="{FF2B5EF4-FFF2-40B4-BE49-F238E27FC236}">
                <a16:creationId xmlns:a16="http://schemas.microsoft.com/office/drawing/2014/main" id="{35C5D14A-83D6-C9AD-36CE-68C982BA0D8A}"/>
              </a:ext>
            </a:extLst>
          </p:cNvPr>
          <p:cNvGrpSpPr/>
          <p:nvPr/>
        </p:nvGrpSpPr>
        <p:grpSpPr>
          <a:xfrm>
            <a:off x="8470604" y="1115743"/>
            <a:ext cx="473766" cy="454057"/>
            <a:chOff x="2310542" y="2989951"/>
            <a:chExt cx="473766" cy="454057"/>
          </a:xfrm>
        </p:grpSpPr>
        <p:sp>
          <p:nvSpPr>
            <p:cNvPr id="2298" name="Google Shape;240;p17">
              <a:extLst>
                <a:ext uri="{FF2B5EF4-FFF2-40B4-BE49-F238E27FC236}">
                  <a16:creationId xmlns:a16="http://schemas.microsoft.com/office/drawing/2014/main" id="{4712A877-5AA4-0D87-CC4B-B4EAFA1C6427}"/>
                </a:ext>
              </a:extLst>
            </p:cNvPr>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41;p17">
              <a:extLst>
                <a:ext uri="{FF2B5EF4-FFF2-40B4-BE49-F238E27FC236}">
                  <a16:creationId xmlns:a16="http://schemas.microsoft.com/office/drawing/2014/main" id="{0EDE753C-C74D-017F-9479-A4DF295D2713}"/>
                </a:ext>
              </a:extLst>
            </p:cNvPr>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42;p17">
              <a:extLst>
                <a:ext uri="{FF2B5EF4-FFF2-40B4-BE49-F238E27FC236}">
                  <a16:creationId xmlns:a16="http://schemas.microsoft.com/office/drawing/2014/main" id="{20353274-12E3-022A-3DA4-BE70220A6757}"/>
                </a:ext>
              </a:extLst>
            </p:cNvPr>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43;p17">
              <a:extLst>
                <a:ext uri="{FF2B5EF4-FFF2-40B4-BE49-F238E27FC236}">
                  <a16:creationId xmlns:a16="http://schemas.microsoft.com/office/drawing/2014/main" id="{B2A9141F-71A0-DB68-C2E8-60D444720F86}"/>
                </a:ext>
              </a:extLst>
            </p:cNvPr>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44;p17">
              <a:extLst>
                <a:ext uri="{FF2B5EF4-FFF2-40B4-BE49-F238E27FC236}">
                  <a16:creationId xmlns:a16="http://schemas.microsoft.com/office/drawing/2014/main" id="{CDF35FA6-ED6E-04CA-DF04-65EE1A05E54B}"/>
                </a:ext>
              </a:extLst>
            </p:cNvPr>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45;p17">
              <a:extLst>
                <a:ext uri="{FF2B5EF4-FFF2-40B4-BE49-F238E27FC236}">
                  <a16:creationId xmlns:a16="http://schemas.microsoft.com/office/drawing/2014/main" id="{DBA94B99-3CC5-B03B-C40F-10E52F0D9A19}"/>
                </a:ext>
              </a:extLst>
            </p:cNvPr>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46;p17">
              <a:extLst>
                <a:ext uri="{FF2B5EF4-FFF2-40B4-BE49-F238E27FC236}">
                  <a16:creationId xmlns:a16="http://schemas.microsoft.com/office/drawing/2014/main" id="{09510068-50B1-60CB-6372-BCA4AD684E83}"/>
                </a:ext>
              </a:extLst>
            </p:cNvPr>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47;p17">
              <a:extLst>
                <a:ext uri="{FF2B5EF4-FFF2-40B4-BE49-F238E27FC236}">
                  <a16:creationId xmlns:a16="http://schemas.microsoft.com/office/drawing/2014/main" id="{49BF2C88-1964-6B02-39E3-E50B19AEEC71}"/>
                </a:ext>
              </a:extLst>
            </p:cNvPr>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48;p17">
              <a:extLst>
                <a:ext uri="{FF2B5EF4-FFF2-40B4-BE49-F238E27FC236}">
                  <a16:creationId xmlns:a16="http://schemas.microsoft.com/office/drawing/2014/main" id="{B3FAEF74-1E82-2533-2476-C5F36E3F5796}"/>
                </a:ext>
              </a:extLst>
            </p:cNvPr>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49;p17">
              <a:extLst>
                <a:ext uri="{FF2B5EF4-FFF2-40B4-BE49-F238E27FC236}">
                  <a16:creationId xmlns:a16="http://schemas.microsoft.com/office/drawing/2014/main" id="{031A511F-1FF2-ACB6-06BA-5A5B5D776CC8}"/>
                </a:ext>
              </a:extLst>
            </p:cNvPr>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50;p17">
              <a:extLst>
                <a:ext uri="{FF2B5EF4-FFF2-40B4-BE49-F238E27FC236}">
                  <a16:creationId xmlns:a16="http://schemas.microsoft.com/office/drawing/2014/main" id="{88D65F88-05A7-8486-614F-A772087CBE27}"/>
                </a:ext>
              </a:extLst>
            </p:cNvPr>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51;p17">
              <a:extLst>
                <a:ext uri="{FF2B5EF4-FFF2-40B4-BE49-F238E27FC236}">
                  <a16:creationId xmlns:a16="http://schemas.microsoft.com/office/drawing/2014/main" id="{3CA503AB-405B-55E4-0A7F-B51B63A163C9}"/>
                </a:ext>
              </a:extLst>
            </p:cNvPr>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52;p17">
              <a:extLst>
                <a:ext uri="{FF2B5EF4-FFF2-40B4-BE49-F238E27FC236}">
                  <a16:creationId xmlns:a16="http://schemas.microsoft.com/office/drawing/2014/main" id="{7D36073B-7D30-7DAE-16DE-EBF0632D5CCE}"/>
                </a:ext>
              </a:extLst>
            </p:cNvPr>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53;p17">
              <a:extLst>
                <a:ext uri="{FF2B5EF4-FFF2-40B4-BE49-F238E27FC236}">
                  <a16:creationId xmlns:a16="http://schemas.microsoft.com/office/drawing/2014/main" id="{6CE40BF8-02EF-4725-F7B5-F389AEF4751E}"/>
                </a:ext>
              </a:extLst>
            </p:cNvPr>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54;p17">
              <a:extLst>
                <a:ext uri="{FF2B5EF4-FFF2-40B4-BE49-F238E27FC236}">
                  <a16:creationId xmlns:a16="http://schemas.microsoft.com/office/drawing/2014/main" id="{C69E8AF2-C0F8-C930-6789-4FD5600E28AF}"/>
                </a:ext>
              </a:extLst>
            </p:cNvPr>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55;p17">
              <a:extLst>
                <a:ext uri="{FF2B5EF4-FFF2-40B4-BE49-F238E27FC236}">
                  <a16:creationId xmlns:a16="http://schemas.microsoft.com/office/drawing/2014/main" id="{980FFC0F-75B1-0D4F-DC8C-77BF755F8CFC}"/>
                </a:ext>
              </a:extLst>
            </p:cNvPr>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56;p17">
              <a:extLst>
                <a:ext uri="{FF2B5EF4-FFF2-40B4-BE49-F238E27FC236}">
                  <a16:creationId xmlns:a16="http://schemas.microsoft.com/office/drawing/2014/main" id="{F94E5824-C838-3487-EFFD-5ED3D1DC16F1}"/>
                </a:ext>
              </a:extLst>
            </p:cNvPr>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57;p17">
              <a:extLst>
                <a:ext uri="{FF2B5EF4-FFF2-40B4-BE49-F238E27FC236}">
                  <a16:creationId xmlns:a16="http://schemas.microsoft.com/office/drawing/2014/main" id="{748BFE85-7562-F587-17F1-C92A63FDFF41}"/>
                </a:ext>
              </a:extLst>
            </p:cNvPr>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58;p17">
              <a:extLst>
                <a:ext uri="{FF2B5EF4-FFF2-40B4-BE49-F238E27FC236}">
                  <a16:creationId xmlns:a16="http://schemas.microsoft.com/office/drawing/2014/main" id="{36CE3CA9-4463-DD9E-DE2B-45F6E3634FE5}"/>
                </a:ext>
              </a:extLst>
            </p:cNvPr>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59;p17">
              <a:extLst>
                <a:ext uri="{FF2B5EF4-FFF2-40B4-BE49-F238E27FC236}">
                  <a16:creationId xmlns:a16="http://schemas.microsoft.com/office/drawing/2014/main" id="{82A7DC4E-9CF6-C283-3446-871C279F288B}"/>
                </a:ext>
              </a:extLst>
            </p:cNvPr>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60;p17">
              <a:extLst>
                <a:ext uri="{FF2B5EF4-FFF2-40B4-BE49-F238E27FC236}">
                  <a16:creationId xmlns:a16="http://schemas.microsoft.com/office/drawing/2014/main" id="{5D489313-8896-824C-9BA6-9F8B4F8DC572}"/>
                </a:ext>
              </a:extLst>
            </p:cNvPr>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61;p17">
              <a:extLst>
                <a:ext uri="{FF2B5EF4-FFF2-40B4-BE49-F238E27FC236}">
                  <a16:creationId xmlns:a16="http://schemas.microsoft.com/office/drawing/2014/main" id="{F0C3C9B4-2843-EF04-7F83-21EC161F972F}"/>
                </a:ext>
              </a:extLst>
            </p:cNvPr>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62;p17">
              <a:extLst>
                <a:ext uri="{FF2B5EF4-FFF2-40B4-BE49-F238E27FC236}">
                  <a16:creationId xmlns:a16="http://schemas.microsoft.com/office/drawing/2014/main" id="{69C1D77C-C87B-B9C4-B7AE-C2CD06D1F25E}"/>
                </a:ext>
              </a:extLst>
            </p:cNvPr>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63;p17">
              <a:extLst>
                <a:ext uri="{FF2B5EF4-FFF2-40B4-BE49-F238E27FC236}">
                  <a16:creationId xmlns:a16="http://schemas.microsoft.com/office/drawing/2014/main" id="{C3097B60-E628-F40C-26CA-EF7389D91F5A}"/>
                </a:ext>
              </a:extLst>
            </p:cNvPr>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64;p17">
              <a:extLst>
                <a:ext uri="{FF2B5EF4-FFF2-40B4-BE49-F238E27FC236}">
                  <a16:creationId xmlns:a16="http://schemas.microsoft.com/office/drawing/2014/main" id="{FB14208C-95F8-F03C-27E6-F5474E39CFD3}"/>
                </a:ext>
              </a:extLst>
            </p:cNvPr>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65;p17">
              <a:extLst>
                <a:ext uri="{FF2B5EF4-FFF2-40B4-BE49-F238E27FC236}">
                  <a16:creationId xmlns:a16="http://schemas.microsoft.com/office/drawing/2014/main" id="{C9920A5F-47EB-2608-E6E6-1E716B9E5923}"/>
                </a:ext>
              </a:extLst>
            </p:cNvPr>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66;p17">
              <a:extLst>
                <a:ext uri="{FF2B5EF4-FFF2-40B4-BE49-F238E27FC236}">
                  <a16:creationId xmlns:a16="http://schemas.microsoft.com/office/drawing/2014/main" id="{4E9726BB-099D-07BB-4584-F706E2B04C57}"/>
                </a:ext>
              </a:extLst>
            </p:cNvPr>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67;p17">
              <a:extLst>
                <a:ext uri="{FF2B5EF4-FFF2-40B4-BE49-F238E27FC236}">
                  <a16:creationId xmlns:a16="http://schemas.microsoft.com/office/drawing/2014/main" id="{09749EB5-9FCB-6EDB-36CA-73EB39AAC5D5}"/>
                </a:ext>
              </a:extLst>
            </p:cNvPr>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6" name="Google Shape;215;p17">
            <a:extLst>
              <a:ext uri="{FF2B5EF4-FFF2-40B4-BE49-F238E27FC236}">
                <a16:creationId xmlns:a16="http://schemas.microsoft.com/office/drawing/2014/main" id="{29E0F718-3EF6-45C2-425F-D8D949C4F43F}"/>
              </a:ext>
            </a:extLst>
          </p:cNvPr>
          <p:cNvGrpSpPr/>
          <p:nvPr/>
        </p:nvGrpSpPr>
        <p:grpSpPr>
          <a:xfrm>
            <a:off x="339353" y="2723518"/>
            <a:ext cx="455177" cy="413953"/>
            <a:chOff x="4705178" y="2485990"/>
            <a:chExt cx="455177" cy="413953"/>
          </a:xfrm>
        </p:grpSpPr>
        <p:sp>
          <p:nvSpPr>
            <p:cNvPr id="2327" name="Google Shape;216;p17">
              <a:extLst>
                <a:ext uri="{FF2B5EF4-FFF2-40B4-BE49-F238E27FC236}">
                  <a16:creationId xmlns:a16="http://schemas.microsoft.com/office/drawing/2014/main" id="{CCCE48B2-D7A5-C0B6-55E0-F3DAB1E8A942}"/>
                </a:ext>
              </a:extLst>
            </p:cNvPr>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17;p17">
              <a:extLst>
                <a:ext uri="{FF2B5EF4-FFF2-40B4-BE49-F238E27FC236}">
                  <a16:creationId xmlns:a16="http://schemas.microsoft.com/office/drawing/2014/main" id="{FAD690B7-5F3B-8C00-0847-E3ACA16B7CE7}"/>
                </a:ext>
              </a:extLst>
            </p:cNvPr>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18;p17">
              <a:extLst>
                <a:ext uri="{FF2B5EF4-FFF2-40B4-BE49-F238E27FC236}">
                  <a16:creationId xmlns:a16="http://schemas.microsoft.com/office/drawing/2014/main" id="{A1DFB04F-64F6-0250-34C0-51F1D0462AB6}"/>
                </a:ext>
              </a:extLst>
            </p:cNvPr>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19;p17">
              <a:extLst>
                <a:ext uri="{FF2B5EF4-FFF2-40B4-BE49-F238E27FC236}">
                  <a16:creationId xmlns:a16="http://schemas.microsoft.com/office/drawing/2014/main" id="{881AA581-36BF-1D35-05AE-37D24E2D3C0C}"/>
                </a:ext>
              </a:extLst>
            </p:cNvPr>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20;p17">
              <a:extLst>
                <a:ext uri="{FF2B5EF4-FFF2-40B4-BE49-F238E27FC236}">
                  <a16:creationId xmlns:a16="http://schemas.microsoft.com/office/drawing/2014/main" id="{36FBDB04-A1ED-91EE-05E7-53E4BB4666FA}"/>
                </a:ext>
              </a:extLst>
            </p:cNvPr>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21;p17">
              <a:extLst>
                <a:ext uri="{FF2B5EF4-FFF2-40B4-BE49-F238E27FC236}">
                  <a16:creationId xmlns:a16="http://schemas.microsoft.com/office/drawing/2014/main" id="{01EDE272-5836-5DD3-115D-81A730AD3C0C}"/>
                </a:ext>
              </a:extLst>
            </p:cNvPr>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22;p17">
              <a:extLst>
                <a:ext uri="{FF2B5EF4-FFF2-40B4-BE49-F238E27FC236}">
                  <a16:creationId xmlns:a16="http://schemas.microsoft.com/office/drawing/2014/main" id="{F39B2DC5-43BD-8100-E142-C6DC15C9826A}"/>
                </a:ext>
              </a:extLst>
            </p:cNvPr>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23;p17">
              <a:extLst>
                <a:ext uri="{FF2B5EF4-FFF2-40B4-BE49-F238E27FC236}">
                  <a16:creationId xmlns:a16="http://schemas.microsoft.com/office/drawing/2014/main" id="{116DA30A-0E9D-73D7-5073-517AD64A59F5}"/>
                </a:ext>
              </a:extLst>
            </p:cNvPr>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24;p17">
              <a:extLst>
                <a:ext uri="{FF2B5EF4-FFF2-40B4-BE49-F238E27FC236}">
                  <a16:creationId xmlns:a16="http://schemas.microsoft.com/office/drawing/2014/main" id="{2EA529B1-2F96-2BD0-7F9D-018BC70EA322}"/>
                </a:ext>
              </a:extLst>
            </p:cNvPr>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25;p17">
              <a:extLst>
                <a:ext uri="{FF2B5EF4-FFF2-40B4-BE49-F238E27FC236}">
                  <a16:creationId xmlns:a16="http://schemas.microsoft.com/office/drawing/2014/main" id="{6BE28F58-C558-C49B-9F95-849F5C51739C}"/>
                </a:ext>
              </a:extLst>
            </p:cNvPr>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26;p17">
              <a:extLst>
                <a:ext uri="{FF2B5EF4-FFF2-40B4-BE49-F238E27FC236}">
                  <a16:creationId xmlns:a16="http://schemas.microsoft.com/office/drawing/2014/main" id="{FF61B231-1C11-1EAA-422E-20BB823AD6B3}"/>
                </a:ext>
              </a:extLst>
            </p:cNvPr>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27;p17">
              <a:extLst>
                <a:ext uri="{FF2B5EF4-FFF2-40B4-BE49-F238E27FC236}">
                  <a16:creationId xmlns:a16="http://schemas.microsoft.com/office/drawing/2014/main" id="{FB2188FA-5D8E-DA37-10B1-C097B46A7C82}"/>
                </a:ext>
              </a:extLst>
            </p:cNvPr>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28;p17">
              <a:extLst>
                <a:ext uri="{FF2B5EF4-FFF2-40B4-BE49-F238E27FC236}">
                  <a16:creationId xmlns:a16="http://schemas.microsoft.com/office/drawing/2014/main" id="{2EDA193E-9168-B404-DC7E-57F6482272C1}"/>
                </a:ext>
              </a:extLst>
            </p:cNvPr>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29;p17">
              <a:extLst>
                <a:ext uri="{FF2B5EF4-FFF2-40B4-BE49-F238E27FC236}">
                  <a16:creationId xmlns:a16="http://schemas.microsoft.com/office/drawing/2014/main" id="{9123D219-0EE2-C321-9BCD-8F3FA9E1F449}"/>
                </a:ext>
              </a:extLst>
            </p:cNvPr>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0;p17">
              <a:extLst>
                <a:ext uri="{FF2B5EF4-FFF2-40B4-BE49-F238E27FC236}">
                  <a16:creationId xmlns:a16="http://schemas.microsoft.com/office/drawing/2014/main" id="{85F7FF7C-3CE3-16FB-5453-2138DFF3EF73}"/>
                </a:ext>
              </a:extLst>
            </p:cNvPr>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1;p17">
              <a:extLst>
                <a:ext uri="{FF2B5EF4-FFF2-40B4-BE49-F238E27FC236}">
                  <a16:creationId xmlns:a16="http://schemas.microsoft.com/office/drawing/2014/main" id="{3E96D711-A658-2E49-CC9B-8197F1195179}"/>
                </a:ext>
              </a:extLst>
            </p:cNvPr>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2;p17">
              <a:extLst>
                <a:ext uri="{FF2B5EF4-FFF2-40B4-BE49-F238E27FC236}">
                  <a16:creationId xmlns:a16="http://schemas.microsoft.com/office/drawing/2014/main" id="{C437582B-058A-A476-9666-D0B3C560B264}"/>
                </a:ext>
              </a:extLst>
            </p:cNvPr>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3;p17">
              <a:extLst>
                <a:ext uri="{FF2B5EF4-FFF2-40B4-BE49-F238E27FC236}">
                  <a16:creationId xmlns:a16="http://schemas.microsoft.com/office/drawing/2014/main" id="{F1E6B8BF-0C3E-D1F8-D9A4-74FE8FAB9AF5}"/>
                </a:ext>
              </a:extLst>
            </p:cNvPr>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p17">
              <a:extLst>
                <a:ext uri="{FF2B5EF4-FFF2-40B4-BE49-F238E27FC236}">
                  <a16:creationId xmlns:a16="http://schemas.microsoft.com/office/drawing/2014/main" id="{2F608209-501B-A046-65A5-F36BCAEBF38B}"/>
                </a:ext>
              </a:extLst>
            </p:cNvPr>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5;p17">
              <a:extLst>
                <a:ext uri="{FF2B5EF4-FFF2-40B4-BE49-F238E27FC236}">
                  <a16:creationId xmlns:a16="http://schemas.microsoft.com/office/drawing/2014/main" id="{BAEA9051-1CD3-9AA2-CE39-CB7261FFB288}"/>
                </a:ext>
              </a:extLst>
            </p:cNvPr>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6;p17">
              <a:extLst>
                <a:ext uri="{FF2B5EF4-FFF2-40B4-BE49-F238E27FC236}">
                  <a16:creationId xmlns:a16="http://schemas.microsoft.com/office/drawing/2014/main" id="{35D87735-BE9E-5CAA-3D7C-049990961FC7}"/>
                </a:ext>
              </a:extLst>
            </p:cNvPr>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7;p17">
              <a:extLst>
                <a:ext uri="{FF2B5EF4-FFF2-40B4-BE49-F238E27FC236}">
                  <a16:creationId xmlns:a16="http://schemas.microsoft.com/office/drawing/2014/main" id="{54BB3554-79E2-DCCA-17E5-76FD06CC1AC9}"/>
                </a:ext>
              </a:extLst>
            </p:cNvPr>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8;p17">
              <a:extLst>
                <a:ext uri="{FF2B5EF4-FFF2-40B4-BE49-F238E27FC236}">
                  <a16:creationId xmlns:a16="http://schemas.microsoft.com/office/drawing/2014/main" id="{84AC8084-E280-5E32-5F59-19490AE27A6C}"/>
                </a:ext>
              </a:extLst>
            </p:cNvPr>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A3233243-8245-A7CE-378A-B0A7F9D48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D89AA5C-EBA6-18E3-E401-868C2C6A3527}"/>
              </a:ext>
            </a:extLst>
          </p:cNvPr>
          <p:cNvSpPr txBox="1"/>
          <p:nvPr/>
        </p:nvSpPr>
        <p:spPr>
          <a:xfrm>
            <a:off x="2426602" y="3729229"/>
            <a:ext cx="5775504" cy="1200329"/>
          </a:xfrm>
          <a:prstGeom prst="rect">
            <a:avLst/>
          </a:prstGeom>
          <a:noFill/>
        </p:spPr>
        <p:txBody>
          <a:bodyPr wrap="square">
            <a:spAutoFit/>
          </a:bodyPr>
          <a:lstStyle/>
          <a:p>
            <a:pPr marL="0" marR="0"/>
            <a:r>
              <a:rPr lang="en-MY" sz="1200" b="1" dirty="0">
                <a:solidFill>
                  <a:schemeClr val="dk1"/>
                </a:solidFill>
                <a:latin typeface="Montserrat Medium"/>
              </a:rPr>
              <a:t>The </a:t>
            </a:r>
            <a:r>
              <a:rPr lang="en-MY" sz="1200" b="1" dirty="0" err="1">
                <a:solidFill>
                  <a:schemeClr val="dk1"/>
                </a:solidFill>
                <a:latin typeface="Montserrat Medium"/>
              </a:rPr>
              <a:t>HyperHive</a:t>
            </a:r>
            <a:r>
              <a:rPr lang="en-MY" sz="1200" b="1" dirty="0">
                <a:solidFill>
                  <a:schemeClr val="dk1"/>
                </a:solidFill>
                <a:latin typeface="Montserrat Medium"/>
              </a:rPr>
              <a:t>; Personalized Adaptive Learning System </a:t>
            </a:r>
            <a:r>
              <a:rPr lang="en-MY" sz="1200" dirty="0">
                <a:solidFill>
                  <a:schemeClr val="dk1"/>
                </a:solidFill>
                <a:latin typeface="Montserrat Medium"/>
              </a:rPr>
              <a:t>is a study management system designed to assist users in organizing their study sessions with the implementation of Pomodoro technique. This system allows users to </a:t>
            </a:r>
            <a:r>
              <a:rPr lang="en-MY" sz="1200" b="1" dirty="0">
                <a:solidFill>
                  <a:schemeClr val="dk1"/>
                </a:solidFill>
                <a:latin typeface="Montserrat Medium"/>
              </a:rPr>
              <a:t>register, log in</a:t>
            </a:r>
            <a:r>
              <a:rPr lang="en-MY" sz="1200" dirty="0">
                <a:solidFill>
                  <a:schemeClr val="dk1"/>
                </a:solidFill>
                <a:latin typeface="Montserrat Medium"/>
              </a:rPr>
              <a:t>, </a:t>
            </a:r>
            <a:r>
              <a:rPr lang="en-MY" sz="1200" b="1" dirty="0">
                <a:solidFill>
                  <a:schemeClr val="dk1"/>
                </a:solidFill>
                <a:latin typeface="Montserrat Medium"/>
              </a:rPr>
              <a:t>manage subjects</a:t>
            </a:r>
            <a:r>
              <a:rPr lang="en-MY" sz="1200" dirty="0">
                <a:solidFill>
                  <a:schemeClr val="dk1"/>
                </a:solidFill>
                <a:latin typeface="Montserrat Medium"/>
              </a:rPr>
              <a:t>, and </a:t>
            </a:r>
            <a:r>
              <a:rPr lang="en-MY" sz="1200" b="1" dirty="0">
                <a:solidFill>
                  <a:schemeClr val="dk1"/>
                </a:solidFill>
                <a:latin typeface="Montserrat Medium"/>
              </a:rPr>
              <a:t>track their study progress</a:t>
            </a:r>
            <a:r>
              <a:rPr lang="en-MY" sz="1200" dirty="0">
                <a:solidFill>
                  <a:schemeClr val="dk1"/>
                </a:solidFill>
                <a:latin typeface="Montserrat Medium"/>
              </a:rPr>
              <a:t>. The primary goal of </a:t>
            </a:r>
            <a:r>
              <a:rPr lang="en-MY" sz="1200" dirty="0" err="1">
                <a:solidFill>
                  <a:schemeClr val="dk1"/>
                </a:solidFill>
                <a:latin typeface="Montserrat Medium"/>
              </a:rPr>
              <a:t>HyperHive</a:t>
            </a:r>
            <a:r>
              <a:rPr lang="en-MY" sz="1200" dirty="0">
                <a:solidFill>
                  <a:schemeClr val="dk1"/>
                </a:solidFill>
                <a:latin typeface="Montserrat Medium"/>
              </a:rPr>
              <a:t> is to </a:t>
            </a:r>
            <a:r>
              <a:rPr lang="en-MY" sz="1200" b="1" dirty="0">
                <a:solidFill>
                  <a:schemeClr val="dk1"/>
                </a:solidFill>
                <a:latin typeface="Montserrat Medium"/>
              </a:rPr>
              <a:t>enhance productivity </a:t>
            </a:r>
            <a:r>
              <a:rPr lang="en-MY" sz="1200" dirty="0">
                <a:solidFill>
                  <a:schemeClr val="dk1"/>
                </a:solidFill>
                <a:latin typeface="Montserrat Medium"/>
              </a:rPr>
              <a:t>and learning efficiency by providing a structured approach to studying.</a:t>
            </a:r>
            <a:endParaRPr lang="en-US" sz="1200" dirty="0">
              <a:solidFill>
                <a:schemeClr val="dk1"/>
              </a:solidFill>
              <a:latin typeface="Montserrat Medium"/>
            </a:endParaRPr>
          </a:p>
        </p:txBody>
      </p:sp>
    </p:spTree>
    <p:extLst>
      <p:ext uri="{BB962C8B-B14F-4D97-AF65-F5344CB8AC3E}">
        <p14:creationId xmlns:p14="http://schemas.microsoft.com/office/powerpoint/2010/main" val="3807046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5">
          <a:extLst>
            <a:ext uri="{FF2B5EF4-FFF2-40B4-BE49-F238E27FC236}">
              <a16:creationId xmlns:a16="http://schemas.microsoft.com/office/drawing/2014/main" id="{364269BD-593F-352C-5181-9DB1E243FFAE}"/>
            </a:ext>
          </a:extLst>
        </p:cNvPr>
        <p:cNvGrpSpPr/>
        <p:nvPr/>
      </p:nvGrpSpPr>
      <p:grpSpPr>
        <a:xfrm>
          <a:off x="0" y="0"/>
          <a:ext cx="0" cy="0"/>
          <a:chOff x="0" y="0"/>
          <a:chExt cx="0" cy="0"/>
        </a:xfrm>
      </p:grpSpPr>
      <p:pic>
        <p:nvPicPr>
          <p:cNvPr id="7" name="Picture 6" descr="A pie chart with numbers and a black background&#10;&#10;Description automatically generated">
            <a:extLst>
              <a:ext uri="{FF2B5EF4-FFF2-40B4-BE49-F238E27FC236}">
                <a16:creationId xmlns:a16="http://schemas.microsoft.com/office/drawing/2014/main" id="{02E69EC0-4C1D-C245-7008-DF9AC189D9F0}"/>
              </a:ext>
            </a:extLst>
          </p:cNvPr>
          <p:cNvPicPr>
            <a:picLocks noChangeAspect="1"/>
          </p:cNvPicPr>
          <p:nvPr/>
        </p:nvPicPr>
        <p:blipFill>
          <a:blip r:embed="rId3"/>
          <a:stretch>
            <a:fillRect/>
          </a:stretch>
        </p:blipFill>
        <p:spPr>
          <a:xfrm>
            <a:off x="2888622" y="1610063"/>
            <a:ext cx="3366757" cy="3030862"/>
          </a:xfrm>
          <a:prstGeom prst="rect">
            <a:avLst/>
          </a:prstGeom>
        </p:spPr>
      </p:pic>
      <p:grpSp>
        <p:nvGrpSpPr>
          <p:cNvPr id="666" name="Google Shape;173;p17">
            <a:extLst>
              <a:ext uri="{FF2B5EF4-FFF2-40B4-BE49-F238E27FC236}">
                <a16:creationId xmlns:a16="http://schemas.microsoft.com/office/drawing/2014/main" id="{16D9B576-E17F-E677-9C2A-90129D8510B2}"/>
              </a:ext>
            </a:extLst>
          </p:cNvPr>
          <p:cNvGrpSpPr/>
          <p:nvPr/>
        </p:nvGrpSpPr>
        <p:grpSpPr>
          <a:xfrm>
            <a:off x="6894208" y="2895544"/>
            <a:ext cx="456633" cy="439203"/>
            <a:chOff x="3266838" y="2089868"/>
            <a:chExt cx="456633" cy="439203"/>
          </a:xfrm>
        </p:grpSpPr>
        <p:sp>
          <p:nvSpPr>
            <p:cNvPr id="667" name="Google Shape;174;p17">
              <a:extLst>
                <a:ext uri="{FF2B5EF4-FFF2-40B4-BE49-F238E27FC236}">
                  <a16:creationId xmlns:a16="http://schemas.microsoft.com/office/drawing/2014/main" id="{5ACC77F3-4059-AF27-3C6A-D18F10912704}"/>
                </a:ext>
              </a:extLst>
            </p:cNvPr>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175;p17">
              <a:extLst>
                <a:ext uri="{FF2B5EF4-FFF2-40B4-BE49-F238E27FC236}">
                  <a16:creationId xmlns:a16="http://schemas.microsoft.com/office/drawing/2014/main" id="{6806695C-93FB-DAB7-8CA3-5254F902FDC6}"/>
                </a:ext>
              </a:extLst>
            </p:cNvPr>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176;p17">
              <a:extLst>
                <a:ext uri="{FF2B5EF4-FFF2-40B4-BE49-F238E27FC236}">
                  <a16:creationId xmlns:a16="http://schemas.microsoft.com/office/drawing/2014/main" id="{83C4DE89-6BBB-1598-4098-F1F99A0B5EFC}"/>
                </a:ext>
              </a:extLst>
            </p:cNvPr>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177;p17">
              <a:extLst>
                <a:ext uri="{FF2B5EF4-FFF2-40B4-BE49-F238E27FC236}">
                  <a16:creationId xmlns:a16="http://schemas.microsoft.com/office/drawing/2014/main" id="{A6516951-7C78-DAF9-7AF6-A8B480350732}"/>
                </a:ext>
              </a:extLst>
            </p:cNvPr>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178;p17">
              <a:extLst>
                <a:ext uri="{FF2B5EF4-FFF2-40B4-BE49-F238E27FC236}">
                  <a16:creationId xmlns:a16="http://schemas.microsoft.com/office/drawing/2014/main" id="{B1AE75D9-C9F7-79E9-9308-74E1D49F090C}"/>
                </a:ext>
              </a:extLst>
            </p:cNvPr>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179;p17">
              <a:extLst>
                <a:ext uri="{FF2B5EF4-FFF2-40B4-BE49-F238E27FC236}">
                  <a16:creationId xmlns:a16="http://schemas.microsoft.com/office/drawing/2014/main" id="{AC1A1153-36E6-AE2C-390A-34F90FC2F320}"/>
                </a:ext>
              </a:extLst>
            </p:cNvPr>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3" name="Google Shape;180;p17">
              <a:extLst>
                <a:ext uri="{FF2B5EF4-FFF2-40B4-BE49-F238E27FC236}">
                  <a16:creationId xmlns:a16="http://schemas.microsoft.com/office/drawing/2014/main" id="{B70310FC-EEED-EB9C-0E45-A109D5264D19}"/>
                </a:ext>
              </a:extLst>
            </p:cNvPr>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181;p17">
              <a:extLst>
                <a:ext uri="{FF2B5EF4-FFF2-40B4-BE49-F238E27FC236}">
                  <a16:creationId xmlns:a16="http://schemas.microsoft.com/office/drawing/2014/main" id="{3AE799E8-8E10-63A2-8CB5-77DDB2E93F82}"/>
                </a:ext>
              </a:extLst>
            </p:cNvPr>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182;p17">
              <a:extLst>
                <a:ext uri="{FF2B5EF4-FFF2-40B4-BE49-F238E27FC236}">
                  <a16:creationId xmlns:a16="http://schemas.microsoft.com/office/drawing/2014/main" id="{563AEFA6-AAA1-0CC4-7567-235FC159CEAC}"/>
                </a:ext>
              </a:extLst>
            </p:cNvPr>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183;p17">
              <a:extLst>
                <a:ext uri="{FF2B5EF4-FFF2-40B4-BE49-F238E27FC236}">
                  <a16:creationId xmlns:a16="http://schemas.microsoft.com/office/drawing/2014/main" id="{3B0BB10A-839B-9CA6-2210-09607C8FFEE5}"/>
                </a:ext>
              </a:extLst>
            </p:cNvPr>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184;p17">
              <a:extLst>
                <a:ext uri="{FF2B5EF4-FFF2-40B4-BE49-F238E27FC236}">
                  <a16:creationId xmlns:a16="http://schemas.microsoft.com/office/drawing/2014/main" id="{A5878DA8-DC17-2B3A-D64E-06CF376D3706}"/>
                </a:ext>
              </a:extLst>
            </p:cNvPr>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185;p17">
              <a:extLst>
                <a:ext uri="{FF2B5EF4-FFF2-40B4-BE49-F238E27FC236}">
                  <a16:creationId xmlns:a16="http://schemas.microsoft.com/office/drawing/2014/main" id="{4D011E57-3C07-D780-76A7-BAC486274C85}"/>
                </a:ext>
              </a:extLst>
            </p:cNvPr>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186;p17">
              <a:extLst>
                <a:ext uri="{FF2B5EF4-FFF2-40B4-BE49-F238E27FC236}">
                  <a16:creationId xmlns:a16="http://schemas.microsoft.com/office/drawing/2014/main" id="{E6B99FC2-2FCC-DCBA-AD18-61132CCEE162}"/>
                </a:ext>
              </a:extLst>
            </p:cNvPr>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187;p17">
              <a:extLst>
                <a:ext uri="{FF2B5EF4-FFF2-40B4-BE49-F238E27FC236}">
                  <a16:creationId xmlns:a16="http://schemas.microsoft.com/office/drawing/2014/main" id="{7FDA37B0-CF92-B216-2F37-E0E29340ACB7}"/>
                </a:ext>
              </a:extLst>
            </p:cNvPr>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188;p17">
              <a:extLst>
                <a:ext uri="{FF2B5EF4-FFF2-40B4-BE49-F238E27FC236}">
                  <a16:creationId xmlns:a16="http://schemas.microsoft.com/office/drawing/2014/main" id="{A446B980-7704-9C27-F29F-335BBE96143B}"/>
                </a:ext>
              </a:extLst>
            </p:cNvPr>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189;p17">
              <a:extLst>
                <a:ext uri="{FF2B5EF4-FFF2-40B4-BE49-F238E27FC236}">
                  <a16:creationId xmlns:a16="http://schemas.microsoft.com/office/drawing/2014/main" id="{1760FB5E-AA7B-8077-7A0C-85A990A63694}"/>
                </a:ext>
              </a:extLst>
            </p:cNvPr>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190;p17">
              <a:extLst>
                <a:ext uri="{FF2B5EF4-FFF2-40B4-BE49-F238E27FC236}">
                  <a16:creationId xmlns:a16="http://schemas.microsoft.com/office/drawing/2014/main" id="{BCB6E6E1-6DA2-B55C-C5E9-415909FE2E15}"/>
                </a:ext>
              </a:extLst>
            </p:cNvPr>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191;p17">
              <a:extLst>
                <a:ext uri="{FF2B5EF4-FFF2-40B4-BE49-F238E27FC236}">
                  <a16:creationId xmlns:a16="http://schemas.microsoft.com/office/drawing/2014/main" id="{0F9D21F7-32FB-7D11-758B-5D44FFD11C83}"/>
                </a:ext>
              </a:extLst>
            </p:cNvPr>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215;p17">
            <a:extLst>
              <a:ext uri="{FF2B5EF4-FFF2-40B4-BE49-F238E27FC236}">
                <a16:creationId xmlns:a16="http://schemas.microsoft.com/office/drawing/2014/main" id="{4CDB2153-7081-ACF0-108D-D62D5E535058}"/>
              </a:ext>
            </a:extLst>
          </p:cNvPr>
          <p:cNvGrpSpPr/>
          <p:nvPr/>
        </p:nvGrpSpPr>
        <p:grpSpPr>
          <a:xfrm>
            <a:off x="1469361" y="3005610"/>
            <a:ext cx="455177" cy="413953"/>
            <a:chOff x="4705178" y="2485990"/>
            <a:chExt cx="455177" cy="413953"/>
          </a:xfrm>
        </p:grpSpPr>
        <p:sp>
          <p:nvSpPr>
            <p:cNvPr id="898" name="Google Shape;216;p17">
              <a:extLst>
                <a:ext uri="{FF2B5EF4-FFF2-40B4-BE49-F238E27FC236}">
                  <a16:creationId xmlns:a16="http://schemas.microsoft.com/office/drawing/2014/main" id="{346B2093-BD0D-812F-7BA9-E210507479B2}"/>
                </a:ext>
              </a:extLst>
            </p:cNvPr>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217;p17">
              <a:extLst>
                <a:ext uri="{FF2B5EF4-FFF2-40B4-BE49-F238E27FC236}">
                  <a16:creationId xmlns:a16="http://schemas.microsoft.com/office/drawing/2014/main" id="{9B7EE674-EF8F-6A4C-7882-F00FEFA841A8}"/>
                </a:ext>
              </a:extLst>
            </p:cNvPr>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218;p17">
              <a:extLst>
                <a:ext uri="{FF2B5EF4-FFF2-40B4-BE49-F238E27FC236}">
                  <a16:creationId xmlns:a16="http://schemas.microsoft.com/office/drawing/2014/main" id="{C623709C-6125-2D78-7AC3-23DB7C857729}"/>
                </a:ext>
              </a:extLst>
            </p:cNvPr>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219;p17">
              <a:extLst>
                <a:ext uri="{FF2B5EF4-FFF2-40B4-BE49-F238E27FC236}">
                  <a16:creationId xmlns:a16="http://schemas.microsoft.com/office/drawing/2014/main" id="{EFCE51EF-4220-E43A-9569-999B8F2748A9}"/>
                </a:ext>
              </a:extLst>
            </p:cNvPr>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220;p17">
              <a:extLst>
                <a:ext uri="{FF2B5EF4-FFF2-40B4-BE49-F238E27FC236}">
                  <a16:creationId xmlns:a16="http://schemas.microsoft.com/office/drawing/2014/main" id="{C96089AD-CC3C-32A1-2994-A9E1AADD64EB}"/>
                </a:ext>
              </a:extLst>
            </p:cNvPr>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221;p17">
              <a:extLst>
                <a:ext uri="{FF2B5EF4-FFF2-40B4-BE49-F238E27FC236}">
                  <a16:creationId xmlns:a16="http://schemas.microsoft.com/office/drawing/2014/main" id="{86CCC235-872C-E980-0408-FEAB2029E62C}"/>
                </a:ext>
              </a:extLst>
            </p:cNvPr>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222;p17">
              <a:extLst>
                <a:ext uri="{FF2B5EF4-FFF2-40B4-BE49-F238E27FC236}">
                  <a16:creationId xmlns:a16="http://schemas.microsoft.com/office/drawing/2014/main" id="{3FBFC6CE-75D7-E9BE-C4CD-E14E2D1F61D4}"/>
                </a:ext>
              </a:extLst>
            </p:cNvPr>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223;p17">
              <a:extLst>
                <a:ext uri="{FF2B5EF4-FFF2-40B4-BE49-F238E27FC236}">
                  <a16:creationId xmlns:a16="http://schemas.microsoft.com/office/drawing/2014/main" id="{0953BFE3-C205-2A2E-9DB6-A159AAADF20B}"/>
                </a:ext>
              </a:extLst>
            </p:cNvPr>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224;p17">
              <a:extLst>
                <a:ext uri="{FF2B5EF4-FFF2-40B4-BE49-F238E27FC236}">
                  <a16:creationId xmlns:a16="http://schemas.microsoft.com/office/drawing/2014/main" id="{70D83AEE-7864-69B9-AF6F-FD3CE6BCE0BA}"/>
                </a:ext>
              </a:extLst>
            </p:cNvPr>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225;p17">
              <a:extLst>
                <a:ext uri="{FF2B5EF4-FFF2-40B4-BE49-F238E27FC236}">
                  <a16:creationId xmlns:a16="http://schemas.microsoft.com/office/drawing/2014/main" id="{18614F9A-7EBF-6C79-4222-B74051D0010B}"/>
                </a:ext>
              </a:extLst>
            </p:cNvPr>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226;p17">
              <a:extLst>
                <a:ext uri="{FF2B5EF4-FFF2-40B4-BE49-F238E27FC236}">
                  <a16:creationId xmlns:a16="http://schemas.microsoft.com/office/drawing/2014/main" id="{7AC40B58-C4A0-D40F-B3D0-17B54A6B9C99}"/>
                </a:ext>
              </a:extLst>
            </p:cNvPr>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227;p17">
              <a:extLst>
                <a:ext uri="{FF2B5EF4-FFF2-40B4-BE49-F238E27FC236}">
                  <a16:creationId xmlns:a16="http://schemas.microsoft.com/office/drawing/2014/main" id="{210F8BE8-AB79-8A5F-1698-8C13D5CB28E2}"/>
                </a:ext>
              </a:extLst>
            </p:cNvPr>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228;p17">
              <a:extLst>
                <a:ext uri="{FF2B5EF4-FFF2-40B4-BE49-F238E27FC236}">
                  <a16:creationId xmlns:a16="http://schemas.microsoft.com/office/drawing/2014/main" id="{764BB37D-EC5F-0551-E911-BE42047FFBE3}"/>
                </a:ext>
              </a:extLst>
            </p:cNvPr>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229;p17">
              <a:extLst>
                <a:ext uri="{FF2B5EF4-FFF2-40B4-BE49-F238E27FC236}">
                  <a16:creationId xmlns:a16="http://schemas.microsoft.com/office/drawing/2014/main" id="{1D1E69AB-2D16-942A-819B-917402B4E12B}"/>
                </a:ext>
              </a:extLst>
            </p:cNvPr>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230;p17">
              <a:extLst>
                <a:ext uri="{FF2B5EF4-FFF2-40B4-BE49-F238E27FC236}">
                  <a16:creationId xmlns:a16="http://schemas.microsoft.com/office/drawing/2014/main" id="{D34FC0B3-3B64-346B-68A2-65967A4CA7C3}"/>
                </a:ext>
              </a:extLst>
            </p:cNvPr>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231;p17">
              <a:extLst>
                <a:ext uri="{FF2B5EF4-FFF2-40B4-BE49-F238E27FC236}">
                  <a16:creationId xmlns:a16="http://schemas.microsoft.com/office/drawing/2014/main" id="{F252FB2D-A01E-78B8-799E-F232AB7F1DFE}"/>
                </a:ext>
              </a:extLst>
            </p:cNvPr>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232;p17">
              <a:extLst>
                <a:ext uri="{FF2B5EF4-FFF2-40B4-BE49-F238E27FC236}">
                  <a16:creationId xmlns:a16="http://schemas.microsoft.com/office/drawing/2014/main" id="{B42A9A98-F7D5-1ED7-7DDF-7E27EE90C1BC}"/>
                </a:ext>
              </a:extLst>
            </p:cNvPr>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233;p17">
              <a:extLst>
                <a:ext uri="{FF2B5EF4-FFF2-40B4-BE49-F238E27FC236}">
                  <a16:creationId xmlns:a16="http://schemas.microsoft.com/office/drawing/2014/main" id="{AD51965D-A3C8-091D-5791-15D06391FAD2}"/>
                </a:ext>
              </a:extLst>
            </p:cNvPr>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234;p17">
              <a:extLst>
                <a:ext uri="{FF2B5EF4-FFF2-40B4-BE49-F238E27FC236}">
                  <a16:creationId xmlns:a16="http://schemas.microsoft.com/office/drawing/2014/main" id="{2BD84061-3813-4892-77E5-49B7F2161DBA}"/>
                </a:ext>
              </a:extLst>
            </p:cNvPr>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235;p17">
              <a:extLst>
                <a:ext uri="{FF2B5EF4-FFF2-40B4-BE49-F238E27FC236}">
                  <a16:creationId xmlns:a16="http://schemas.microsoft.com/office/drawing/2014/main" id="{4AB5F114-BC67-48B6-A875-66EF23BBCDEF}"/>
                </a:ext>
              </a:extLst>
            </p:cNvPr>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236;p17">
              <a:extLst>
                <a:ext uri="{FF2B5EF4-FFF2-40B4-BE49-F238E27FC236}">
                  <a16:creationId xmlns:a16="http://schemas.microsoft.com/office/drawing/2014/main" id="{2DB7E992-36E9-CD7D-18FD-1D9C2D2724C7}"/>
                </a:ext>
              </a:extLst>
            </p:cNvPr>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237;p17">
              <a:extLst>
                <a:ext uri="{FF2B5EF4-FFF2-40B4-BE49-F238E27FC236}">
                  <a16:creationId xmlns:a16="http://schemas.microsoft.com/office/drawing/2014/main" id="{25B755AA-2249-A665-E4F3-E05B1321E6B1}"/>
                </a:ext>
              </a:extLst>
            </p:cNvPr>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238;p17">
              <a:extLst>
                <a:ext uri="{FF2B5EF4-FFF2-40B4-BE49-F238E27FC236}">
                  <a16:creationId xmlns:a16="http://schemas.microsoft.com/office/drawing/2014/main" id="{A8CCD688-A568-E013-48E5-9757786D46D7}"/>
                </a:ext>
              </a:extLst>
            </p:cNvPr>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 name="Google Shape;144;p17">
            <a:extLst>
              <a:ext uri="{FF2B5EF4-FFF2-40B4-BE49-F238E27FC236}">
                <a16:creationId xmlns:a16="http://schemas.microsoft.com/office/drawing/2014/main" id="{DC9447C8-1B3F-E0FC-3E1F-7CADC8DE3E8B}"/>
              </a:ext>
            </a:extLst>
          </p:cNvPr>
          <p:cNvGrpSpPr/>
          <p:nvPr/>
        </p:nvGrpSpPr>
        <p:grpSpPr>
          <a:xfrm>
            <a:off x="5983758" y="1594032"/>
            <a:ext cx="457182" cy="457212"/>
            <a:chOff x="2195817" y="2132165"/>
            <a:chExt cx="460451" cy="452864"/>
          </a:xfrm>
        </p:grpSpPr>
        <p:sp>
          <p:nvSpPr>
            <p:cNvPr id="869" name="Google Shape;145;p17">
              <a:extLst>
                <a:ext uri="{FF2B5EF4-FFF2-40B4-BE49-F238E27FC236}">
                  <a16:creationId xmlns:a16="http://schemas.microsoft.com/office/drawing/2014/main" id="{8F5FC5FA-0B86-210F-DE04-AC0B0E9D16B0}"/>
                </a:ext>
              </a:extLst>
            </p:cNvPr>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146;p17">
              <a:extLst>
                <a:ext uri="{FF2B5EF4-FFF2-40B4-BE49-F238E27FC236}">
                  <a16:creationId xmlns:a16="http://schemas.microsoft.com/office/drawing/2014/main" id="{6E0B0298-810B-16C7-DCC5-BE4F1FCAEEAE}"/>
                </a:ext>
              </a:extLst>
            </p:cNvPr>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147;p17">
              <a:extLst>
                <a:ext uri="{FF2B5EF4-FFF2-40B4-BE49-F238E27FC236}">
                  <a16:creationId xmlns:a16="http://schemas.microsoft.com/office/drawing/2014/main" id="{255A83C7-2F9F-472C-63FA-CDBB072888FE}"/>
                </a:ext>
              </a:extLst>
            </p:cNvPr>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148;p17">
              <a:extLst>
                <a:ext uri="{FF2B5EF4-FFF2-40B4-BE49-F238E27FC236}">
                  <a16:creationId xmlns:a16="http://schemas.microsoft.com/office/drawing/2014/main" id="{AFFDC75E-3FD3-F330-5D8F-75496952E9D0}"/>
                </a:ext>
              </a:extLst>
            </p:cNvPr>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149;p17">
              <a:extLst>
                <a:ext uri="{FF2B5EF4-FFF2-40B4-BE49-F238E27FC236}">
                  <a16:creationId xmlns:a16="http://schemas.microsoft.com/office/drawing/2014/main" id="{E4AE15FB-3E9A-34F2-C80A-471BF174F88A}"/>
                </a:ext>
              </a:extLst>
            </p:cNvPr>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150;p17">
              <a:extLst>
                <a:ext uri="{FF2B5EF4-FFF2-40B4-BE49-F238E27FC236}">
                  <a16:creationId xmlns:a16="http://schemas.microsoft.com/office/drawing/2014/main" id="{34C6DF89-43DE-3921-EF4C-E92CB947B57F}"/>
                </a:ext>
              </a:extLst>
            </p:cNvPr>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151;p17">
              <a:extLst>
                <a:ext uri="{FF2B5EF4-FFF2-40B4-BE49-F238E27FC236}">
                  <a16:creationId xmlns:a16="http://schemas.microsoft.com/office/drawing/2014/main" id="{1C5A6A8E-A75A-3362-73C4-0B39A622DFC3}"/>
                </a:ext>
              </a:extLst>
            </p:cNvPr>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152;p17">
              <a:extLst>
                <a:ext uri="{FF2B5EF4-FFF2-40B4-BE49-F238E27FC236}">
                  <a16:creationId xmlns:a16="http://schemas.microsoft.com/office/drawing/2014/main" id="{263D09A2-E3F0-7713-EA21-EC82C713D713}"/>
                </a:ext>
              </a:extLst>
            </p:cNvPr>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153;p17">
              <a:extLst>
                <a:ext uri="{FF2B5EF4-FFF2-40B4-BE49-F238E27FC236}">
                  <a16:creationId xmlns:a16="http://schemas.microsoft.com/office/drawing/2014/main" id="{CD5B0A74-1026-E875-3617-36E9B7B4DBBE}"/>
                </a:ext>
              </a:extLst>
            </p:cNvPr>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154;p17">
              <a:extLst>
                <a:ext uri="{FF2B5EF4-FFF2-40B4-BE49-F238E27FC236}">
                  <a16:creationId xmlns:a16="http://schemas.microsoft.com/office/drawing/2014/main" id="{9FC23306-9288-ECA0-EE30-72DC637BC0F5}"/>
                </a:ext>
              </a:extLst>
            </p:cNvPr>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155;p17">
              <a:extLst>
                <a:ext uri="{FF2B5EF4-FFF2-40B4-BE49-F238E27FC236}">
                  <a16:creationId xmlns:a16="http://schemas.microsoft.com/office/drawing/2014/main" id="{AB768116-59EA-C1C2-E29B-091A93A5FAA2}"/>
                </a:ext>
              </a:extLst>
            </p:cNvPr>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156;p17">
              <a:extLst>
                <a:ext uri="{FF2B5EF4-FFF2-40B4-BE49-F238E27FC236}">
                  <a16:creationId xmlns:a16="http://schemas.microsoft.com/office/drawing/2014/main" id="{F7171BDC-7053-18F5-94A9-814FFBA6255C}"/>
                </a:ext>
              </a:extLst>
            </p:cNvPr>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157;p17">
              <a:extLst>
                <a:ext uri="{FF2B5EF4-FFF2-40B4-BE49-F238E27FC236}">
                  <a16:creationId xmlns:a16="http://schemas.microsoft.com/office/drawing/2014/main" id="{6C1705EB-5D6F-E2E0-0A67-5F360307C0E3}"/>
                </a:ext>
              </a:extLst>
            </p:cNvPr>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158;p17">
              <a:extLst>
                <a:ext uri="{FF2B5EF4-FFF2-40B4-BE49-F238E27FC236}">
                  <a16:creationId xmlns:a16="http://schemas.microsoft.com/office/drawing/2014/main" id="{09F9225B-99D0-75E8-0A3A-38A312F315B5}"/>
                </a:ext>
              </a:extLst>
            </p:cNvPr>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159;p17">
              <a:extLst>
                <a:ext uri="{FF2B5EF4-FFF2-40B4-BE49-F238E27FC236}">
                  <a16:creationId xmlns:a16="http://schemas.microsoft.com/office/drawing/2014/main" id="{1C3A0FA5-0EBF-2677-DC44-1FEB978297E3}"/>
                </a:ext>
              </a:extLst>
            </p:cNvPr>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160;p17">
              <a:extLst>
                <a:ext uri="{FF2B5EF4-FFF2-40B4-BE49-F238E27FC236}">
                  <a16:creationId xmlns:a16="http://schemas.microsoft.com/office/drawing/2014/main" id="{84EE0CD7-3460-7C76-A282-AC7B49E42DAD}"/>
                </a:ext>
              </a:extLst>
            </p:cNvPr>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161;p17">
              <a:extLst>
                <a:ext uri="{FF2B5EF4-FFF2-40B4-BE49-F238E27FC236}">
                  <a16:creationId xmlns:a16="http://schemas.microsoft.com/office/drawing/2014/main" id="{7805D0D3-208B-B726-F9A3-C13B4D67932D}"/>
                </a:ext>
              </a:extLst>
            </p:cNvPr>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162;p17">
              <a:extLst>
                <a:ext uri="{FF2B5EF4-FFF2-40B4-BE49-F238E27FC236}">
                  <a16:creationId xmlns:a16="http://schemas.microsoft.com/office/drawing/2014/main" id="{5B9215C7-E637-DD6D-E87D-BC8F0BAE35D2}"/>
                </a:ext>
              </a:extLst>
            </p:cNvPr>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163;p17">
              <a:extLst>
                <a:ext uri="{FF2B5EF4-FFF2-40B4-BE49-F238E27FC236}">
                  <a16:creationId xmlns:a16="http://schemas.microsoft.com/office/drawing/2014/main" id="{9BA8DFF3-05C1-5630-D6AE-28C943565B53}"/>
                </a:ext>
              </a:extLst>
            </p:cNvPr>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164;p17">
              <a:extLst>
                <a:ext uri="{FF2B5EF4-FFF2-40B4-BE49-F238E27FC236}">
                  <a16:creationId xmlns:a16="http://schemas.microsoft.com/office/drawing/2014/main" id="{84E4914B-F880-14C8-D998-BF63AB4F3ECA}"/>
                </a:ext>
              </a:extLst>
            </p:cNvPr>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165;p17">
              <a:extLst>
                <a:ext uri="{FF2B5EF4-FFF2-40B4-BE49-F238E27FC236}">
                  <a16:creationId xmlns:a16="http://schemas.microsoft.com/office/drawing/2014/main" id="{9553BBCD-94D3-94D2-5635-2BFD8E18F063}"/>
                </a:ext>
              </a:extLst>
            </p:cNvPr>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166;p17">
              <a:extLst>
                <a:ext uri="{FF2B5EF4-FFF2-40B4-BE49-F238E27FC236}">
                  <a16:creationId xmlns:a16="http://schemas.microsoft.com/office/drawing/2014/main" id="{D9724CBF-DB00-7FB6-048F-34A445B971AA}"/>
                </a:ext>
              </a:extLst>
            </p:cNvPr>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167;p17">
              <a:extLst>
                <a:ext uri="{FF2B5EF4-FFF2-40B4-BE49-F238E27FC236}">
                  <a16:creationId xmlns:a16="http://schemas.microsoft.com/office/drawing/2014/main" id="{C18746DF-C9B3-0FE6-62E4-5C40259FAF1A}"/>
                </a:ext>
              </a:extLst>
            </p:cNvPr>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168;p17">
              <a:extLst>
                <a:ext uri="{FF2B5EF4-FFF2-40B4-BE49-F238E27FC236}">
                  <a16:creationId xmlns:a16="http://schemas.microsoft.com/office/drawing/2014/main" id="{3D22201A-721D-CF23-E125-2279DA772841}"/>
                </a:ext>
              </a:extLst>
            </p:cNvPr>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169;p17">
              <a:extLst>
                <a:ext uri="{FF2B5EF4-FFF2-40B4-BE49-F238E27FC236}">
                  <a16:creationId xmlns:a16="http://schemas.microsoft.com/office/drawing/2014/main" id="{00A50D52-4F97-5359-72E7-07DCBCCB1F93}"/>
                </a:ext>
              </a:extLst>
            </p:cNvPr>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170;p17">
              <a:extLst>
                <a:ext uri="{FF2B5EF4-FFF2-40B4-BE49-F238E27FC236}">
                  <a16:creationId xmlns:a16="http://schemas.microsoft.com/office/drawing/2014/main" id="{0A279006-24F2-3358-0BE8-A91DD4B53C49}"/>
                </a:ext>
              </a:extLst>
            </p:cNvPr>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171;p17">
              <a:extLst>
                <a:ext uri="{FF2B5EF4-FFF2-40B4-BE49-F238E27FC236}">
                  <a16:creationId xmlns:a16="http://schemas.microsoft.com/office/drawing/2014/main" id="{EFFD796F-5510-4F56-FC90-50FB63C51EC2}"/>
                </a:ext>
              </a:extLst>
            </p:cNvPr>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172;p17">
              <a:extLst>
                <a:ext uri="{FF2B5EF4-FFF2-40B4-BE49-F238E27FC236}">
                  <a16:creationId xmlns:a16="http://schemas.microsoft.com/office/drawing/2014/main" id="{E067A55A-B65D-48FA-B8B7-C667B58B8E45}"/>
                </a:ext>
              </a:extLst>
            </p:cNvPr>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 name="Google Shape;239;p17">
            <a:extLst>
              <a:ext uri="{FF2B5EF4-FFF2-40B4-BE49-F238E27FC236}">
                <a16:creationId xmlns:a16="http://schemas.microsoft.com/office/drawing/2014/main" id="{8AFD835A-F1CE-772C-3E00-A33BC36915E7}"/>
              </a:ext>
            </a:extLst>
          </p:cNvPr>
          <p:cNvGrpSpPr/>
          <p:nvPr/>
        </p:nvGrpSpPr>
        <p:grpSpPr>
          <a:xfrm>
            <a:off x="2423823" y="4186868"/>
            <a:ext cx="473767" cy="454057"/>
            <a:chOff x="2310542" y="2989951"/>
            <a:chExt cx="473767" cy="454057"/>
          </a:xfrm>
        </p:grpSpPr>
        <p:sp>
          <p:nvSpPr>
            <p:cNvPr id="949" name="Google Shape;267;p17">
              <a:extLst>
                <a:ext uri="{FF2B5EF4-FFF2-40B4-BE49-F238E27FC236}">
                  <a16:creationId xmlns:a16="http://schemas.microsoft.com/office/drawing/2014/main" id="{0817FF0E-52AB-0D78-DA02-4A7E47ADD51A}"/>
                </a:ext>
              </a:extLst>
            </p:cNvPr>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240;p17">
              <a:extLst>
                <a:ext uri="{FF2B5EF4-FFF2-40B4-BE49-F238E27FC236}">
                  <a16:creationId xmlns:a16="http://schemas.microsoft.com/office/drawing/2014/main" id="{075070DC-46CE-F4EE-1FAA-CC6C21A62869}"/>
                </a:ext>
              </a:extLst>
            </p:cNvPr>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241;p17">
              <a:extLst>
                <a:ext uri="{FF2B5EF4-FFF2-40B4-BE49-F238E27FC236}">
                  <a16:creationId xmlns:a16="http://schemas.microsoft.com/office/drawing/2014/main" id="{F29CA64C-E616-8849-AC27-D3A16DA2139B}"/>
                </a:ext>
              </a:extLst>
            </p:cNvPr>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242;p17">
              <a:extLst>
                <a:ext uri="{FF2B5EF4-FFF2-40B4-BE49-F238E27FC236}">
                  <a16:creationId xmlns:a16="http://schemas.microsoft.com/office/drawing/2014/main" id="{2965BB97-B14A-5BB1-A1D1-40BB20D8B21B}"/>
                </a:ext>
              </a:extLst>
            </p:cNvPr>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243;p17">
              <a:extLst>
                <a:ext uri="{FF2B5EF4-FFF2-40B4-BE49-F238E27FC236}">
                  <a16:creationId xmlns:a16="http://schemas.microsoft.com/office/drawing/2014/main" id="{0470CB2C-D7A1-B767-D03E-BC7A538072C7}"/>
                </a:ext>
              </a:extLst>
            </p:cNvPr>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244;p17">
              <a:extLst>
                <a:ext uri="{FF2B5EF4-FFF2-40B4-BE49-F238E27FC236}">
                  <a16:creationId xmlns:a16="http://schemas.microsoft.com/office/drawing/2014/main" id="{C3657452-FB65-C129-A59E-E7324E269594}"/>
                </a:ext>
              </a:extLst>
            </p:cNvPr>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245;p17">
              <a:extLst>
                <a:ext uri="{FF2B5EF4-FFF2-40B4-BE49-F238E27FC236}">
                  <a16:creationId xmlns:a16="http://schemas.microsoft.com/office/drawing/2014/main" id="{4FD3CDF1-CA1C-9FF3-C2F4-67AB6819B0AD}"/>
                </a:ext>
              </a:extLst>
            </p:cNvPr>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246;p17">
              <a:extLst>
                <a:ext uri="{FF2B5EF4-FFF2-40B4-BE49-F238E27FC236}">
                  <a16:creationId xmlns:a16="http://schemas.microsoft.com/office/drawing/2014/main" id="{F6BA0175-B59F-989D-9A3B-53862B7604B4}"/>
                </a:ext>
              </a:extLst>
            </p:cNvPr>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247;p17">
              <a:extLst>
                <a:ext uri="{FF2B5EF4-FFF2-40B4-BE49-F238E27FC236}">
                  <a16:creationId xmlns:a16="http://schemas.microsoft.com/office/drawing/2014/main" id="{5F000E08-8771-8679-D177-DFD9118ED616}"/>
                </a:ext>
              </a:extLst>
            </p:cNvPr>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248;p17">
              <a:extLst>
                <a:ext uri="{FF2B5EF4-FFF2-40B4-BE49-F238E27FC236}">
                  <a16:creationId xmlns:a16="http://schemas.microsoft.com/office/drawing/2014/main" id="{99B5E6BB-F807-DD2E-07D9-33F0E4199F6A}"/>
                </a:ext>
              </a:extLst>
            </p:cNvPr>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249;p17">
              <a:extLst>
                <a:ext uri="{FF2B5EF4-FFF2-40B4-BE49-F238E27FC236}">
                  <a16:creationId xmlns:a16="http://schemas.microsoft.com/office/drawing/2014/main" id="{96E41773-E97E-8299-023C-98AE3A8C5ABB}"/>
                </a:ext>
              </a:extLst>
            </p:cNvPr>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250;p17">
              <a:extLst>
                <a:ext uri="{FF2B5EF4-FFF2-40B4-BE49-F238E27FC236}">
                  <a16:creationId xmlns:a16="http://schemas.microsoft.com/office/drawing/2014/main" id="{8449FF66-6AD8-09DD-422B-78EB55A83C83}"/>
                </a:ext>
              </a:extLst>
            </p:cNvPr>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251;p17">
              <a:extLst>
                <a:ext uri="{FF2B5EF4-FFF2-40B4-BE49-F238E27FC236}">
                  <a16:creationId xmlns:a16="http://schemas.microsoft.com/office/drawing/2014/main" id="{9C202BCE-0B01-D9CC-9C06-DA9583FC08C9}"/>
                </a:ext>
              </a:extLst>
            </p:cNvPr>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252;p17">
              <a:extLst>
                <a:ext uri="{FF2B5EF4-FFF2-40B4-BE49-F238E27FC236}">
                  <a16:creationId xmlns:a16="http://schemas.microsoft.com/office/drawing/2014/main" id="{3E6CB07C-E8FD-A476-7739-D4D1DA8321BC}"/>
                </a:ext>
              </a:extLst>
            </p:cNvPr>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253;p17">
              <a:extLst>
                <a:ext uri="{FF2B5EF4-FFF2-40B4-BE49-F238E27FC236}">
                  <a16:creationId xmlns:a16="http://schemas.microsoft.com/office/drawing/2014/main" id="{F1E28F53-F7AC-CEB4-3F5D-E030FBD3E266}"/>
                </a:ext>
              </a:extLst>
            </p:cNvPr>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254;p17">
              <a:extLst>
                <a:ext uri="{FF2B5EF4-FFF2-40B4-BE49-F238E27FC236}">
                  <a16:creationId xmlns:a16="http://schemas.microsoft.com/office/drawing/2014/main" id="{F556CDCD-3EB7-A94F-96A0-F6C2C7044251}"/>
                </a:ext>
              </a:extLst>
            </p:cNvPr>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255;p17">
              <a:extLst>
                <a:ext uri="{FF2B5EF4-FFF2-40B4-BE49-F238E27FC236}">
                  <a16:creationId xmlns:a16="http://schemas.microsoft.com/office/drawing/2014/main" id="{27073F35-0AB4-7696-C0FC-C834F9DA6A02}"/>
                </a:ext>
              </a:extLst>
            </p:cNvPr>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256;p17">
              <a:extLst>
                <a:ext uri="{FF2B5EF4-FFF2-40B4-BE49-F238E27FC236}">
                  <a16:creationId xmlns:a16="http://schemas.microsoft.com/office/drawing/2014/main" id="{8FF459B7-0F63-3FE1-B176-53D91215EF69}"/>
                </a:ext>
              </a:extLst>
            </p:cNvPr>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257;p17">
              <a:extLst>
                <a:ext uri="{FF2B5EF4-FFF2-40B4-BE49-F238E27FC236}">
                  <a16:creationId xmlns:a16="http://schemas.microsoft.com/office/drawing/2014/main" id="{31296143-E460-2290-7F2F-00EECEE0B0B7}"/>
                </a:ext>
              </a:extLst>
            </p:cNvPr>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258;p17">
              <a:extLst>
                <a:ext uri="{FF2B5EF4-FFF2-40B4-BE49-F238E27FC236}">
                  <a16:creationId xmlns:a16="http://schemas.microsoft.com/office/drawing/2014/main" id="{1ABFF1EE-871F-DA60-DA10-905417103C80}"/>
                </a:ext>
              </a:extLst>
            </p:cNvPr>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259;p17">
              <a:extLst>
                <a:ext uri="{FF2B5EF4-FFF2-40B4-BE49-F238E27FC236}">
                  <a16:creationId xmlns:a16="http://schemas.microsoft.com/office/drawing/2014/main" id="{844EEB91-4370-D491-7F6C-23052A46E912}"/>
                </a:ext>
              </a:extLst>
            </p:cNvPr>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260;p17">
              <a:extLst>
                <a:ext uri="{FF2B5EF4-FFF2-40B4-BE49-F238E27FC236}">
                  <a16:creationId xmlns:a16="http://schemas.microsoft.com/office/drawing/2014/main" id="{2829F4EF-B8F6-E98C-F5F2-5D87830271AA}"/>
                </a:ext>
              </a:extLst>
            </p:cNvPr>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261;p17">
              <a:extLst>
                <a:ext uri="{FF2B5EF4-FFF2-40B4-BE49-F238E27FC236}">
                  <a16:creationId xmlns:a16="http://schemas.microsoft.com/office/drawing/2014/main" id="{DDD5207C-385C-DA5C-9571-7A32ABC74D9C}"/>
                </a:ext>
              </a:extLst>
            </p:cNvPr>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262;p17">
              <a:extLst>
                <a:ext uri="{FF2B5EF4-FFF2-40B4-BE49-F238E27FC236}">
                  <a16:creationId xmlns:a16="http://schemas.microsoft.com/office/drawing/2014/main" id="{ADBC5710-3E1E-5875-15A7-155F281D4C1D}"/>
                </a:ext>
              </a:extLst>
            </p:cNvPr>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263;p17">
              <a:extLst>
                <a:ext uri="{FF2B5EF4-FFF2-40B4-BE49-F238E27FC236}">
                  <a16:creationId xmlns:a16="http://schemas.microsoft.com/office/drawing/2014/main" id="{4573B3E8-DE64-17F3-D102-A6F3281D76A7}"/>
                </a:ext>
              </a:extLst>
            </p:cNvPr>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264;p17">
              <a:extLst>
                <a:ext uri="{FF2B5EF4-FFF2-40B4-BE49-F238E27FC236}">
                  <a16:creationId xmlns:a16="http://schemas.microsoft.com/office/drawing/2014/main" id="{BD2455CC-F8C7-D553-5307-1131D6D67F67}"/>
                </a:ext>
              </a:extLst>
            </p:cNvPr>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265;p17">
              <a:extLst>
                <a:ext uri="{FF2B5EF4-FFF2-40B4-BE49-F238E27FC236}">
                  <a16:creationId xmlns:a16="http://schemas.microsoft.com/office/drawing/2014/main" id="{85E87998-855E-814D-E844-A8029367B7DF}"/>
                </a:ext>
              </a:extLst>
            </p:cNvPr>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266;p17">
              <a:extLst>
                <a:ext uri="{FF2B5EF4-FFF2-40B4-BE49-F238E27FC236}">
                  <a16:creationId xmlns:a16="http://schemas.microsoft.com/office/drawing/2014/main" id="{08AE45B4-3FAD-83CF-60AB-EEAAE91A20D8}"/>
                </a:ext>
              </a:extLst>
            </p:cNvPr>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8" name="Google Shape;678;p22">
            <a:extLst>
              <a:ext uri="{FF2B5EF4-FFF2-40B4-BE49-F238E27FC236}">
                <a16:creationId xmlns:a16="http://schemas.microsoft.com/office/drawing/2014/main" id="{825A4DFC-886C-F3FB-FA94-EEE5C8D069C6}"/>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800" dirty="0"/>
              <a:t>2.0 Problem Statement</a:t>
            </a:r>
            <a:endParaRPr sz="2800" dirty="0"/>
          </a:p>
        </p:txBody>
      </p:sp>
      <p:sp>
        <p:nvSpPr>
          <p:cNvPr id="685" name="Google Shape;685;p22">
            <a:extLst>
              <a:ext uri="{FF2B5EF4-FFF2-40B4-BE49-F238E27FC236}">
                <a16:creationId xmlns:a16="http://schemas.microsoft.com/office/drawing/2014/main" id="{03FA62FC-2178-8DDC-A956-88D95C8EB1DE}"/>
              </a:ext>
            </a:extLst>
          </p:cNvPr>
          <p:cNvSpPr/>
          <p:nvPr/>
        </p:nvSpPr>
        <p:spPr>
          <a:xfrm>
            <a:off x="6795498" y="2782144"/>
            <a:ext cx="731400" cy="629100"/>
          </a:xfrm>
          <a:prstGeom prst="hexagon">
            <a:avLst>
              <a:gd name="adj" fmla="val 28852"/>
              <a:gd name="vf" fmla="val 115470"/>
            </a:avLst>
          </a:prstGeom>
          <a:solidFill>
            <a:srgbClr val="33A02B"/>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Montserrat SemiBold"/>
              <a:ea typeface="Montserrat SemiBold"/>
              <a:cs typeface="Montserrat SemiBold"/>
              <a:sym typeface="Montserrat SemiBold"/>
            </a:endParaRPr>
          </a:p>
        </p:txBody>
      </p:sp>
      <p:sp>
        <p:nvSpPr>
          <p:cNvPr id="686" name="Google Shape;686;p22">
            <a:extLst>
              <a:ext uri="{FF2B5EF4-FFF2-40B4-BE49-F238E27FC236}">
                <a16:creationId xmlns:a16="http://schemas.microsoft.com/office/drawing/2014/main" id="{FEBF58A7-F8C9-6A87-8D61-CC690376F939}"/>
              </a:ext>
            </a:extLst>
          </p:cNvPr>
          <p:cNvSpPr/>
          <p:nvPr/>
        </p:nvSpPr>
        <p:spPr>
          <a:xfrm flipH="1">
            <a:off x="1337069" y="2978955"/>
            <a:ext cx="731400" cy="629100"/>
          </a:xfrm>
          <a:prstGeom prst="hexagon">
            <a:avLst>
              <a:gd name="adj" fmla="val 28852"/>
              <a:gd name="vf" fmla="val 115470"/>
            </a:avLst>
          </a:prstGeom>
          <a:solidFill>
            <a:srgbClr val="A5CEE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Montserrat SemiBold"/>
              <a:ea typeface="Montserrat SemiBold"/>
              <a:cs typeface="Montserrat SemiBold"/>
              <a:sym typeface="Montserrat SemiBold"/>
            </a:endParaRPr>
          </a:p>
        </p:txBody>
      </p:sp>
      <p:sp>
        <p:nvSpPr>
          <p:cNvPr id="687" name="Google Shape;687;p22">
            <a:extLst>
              <a:ext uri="{FF2B5EF4-FFF2-40B4-BE49-F238E27FC236}">
                <a16:creationId xmlns:a16="http://schemas.microsoft.com/office/drawing/2014/main" id="{ED921C3F-6058-80EC-668F-10B9651D2805}"/>
              </a:ext>
            </a:extLst>
          </p:cNvPr>
          <p:cNvSpPr txBox="1"/>
          <p:nvPr/>
        </p:nvSpPr>
        <p:spPr>
          <a:xfrm flipH="1">
            <a:off x="469562" y="3575187"/>
            <a:ext cx="2321568"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dirty="0">
                <a:solidFill>
                  <a:schemeClr val="dk1"/>
                </a:solidFill>
                <a:latin typeface="Montserrat SemiBold"/>
                <a:ea typeface="Montserrat SemiBold"/>
                <a:cs typeface="Montserrat SemiBold"/>
                <a:sym typeface="Montserrat SemiBold"/>
              </a:rPr>
              <a:t>Lack of Motivation</a:t>
            </a:r>
            <a:endParaRPr dirty="0">
              <a:solidFill>
                <a:schemeClr val="dk1"/>
              </a:solidFill>
              <a:latin typeface="Montserrat SemiBold"/>
              <a:ea typeface="Montserrat SemiBold"/>
              <a:cs typeface="Montserrat SemiBold"/>
              <a:sym typeface="Montserrat SemiBold"/>
            </a:endParaRPr>
          </a:p>
        </p:txBody>
      </p:sp>
      <p:sp>
        <p:nvSpPr>
          <p:cNvPr id="689" name="Google Shape;689;p22">
            <a:extLst>
              <a:ext uri="{FF2B5EF4-FFF2-40B4-BE49-F238E27FC236}">
                <a16:creationId xmlns:a16="http://schemas.microsoft.com/office/drawing/2014/main" id="{77C0D9D0-6D17-6570-42C9-73B2730E7EAC}"/>
              </a:ext>
            </a:extLst>
          </p:cNvPr>
          <p:cNvSpPr txBox="1"/>
          <p:nvPr/>
        </p:nvSpPr>
        <p:spPr>
          <a:xfrm>
            <a:off x="6705451" y="3564769"/>
            <a:ext cx="2460730"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dk1"/>
                </a:solidFill>
                <a:latin typeface="Montserrat SemiBold"/>
                <a:ea typeface="Montserrat SemiBold"/>
                <a:cs typeface="Montserrat SemiBold"/>
                <a:sym typeface="Montserrat SemiBold"/>
              </a:rPr>
              <a:t>Difficulty </a:t>
            </a:r>
          </a:p>
          <a:p>
            <a:pPr marL="0" lvl="0" indent="0" algn="l" rtl="0">
              <a:spcBef>
                <a:spcPts val="0"/>
              </a:spcBef>
              <a:spcAft>
                <a:spcPts val="0"/>
              </a:spcAft>
              <a:buNone/>
            </a:pPr>
            <a:r>
              <a:rPr lang="en" dirty="0">
                <a:solidFill>
                  <a:schemeClr val="dk1"/>
                </a:solidFill>
                <a:latin typeface="Montserrat SemiBold"/>
                <a:ea typeface="Montserrat SemiBold"/>
                <a:cs typeface="Montserrat SemiBold"/>
                <a:sym typeface="Montserrat SemiBold"/>
              </a:rPr>
              <a:t>Understanding Material</a:t>
            </a:r>
            <a:endParaRPr dirty="0">
              <a:solidFill>
                <a:schemeClr val="dk1"/>
              </a:solidFill>
              <a:latin typeface="Montserrat SemiBold"/>
              <a:ea typeface="Montserrat SemiBold"/>
              <a:cs typeface="Montserrat SemiBold"/>
              <a:sym typeface="Montserrat SemiBold"/>
            </a:endParaRPr>
          </a:p>
        </p:txBody>
      </p:sp>
      <p:sp>
        <p:nvSpPr>
          <p:cNvPr id="691" name="Google Shape;691;p22">
            <a:extLst>
              <a:ext uri="{FF2B5EF4-FFF2-40B4-BE49-F238E27FC236}">
                <a16:creationId xmlns:a16="http://schemas.microsoft.com/office/drawing/2014/main" id="{C0046B16-B5AA-BF7E-0799-D30715CAF800}"/>
              </a:ext>
            </a:extLst>
          </p:cNvPr>
          <p:cNvSpPr txBox="1"/>
          <p:nvPr/>
        </p:nvSpPr>
        <p:spPr>
          <a:xfrm>
            <a:off x="1018348" y="3092355"/>
            <a:ext cx="1059110" cy="402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600" dirty="0">
                <a:solidFill>
                  <a:schemeClr val="dk1"/>
                </a:solidFill>
                <a:latin typeface="Montserrat SemiBold"/>
                <a:sym typeface="Montserrat SemiBold"/>
              </a:rPr>
              <a:t>15.9%</a:t>
            </a:r>
            <a:endParaRPr sz="1600" dirty="0">
              <a:solidFill>
                <a:schemeClr val="dk1"/>
              </a:solidFill>
              <a:latin typeface="Montserrat SemiBold"/>
              <a:sym typeface="Montserrat SemiBold"/>
            </a:endParaRPr>
          </a:p>
        </p:txBody>
      </p:sp>
      <p:sp>
        <p:nvSpPr>
          <p:cNvPr id="692" name="Google Shape;692;p22">
            <a:extLst>
              <a:ext uri="{FF2B5EF4-FFF2-40B4-BE49-F238E27FC236}">
                <a16:creationId xmlns:a16="http://schemas.microsoft.com/office/drawing/2014/main" id="{C37D7A56-F39B-E8BC-DA2C-BD229E892E42}"/>
              </a:ext>
            </a:extLst>
          </p:cNvPr>
          <p:cNvSpPr txBox="1"/>
          <p:nvPr/>
        </p:nvSpPr>
        <p:spPr>
          <a:xfrm>
            <a:off x="6577896" y="2895544"/>
            <a:ext cx="968277" cy="402300"/>
          </a:xfrm>
          <a:prstGeom prst="rect">
            <a:avLst/>
          </a:prstGeom>
          <a:noFill/>
          <a:ln>
            <a:noFill/>
          </a:ln>
        </p:spPr>
        <p:txBody>
          <a:bodyPr spcFirstLastPara="1" wrap="square" lIns="91425" tIns="91425" rIns="91425" bIns="91425" anchor="ctr" anchorCtr="0">
            <a:noAutofit/>
          </a:bodyPr>
          <a:lstStyle/>
          <a:p>
            <a:pPr algn="r"/>
            <a:r>
              <a:rPr lang="en" sz="1600" dirty="0">
                <a:solidFill>
                  <a:schemeClr val="dk1"/>
                </a:solidFill>
                <a:latin typeface="Montserrat SemiBold"/>
                <a:sym typeface="Montserrat SemiBold"/>
              </a:rPr>
              <a:t>12.7%</a:t>
            </a:r>
            <a:endParaRPr sz="1600" dirty="0">
              <a:solidFill>
                <a:schemeClr val="dk1"/>
              </a:solidFill>
              <a:latin typeface="Montserrat SemiBold"/>
              <a:sym typeface="Montserrat SemiBold"/>
            </a:endParaRPr>
          </a:p>
        </p:txBody>
      </p:sp>
      <p:cxnSp>
        <p:nvCxnSpPr>
          <p:cNvPr id="694" name="Google Shape;694;p22">
            <a:extLst>
              <a:ext uri="{FF2B5EF4-FFF2-40B4-BE49-F238E27FC236}">
                <a16:creationId xmlns:a16="http://schemas.microsoft.com/office/drawing/2014/main" id="{2E4EBD90-5CC2-4A3C-1B03-66610D7D71AA}"/>
              </a:ext>
            </a:extLst>
          </p:cNvPr>
          <p:cNvCxnSpPr>
            <a:cxnSpLocks/>
            <a:stCxn id="686" idx="3"/>
          </p:cNvCxnSpPr>
          <p:nvPr/>
        </p:nvCxnSpPr>
        <p:spPr>
          <a:xfrm flipV="1">
            <a:off x="2068469" y="2903176"/>
            <a:ext cx="1285880" cy="390329"/>
          </a:xfrm>
          <a:prstGeom prst="bentConnector3">
            <a:avLst>
              <a:gd name="adj1" fmla="val 50000"/>
            </a:avLst>
          </a:prstGeom>
          <a:noFill/>
          <a:ln w="19050" cap="flat" cmpd="sng">
            <a:solidFill>
              <a:schemeClr val="dk1"/>
            </a:solidFill>
            <a:prstDash val="solid"/>
            <a:round/>
            <a:headEnd type="none" w="med" len="med"/>
            <a:tailEnd type="triangle" w="med" len="med"/>
          </a:ln>
        </p:spPr>
      </p:cxnSp>
      <p:cxnSp>
        <p:nvCxnSpPr>
          <p:cNvPr id="696" name="Google Shape;696;p22">
            <a:extLst>
              <a:ext uri="{FF2B5EF4-FFF2-40B4-BE49-F238E27FC236}">
                <a16:creationId xmlns:a16="http://schemas.microsoft.com/office/drawing/2014/main" id="{B1DE61E4-32C7-E001-C4E1-B4096B76C575}"/>
              </a:ext>
            </a:extLst>
          </p:cNvPr>
          <p:cNvCxnSpPr>
            <a:cxnSpLocks/>
            <a:stCxn id="685" idx="3"/>
          </p:cNvCxnSpPr>
          <p:nvPr/>
        </p:nvCxnSpPr>
        <p:spPr>
          <a:xfrm rot="10800000" flipV="1">
            <a:off x="6127730" y="3096694"/>
            <a:ext cx="667768" cy="193350"/>
          </a:xfrm>
          <a:prstGeom prst="bentConnector3">
            <a:avLst>
              <a:gd name="adj1" fmla="val 50000"/>
            </a:avLst>
          </a:prstGeom>
          <a:noFill/>
          <a:ln w="19050" cap="flat" cmpd="sng">
            <a:solidFill>
              <a:schemeClr val="dk1"/>
            </a:solidFill>
            <a:prstDash val="solid"/>
            <a:round/>
            <a:headEnd type="none" w="med" len="med"/>
            <a:tailEnd type="triangle" w="med" len="med"/>
          </a:ln>
        </p:spPr>
      </p:cxnSp>
      <p:sp>
        <p:nvSpPr>
          <p:cNvPr id="5" name="TextBox 4">
            <a:extLst>
              <a:ext uri="{FF2B5EF4-FFF2-40B4-BE49-F238E27FC236}">
                <a16:creationId xmlns:a16="http://schemas.microsoft.com/office/drawing/2014/main" id="{19184A61-D5D1-3BF2-D8A6-09433BAEDA49}"/>
              </a:ext>
            </a:extLst>
          </p:cNvPr>
          <p:cNvSpPr txBox="1">
            <a:spLocks/>
          </p:cNvSpPr>
          <p:nvPr/>
        </p:nvSpPr>
        <p:spPr>
          <a:xfrm>
            <a:off x="974447" y="863521"/>
            <a:ext cx="7195106" cy="646331"/>
          </a:xfrm>
          <a:prstGeom prst="rect">
            <a:avLst/>
          </a:prstGeom>
          <a:noFill/>
        </p:spPr>
        <p:txBody>
          <a:bodyPr wrap="square">
            <a:spAutoFit/>
          </a:bodyPr>
          <a:lstStyle/>
          <a:p>
            <a:pPr algn="ctr"/>
            <a:r>
              <a:rPr lang="en-MY" sz="1200" dirty="0">
                <a:solidFill>
                  <a:schemeClr val="dk1"/>
                </a:solidFill>
                <a:latin typeface="Montserrat Medium"/>
              </a:rPr>
              <a:t>According to the data gathered, </a:t>
            </a:r>
            <a:r>
              <a:rPr lang="en-MY" sz="1200" b="1" dirty="0">
                <a:solidFill>
                  <a:schemeClr val="dk1"/>
                </a:solidFill>
                <a:latin typeface="Montserrat Medium"/>
              </a:rPr>
              <a:t>STEM students of </a:t>
            </a:r>
            <a:r>
              <a:rPr lang="en-MY" sz="1200" b="1" dirty="0" err="1">
                <a:solidFill>
                  <a:schemeClr val="dk1"/>
                </a:solidFill>
                <a:latin typeface="Montserrat Medium"/>
              </a:rPr>
              <a:t>Sekolah</a:t>
            </a:r>
            <a:r>
              <a:rPr lang="en-MY" sz="1200" b="1" dirty="0">
                <a:solidFill>
                  <a:schemeClr val="dk1"/>
                </a:solidFill>
                <a:latin typeface="Montserrat Medium"/>
              </a:rPr>
              <a:t> Sri </a:t>
            </a:r>
            <a:r>
              <a:rPr lang="en-MY" sz="1200" b="1" dirty="0" err="1">
                <a:solidFill>
                  <a:schemeClr val="dk1"/>
                </a:solidFill>
                <a:latin typeface="Montserrat Medium"/>
              </a:rPr>
              <a:t>Acmar</a:t>
            </a:r>
            <a:r>
              <a:rPr lang="en-MY" sz="1200" b="1" dirty="0">
                <a:solidFill>
                  <a:schemeClr val="dk1"/>
                </a:solidFill>
                <a:latin typeface="Montserrat Medium"/>
              </a:rPr>
              <a:t> </a:t>
            </a:r>
            <a:r>
              <a:rPr lang="en-US" sz="1200" b="1" dirty="0">
                <a:solidFill>
                  <a:schemeClr val="dk1"/>
                </a:solidFill>
                <a:latin typeface="Montserrat Medium"/>
              </a:rPr>
              <a:t>struggle </a:t>
            </a:r>
            <a:r>
              <a:rPr lang="en-US" sz="1200" dirty="0">
                <a:solidFill>
                  <a:schemeClr val="dk1"/>
                </a:solidFill>
                <a:latin typeface="Montserrat Medium"/>
              </a:rPr>
              <a:t>with </a:t>
            </a:r>
            <a:r>
              <a:rPr lang="en-US" sz="1200" b="1" dirty="0">
                <a:solidFill>
                  <a:schemeClr val="dk1"/>
                </a:solidFill>
                <a:latin typeface="Montserrat Medium"/>
              </a:rPr>
              <a:t>varied learning paces, limited support, and poor time management.</a:t>
            </a:r>
            <a:r>
              <a:rPr lang="en-US" sz="1200" dirty="0">
                <a:solidFill>
                  <a:schemeClr val="dk1"/>
                </a:solidFill>
                <a:latin typeface="Montserrat Medium"/>
              </a:rPr>
              <a:t> This project aims to design a learning system for high school STEM students to address these challenges.</a:t>
            </a:r>
          </a:p>
        </p:txBody>
      </p:sp>
      <p:cxnSp>
        <p:nvCxnSpPr>
          <p:cNvPr id="8" name="Google Shape;696;p22">
            <a:extLst>
              <a:ext uri="{FF2B5EF4-FFF2-40B4-BE49-F238E27FC236}">
                <a16:creationId xmlns:a16="http://schemas.microsoft.com/office/drawing/2014/main" id="{3FF8BFDF-4769-C70A-DE2D-ECE60FD4CB7B}"/>
              </a:ext>
            </a:extLst>
          </p:cNvPr>
          <p:cNvCxnSpPr>
            <a:cxnSpLocks/>
          </p:cNvCxnSpPr>
          <p:nvPr/>
        </p:nvCxnSpPr>
        <p:spPr>
          <a:xfrm rot="10800000">
            <a:off x="5823284" y="4078803"/>
            <a:ext cx="694332" cy="292253"/>
          </a:xfrm>
          <a:prstGeom prst="bentConnector3">
            <a:avLst>
              <a:gd name="adj1" fmla="val 50000"/>
            </a:avLst>
          </a:prstGeom>
          <a:noFill/>
          <a:ln w="19050" cap="flat" cmpd="sng">
            <a:solidFill>
              <a:schemeClr val="dk1"/>
            </a:solidFill>
            <a:prstDash val="solid"/>
            <a:round/>
            <a:headEnd type="none" w="med" len="med"/>
            <a:tailEnd type="triangle" w="med" len="med"/>
          </a:ln>
        </p:spPr>
      </p:cxnSp>
      <p:sp>
        <p:nvSpPr>
          <p:cNvPr id="13" name="Google Shape;685;p22">
            <a:extLst>
              <a:ext uri="{FF2B5EF4-FFF2-40B4-BE49-F238E27FC236}">
                <a16:creationId xmlns:a16="http://schemas.microsoft.com/office/drawing/2014/main" id="{0013365C-3734-CB5C-0F39-72382D936E88}"/>
              </a:ext>
            </a:extLst>
          </p:cNvPr>
          <p:cNvSpPr/>
          <p:nvPr/>
        </p:nvSpPr>
        <p:spPr>
          <a:xfrm>
            <a:off x="6528508" y="4056507"/>
            <a:ext cx="731400" cy="629100"/>
          </a:xfrm>
          <a:prstGeom prst="hexagon">
            <a:avLst>
              <a:gd name="adj" fmla="val 28852"/>
              <a:gd name="vf" fmla="val 115470"/>
            </a:avLst>
          </a:prstGeom>
          <a:solidFill>
            <a:srgbClr val="B2DF8A"/>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Montserrat SemiBold"/>
              <a:ea typeface="Montserrat SemiBold"/>
              <a:cs typeface="Montserrat SemiBold"/>
              <a:sym typeface="Montserrat SemiBold"/>
            </a:endParaRPr>
          </a:p>
        </p:txBody>
      </p:sp>
      <p:cxnSp>
        <p:nvCxnSpPr>
          <p:cNvPr id="14" name="Google Shape;696;p22">
            <a:extLst>
              <a:ext uri="{FF2B5EF4-FFF2-40B4-BE49-F238E27FC236}">
                <a16:creationId xmlns:a16="http://schemas.microsoft.com/office/drawing/2014/main" id="{86EB3E4E-1A3A-CAA2-8CC5-ADCC8CE33859}"/>
              </a:ext>
            </a:extLst>
          </p:cNvPr>
          <p:cNvCxnSpPr>
            <a:cxnSpLocks/>
          </p:cNvCxnSpPr>
          <p:nvPr/>
        </p:nvCxnSpPr>
        <p:spPr>
          <a:xfrm flipV="1">
            <a:off x="3050007" y="4067656"/>
            <a:ext cx="541421" cy="314548"/>
          </a:xfrm>
          <a:prstGeom prst="bentConnector3">
            <a:avLst>
              <a:gd name="adj1" fmla="val 50000"/>
            </a:avLst>
          </a:prstGeom>
          <a:noFill/>
          <a:ln w="19050" cap="flat" cmpd="sng">
            <a:solidFill>
              <a:schemeClr val="dk1"/>
            </a:solidFill>
            <a:prstDash val="solid"/>
            <a:round/>
            <a:headEnd type="none" w="med" len="med"/>
            <a:tailEnd type="triangle" w="med" len="med"/>
          </a:ln>
        </p:spPr>
      </p:cxnSp>
      <p:sp>
        <p:nvSpPr>
          <p:cNvPr id="20" name="Google Shape;685;p22">
            <a:extLst>
              <a:ext uri="{FF2B5EF4-FFF2-40B4-BE49-F238E27FC236}">
                <a16:creationId xmlns:a16="http://schemas.microsoft.com/office/drawing/2014/main" id="{A1A2F910-0E4C-EC98-185E-E10BDB5F8823}"/>
              </a:ext>
            </a:extLst>
          </p:cNvPr>
          <p:cNvSpPr/>
          <p:nvPr/>
        </p:nvSpPr>
        <p:spPr>
          <a:xfrm>
            <a:off x="2325403" y="4066771"/>
            <a:ext cx="731400" cy="629100"/>
          </a:xfrm>
          <a:prstGeom prst="hexagon">
            <a:avLst>
              <a:gd name="adj" fmla="val 28852"/>
              <a:gd name="vf" fmla="val 115470"/>
            </a:avLst>
          </a:prstGeom>
          <a:solidFill>
            <a:srgbClr val="1F78B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Montserrat SemiBold"/>
              <a:ea typeface="Montserrat SemiBold"/>
              <a:cs typeface="Montserrat SemiBold"/>
              <a:sym typeface="Montserrat SemiBold"/>
            </a:endParaRPr>
          </a:p>
        </p:txBody>
      </p:sp>
      <p:cxnSp>
        <p:nvCxnSpPr>
          <p:cNvPr id="21" name="Google Shape;696;p22">
            <a:extLst>
              <a:ext uri="{FF2B5EF4-FFF2-40B4-BE49-F238E27FC236}">
                <a16:creationId xmlns:a16="http://schemas.microsoft.com/office/drawing/2014/main" id="{A35A347C-361A-7BBF-B12C-89959D0EDAAC}"/>
              </a:ext>
            </a:extLst>
          </p:cNvPr>
          <p:cNvCxnSpPr>
            <a:cxnSpLocks/>
          </p:cNvCxnSpPr>
          <p:nvPr/>
        </p:nvCxnSpPr>
        <p:spPr>
          <a:xfrm rot="10800000" flipV="1">
            <a:off x="5823283" y="1998803"/>
            <a:ext cx="2512702" cy="374179"/>
          </a:xfrm>
          <a:prstGeom prst="bentConnector3">
            <a:avLst>
              <a:gd name="adj1" fmla="val 50000"/>
            </a:avLst>
          </a:prstGeom>
          <a:noFill/>
          <a:ln w="19050" cap="flat" cmpd="sng">
            <a:solidFill>
              <a:schemeClr val="dk1"/>
            </a:solidFill>
            <a:prstDash val="solid"/>
            <a:round/>
            <a:headEnd type="none" w="med" len="med"/>
            <a:tailEnd type="triangle" w="med" len="med"/>
          </a:ln>
        </p:spPr>
      </p:cxnSp>
      <p:cxnSp>
        <p:nvCxnSpPr>
          <p:cNvPr id="28" name="Google Shape;696;p22">
            <a:extLst>
              <a:ext uri="{FF2B5EF4-FFF2-40B4-BE49-F238E27FC236}">
                <a16:creationId xmlns:a16="http://schemas.microsoft.com/office/drawing/2014/main" id="{7D2B33EC-6A76-D4E9-376A-AE972B5D358A}"/>
              </a:ext>
            </a:extLst>
          </p:cNvPr>
          <p:cNvCxnSpPr>
            <a:cxnSpLocks/>
            <a:stCxn id="39" idx="3"/>
          </p:cNvCxnSpPr>
          <p:nvPr/>
        </p:nvCxnSpPr>
        <p:spPr>
          <a:xfrm rot="10800000">
            <a:off x="5116965" y="1877199"/>
            <a:ext cx="744296" cy="39614"/>
          </a:xfrm>
          <a:prstGeom prst="bentConnector3">
            <a:avLst>
              <a:gd name="adj1" fmla="val 50000"/>
            </a:avLst>
          </a:prstGeom>
          <a:noFill/>
          <a:ln w="19050" cap="flat" cmpd="sng">
            <a:solidFill>
              <a:schemeClr val="dk1"/>
            </a:solidFill>
            <a:prstDash val="solid"/>
            <a:round/>
            <a:headEnd type="none" w="med" len="med"/>
            <a:tailEnd type="triangle" w="med" len="med"/>
          </a:ln>
        </p:spPr>
      </p:cxnSp>
      <p:cxnSp>
        <p:nvCxnSpPr>
          <p:cNvPr id="34" name="Google Shape;696;p22">
            <a:extLst>
              <a:ext uri="{FF2B5EF4-FFF2-40B4-BE49-F238E27FC236}">
                <a16:creationId xmlns:a16="http://schemas.microsoft.com/office/drawing/2014/main" id="{C52EBE47-387A-C14C-EE03-903B787C8F73}"/>
              </a:ext>
            </a:extLst>
          </p:cNvPr>
          <p:cNvCxnSpPr>
            <a:cxnSpLocks/>
          </p:cNvCxnSpPr>
          <p:nvPr/>
        </p:nvCxnSpPr>
        <p:spPr>
          <a:xfrm>
            <a:off x="1707306" y="1919500"/>
            <a:ext cx="2064594" cy="233669"/>
          </a:xfrm>
          <a:prstGeom prst="bentConnector3">
            <a:avLst>
              <a:gd name="adj1" fmla="val 50000"/>
            </a:avLst>
          </a:prstGeom>
          <a:noFill/>
          <a:ln w="19050" cap="flat" cmpd="sng">
            <a:solidFill>
              <a:schemeClr val="dk1"/>
            </a:solidFill>
            <a:prstDash val="solid"/>
            <a:round/>
            <a:headEnd type="none" w="med" len="med"/>
            <a:tailEnd type="triangle" w="med" len="med"/>
          </a:ln>
        </p:spPr>
      </p:cxnSp>
      <p:sp>
        <p:nvSpPr>
          <p:cNvPr id="36" name="Google Shape;687;p22">
            <a:extLst>
              <a:ext uri="{FF2B5EF4-FFF2-40B4-BE49-F238E27FC236}">
                <a16:creationId xmlns:a16="http://schemas.microsoft.com/office/drawing/2014/main" id="{B7D41A9D-CB65-173A-B4BB-C8867A920DCB}"/>
              </a:ext>
            </a:extLst>
          </p:cNvPr>
          <p:cNvSpPr txBox="1"/>
          <p:nvPr/>
        </p:nvSpPr>
        <p:spPr>
          <a:xfrm flipH="1">
            <a:off x="718466" y="4630274"/>
            <a:ext cx="2446664"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US" dirty="0">
                <a:solidFill>
                  <a:schemeClr val="dk1"/>
                </a:solidFill>
                <a:latin typeface="Montserrat SemiBold"/>
                <a:sym typeface="Montserrat SemiBold"/>
              </a:rPr>
              <a:t>Poor Time Management</a:t>
            </a:r>
          </a:p>
        </p:txBody>
      </p:sp>
      <p:sp>
        <p:nvSpPr>
          <p:cNvPr id="37" name="Google Shape;687;p22">
            <a:extLst>
              <a:ext uri="{FF2B5EF4-FFF2-40B4-BE49-F238E27FC236}">
                <a16:creationId xmlns:a16="http://schemas.microsoft.com/office/drawing/2014/main" id="{FA5CFAAD-3D34-388F-DD9F-8A19E875D2D2}"/>
              </a:ext>
            </a:extLst>
          </p:cNvPr>
          <p:cNvSpPr txBox="1"/>
          <p:nvPr/>
        </p:nvSpPr>
        <p:spPr>
          <a:xfrm flipH="1">
            <a:off x="6467630" y="4695871"/>
            <a:ext cx="2676370"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US" dirty="0">
                <a:solidFill>
                  <a:schemeClr val="dk1"/>
                </a:solidFill>
                <a:latin typeface="Montserrat SemiBold"/>
                <a:ea typeface="Montserrat SemiBold"/>
                <a:cs typeface="Montserrat SemiBold"/>
                <a:sym typeface="Montserrat SemiBold"/>
              </a:rPr>
              <a:t>Inability to Track Progress</a:t>
            </a:r>
          </a:p>
        </p:txBody>
      </p:sp>
      <p:sp>
        <p:nvSpPr>
          <p:cNvPr id="38" name="Google Shape;687;p22">
            <a:extLst>
              <a:ext uri="{FF2B5EF4-FFF2-40B4-BE49-F238E27FC236}">
                <a16:creationId xmlns:a16="http://schemas.microsoft.com/office/drawing/2014/main" id="{18ACE572-8D1D-D66A-5825-C63A4A7A1E1C}"/>
              </a:ext>
            </a:extLst>
          </p:cNvPr>
          <p:cNvSpPr txBox="1"/>
          <p:nvPr/>
        </p:nvSpPr>
        <p:spPr>
          <a:xfrm flipH="1">
            <a:off x="6422693" y="1446608"/>
            <a:ext cx="2321568"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dirty="0">
                <a:solidFill>
                  <a:schemeClr val="dk1"/>
                </a:solidFill>
                <a:latin typeface="Montserrat SemiBold"/>
                <a:ea typeface="Montserrat SemiBold"/>
                <a:cs typeface="Montserrat SemiBold"/>
                <a:sym typeface="Montserrat SemiBold"/>
              </a:rPr>
              <a:t>Lack of Resources</a:t>
            </a:r>
            <a:endParaRPr dirty="0">
              <a:solidFill>
                <a:schemeClr val="dk1"/>
              </a:solidFill>
              <a:latin typeface="Montserrat SemiBold"/>
              <a:ea typeface="Montserrat SemiBold"/>
              <a:cs typeface="Montserrat SemiBold"/>
              <a:sym typeface="Montserrat SemiBold"/>
            </a:endParaRPr>
          </a:p>
        </p:txBody>
      </p:sp>
      <p:sp>
        <p:nvSpPr>
          <p:cNvPr id="39" name="Google Shape;685;p22">
            <a:extLst>
              <a:ext uri="{FF2B5EF4-FFF2-40B4-BE49-F238E27FC236}">
                <a16:creationId xmlns:a16="http://schemas.microsoft.com/office/drawing/2014/main" id="{3193987E-F972-1512-C269-FC345E856394}"/>
              </a:ext>
            </a:extLst>
          </p:cNvPr>
          <p:cNvSpPr/>
          <p:nvPr/>
        </p:nvSpPr>
        <p:spPr>
          <a:xfrm>
            <a:off x="5861261" y="1602263"/>
            <a:ext cx="731400" cy="629100"/>
          </a:xfrm>
          <a:prstGeom prst="hexagon">
            <a:avLst>
              <a:gd name="adj" fmla="val 28852"/>
              <a:gd name="vf" fmla="val 115470"/>
            </a:avLst>
          </a:prstGeom>
          <a:solidFill>
            <a:srgbClr val="E21A1C"/>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40" name="Google Shape;685;p22">
            <a:extLst>
              <a:ext uri="{FF2B5EF4-FFF2-40B4-BE49-F238E27FC236}">
                <a16:creationId xmlns:a16="http://schemas.microsoft.com/office/drawing/2014/main" id="{A69EC2BC-E4FB-17E3-1BDE-F70533470043}"/>
              </a:ext>
            </a:extLst>
          </p:cNvPr>
          <p:cNvSpPr/>
          <p:nvPr/>
        </p:nvSpPr>
        <p:spPr>
          <a:xfrm>
            <a:off x="975568" y="1621398"/>
            <a:ext cx="731400" cy="629100"/>
          </a:xfrm>
          <a:prstGeom prst="hexagon">
            <a:avLst>
              <a:gd name="adj" fmla="val 28852"/>
              <a:gd name="vf" fmla="val 115470"/>
            </a:avLst>
          </a:prstGeom>
          <a:solidFill>
            <a:srgbClr val="FDBE7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42" name="Google Shape;685;p22">
            <a:extLst>
              <a:ext uri="{FF2B5EF4-FFF2-40B4-BE49-F238E27FC236}">
                <a16:creationId xmlns:a16="http://schemas.microsoft.com/office/drawing/2014/main" id="{90128123-8C0C-4156-968E-936F3714F9F3}"/>
              </a:ext>
            </a:extLst>
          </p:cNvPr>
          <p:cNvSpPr/>
          <p:nvPr/>
        </p:nvSpPr>
        <p:spPr>
          <a:xfrm>
            <a:off x="8306762" y="1684744"/>
            <a:ext cx="731400" cy="629100"/>
          </a:xfrm>
          <a:prstGeom prst="hexagon">
            <a:avLst>
              <a:gd name="adj" fmla="val 28852"/>
              <a:gd name="vf" fmla="val 115470"/>
            </a:avLst>
          </a:prstGeom>
          <a:solidFill>
            <a:srgbClr val="FD9999"/>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latin typeface="Montserrat SemiBold"/>
              <a:ea typeface="Montserrat SemiBold"/>
              <a:cs typeface="Montserrat SemiBold"/>
              <a:sym typeface="Montserrat SemiBold"/>
            </a:endParaRPr>
          </a:p>
        </p:txBody>
      </p:sp>
      <p:sp>
        <p:nvSpPr>
          <p:cNvPr id="45" name="Google Shape;687;p22">
            <a:extLst>
              <a:ext uri="{FF2B5EF4-FFF2-40B4-BE49-F238E27FC236}">
                <a16:creationId xmlns:a16="http://schemas.microsoft.com/office/drawing/2014/main" id="{C649526B-C3C6-0AA5-07AF-A70FE5BA661D}"/>
              </a:ext>
            </a:extLst>
          </p:cNvPr>
          <p:cNvSpPr txBox="1"/>
          <p:nvPr/>
        </p:nvSpPr>
        <p:spPr>
          <a:xfrm flipH="1">
            <a:off x="6576305" y="2464425"/>
            <a:ext cx="2567695" cy="386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dirty="0">
                <a:solidFill>
                  <a:schemeClr val="dk1"/>
                </a:solidFill>
                <a:latin typeface="Montserrat SemiBold"/>
                <a:ea typeface="Montserrat SemiBold"/>
                <a:cs typeface="Montserrat SemiBold"/>
                <a:sym typeface="Montserrat SemiBold"/>
              </a:rPr>
              <a:t>Innefective Study Techniques</a:t>
            </a:r>
            <a:endParaRPr dirty="0">
              <a:solidFill>
                <a:schemeClr val="dk1"/>
              </a:solidFill>
              <a:latin typeface="Montserrat SemiBold"/>
              <a:ea typeface="Montserrat SemiBold"/>
              <a:cs typeface="Montserrat SemiBold"/>
              <a:sym typeface="Montserrat SemiBold"/>
            </a:endParaRPr>
          </a:p>
        </p:txBody>
      </p:sp>
      <p:sp>
        <p:nvSpPr>
          <p:cNvPr id="46" name="Google Shape;692;p22">
            <a:extLst>
              <a:ext uri="{FF2B5EF4-FFF2-40B4-BE49-F238E27FC236}">
                <a16:creationId xmlns:a16="http://schemas.microsoft.com/office/drawing/2014/main" id="{8E40F5AB-7F23-0AEF-62CE-C228A8A6E5FF}"/>
              </a:ext>
            </a:extLst>
          </p:cNvPr>
          <p:cNvSpPr txBox="1"/>
          <p:nvPr/>
        </p:nvSpPr>
        <p:spPr>
          <a:xfrm>
            <a:off x="5609619" y="1717777"/>
            <a:ext cx="968277" cy="402300"/>
          </a:xfrm>
          <a:prstGeom prst="rect">
            <a:avLst/>
          </a:prstGeom>
          <a:noFill/>
          <a:ln>
            <a:noFill/>
          </a:ln>
        </p:spPr>
        <p:txBody>
          <a:bodyPr spcFirstLastPara="1" wrap="square" lIns="91425" tIns="91425" rIns="91425" bIns="91425" anchor="ctr" anchorCtr="0">
            <a:noAutofit/>
          </a:bodyPr>
          <a:lstStyle/>
          <a:p>
            <a:pPr marL="0" lvl="0" indent="0" algn="r">
              <a:buFont typeface="Arial"/>
              <a:buNone/>
            </a:pPr>
            <a:r>
              <a:rPr lang="en" sz="1600" dirty="0">
                <a:solidFill>
                  <a:schemeClr val="dk1"/>
                </a:solidFill>
                <a:latin typeface="Montserrat SemiBold"/>
                <a:sym typeface="Montserrat SemiBold"/>
              </a:rPr>
              <a:t>6.4%</a:t>
            </a:r>
            <a:endParaRPr sz="1600" dirty="0">
              <a:solidFill>
                <a:schemeClr val="dk1"/>
              </a:solidFill>
              <a:latin typeface="Montserrat SemiBold"/>
              <a:sym typeface="Montserrat SemiBold"/>
            </a:endParaRPr>
          </a:p>
        </p:txBody>
      </p:sp>
      <p:sp>
        <p:nvSpPr>
          <p:cNvPr id="47" name="Google Shape;692;p22">
            <a:extLst>
              <a:ext uri="{FF2B5EF4-FFF2-40B4-BE49-F238E27FC236}">
                <a16:creationId xmlns:a16="http://schemas.microsoft.com/office/drawing/2014/main" id="{C7D8EF4B-0E85-D583-AA0B-73EEDBD0A20B}"/>
              </a:ext>
            </a:extLst>
          </p:cNvPr>
          <p:cNvSpPr txBox="1"/>
          <p:nvPr/>
        </p:nvSpPr>
        <p:spPr>
          <a:xfrm>
            <a:off x="8373626" y="1802191"/>
            <a:ext cx="968277" cy="402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9.6%</a:t>
            </a:r>
            <a:endParaRPr sz="1600" dirty="0">
              <a:solidFill>
                <a:schemeClr val="dk1"/>
              </a:solidFill>
              <a:latin typeface="Montserrat SemiBold"/>
              <a:ea typeface="Montserrat SemiBold"/>
              <a:cs typeface="Montserrat SemiBold"/>
              <a:sym typeface="Montserrat SemiBold"/>
            </a:endParaRPr>
          </a:p>
        </p:txBody>
      </p:sp>
      <p:sp>
        <p:nvSpPr>
          <p:cNvPr id="48" name="Google Shape;692;p22">
            <a:extLst>
              <a:ext uri="{FF2B5EF4-FFF2-40B4-BE49-F238E27FC236}">
                <a16:creationId xmlns:a16="http://schemas.microsoft.com/office/drawing/2014/main" id="{47ADD80A-D8C4-879A-5A83-852D2B491BB4}"/>
              </a:ext>
            </a:extLst>
          </p:cNvPr>
          <p:cNvSpPr txBox="1"/>
          <p:nvPr/>
        </p:nvSpPr>
        <p:spPr>
          <a:xfrm>
            <a:off x="6311359" y="4171940"/>
            <a:ext cx="968277" cy="402300"/>
          </a:xfrm>
          <a:prstGeom prst="rect">
            <a:avLst/>
          </a:prstGeom>
          <a:noFill/>
          <a:ln>
            <a:noFill/>
          </a:ln>
        </p:spPr>
        <p:txBody>
          <a:bodyPr spcFirstLastPara="1" wrap="square" lIns="91425" tIns="91425" rIns="91425" bIns="91425" anchor="ctr" anchorCtr="0">
            <a:noAutofit/>
          </a:bodyPr>
          <a:lstStyle/>
          <a:p>
            <a:pPr algn="r"/>
            <a:r>
              <a:rPr lang="en" sz="1600" dirty="0">
                <a:solidFill>
                  <a:schemeClr val="dk1"/>
                </a:solidFill>
                <a:latin typeface="Montserrat SemiBold"/>
                <a:sym typeface="Montserrat SemiBold"/>
              </a:rPr>
              <a:t>22.3%</a:t>
            </a:r>
            <a:endParaRPr sz="1600" dirty="0">
              <a:solidFill>
                <a:schemeClr val="dk1"/>
              </a:solidFill>
              <a:latin typeface="Montserrat SemiBold"/>
              <a:sym typeface="Montserrat SemiBold"/>
            </a:endParaRPr>
          </a:p>
        </p:txBody>
      </p:sp>
      <p:sp>
        <p:nvSpPr>
          <p:cNvPr id="49" name="Google Shape;691;p22">
            <a:extLst>
              <a:ext uri="{FF2B5EF4-FFF2-40B4-BE49-F238E27FC236}">
                <a16:creationId xmlns:a16="http://schemas.microsoft.com/office/drawing/2014/main" id="{98DD819A-E7F2-B12A-25CB-9C65A393C882}"/>
              </a:ext>
            </a:extLst>
          </p:cNvPr>
          <p:cNvSpPr txBox="1"/>
          <p:nvPr/>
        </p:nvSpPr>
        <p:spPr>
          <a:xfrm>
            <a:off x="664374" y="1740218"/>
            <a:ext cx="1059110" cy="402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600" dirty="0">
                <a:solidFill>
                  <a:schemeClr val="dk1"/>
                </a:solidFill>
                <a:latin typeface="Montserrat SemiBold"/>
                <a:sym typeface="Montserrat SemiBold"/>
              </a:rPr>
              <a:t>14.0%</a:t>
            </a:r>
            <a:endParaRPr sz="1600" dirty="0">
              <a:solidFill>
                <a:schemeClr val="dk1"/>
              </a:solidFill>
              <a:latin typeface="Montserrat SemiBold"/>
              <a:sym typeface="Montserrat SemiBold"/>
            </a:endParaRPr>
          </a:p>
        </p:txBody>
      </p:sp>
      <p:sp>
        <p:nvSpPr>
          <p:cNvPr id="50" name="Google Shape;691;p22">
            <a:extLst>
              <a:ext uri="{FF2B5EF4-FFF2-40B4-BE49-F238E27FC236}">
                <a16:creationId xmlns:a16="http://schemas.microsoft.com/office/drawing/2014/main" id="{703D1C91-28E5-EC4A-D8EB-283526C95F0D}"/>
              </a:ext>
            </a:extLst>
          </p:cNvPr>
          <p:cNvSpPr txBox="1"/>
          <p:nvPr/>
        </p:nvSpPr>
        <p:spPr>
          <a:xfrm>
            <a:off x="2020569" y="4180171"/>
            <a:ext cx="1059110" cy="402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600" dirty="0">
                <a:solidFill>
                  <a:schemeClr val="dk1"/>
                </a:solidFill>
                <a:latin typeface="Montserrat SemiBold"/>
                <a:sym typeface="Montserrat SemiBold"/>
              </a:rPr>
              <a:t>19.1%</a:t>
            </a:r>
            <a:endParaRPr sz="1600" dirty="0">
              <a:solidFill>
                <a:schemeClr val="dk1"/>
              </a:solidFill>
              <a:latin typeface="Montserrat SemiBold"/>
              <a:sym typeface="Montserrat SemiBold"/>
            </a:endParaRPr>
          </a:p>
        </p:txBody>
      </p:sp>
      <p:sp>
        <p:nvSpPr>
          <p:cNvPr id="52" name="Google Shape;687;p22">
            <a:extLst>
              <a:ext uri="{FF2B5EF4-FFF2-40B4-BE49-F238E27FC236}">
                <a16:creationId xmlns:a16="http://schemas.microsoft.com/office/drawing/2014/main" id="{E02C097D-0D0C-08ED-B0D9-3A2B6242D732}"/>
              </a:ext>
            </a:extLst>
          </p:cNvPr>
          <p:cNvSpPr txBox="1"/>
          <p:nvPr/>
        </p:nvSpPr>
        <p:spPr>
          <a:xfrm flipH="1">
            <a:off x="229096" y="2174336"/>
            <a:ext cx="2802500"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dirty="0">
                <a:solidFill>
                  <a:schemeClr val="dk1"/>
                </a:solidFill>
                <a:latin typeface="Montserrat SemiBold"/>
                <a:ea typeface="Montserrat SemiBold"/>
                <a:cs typeface="Montserrat SemiBold"/>
                <a:sym typeface="Montserrat SemiBold"/>
              </a:rPr>
              <a:t>Unclear Goals / Priorities</a:t>
            </a:r>
            <a:endParaRPr dirty="0">
              <a:solidFill>
                <a:schemeClr val="dk1"/>
              </a:solidFill>
              <a:latin typeface="Montserrat SemiBold"/>
              <a:ea typeface="Montserrat SemiBold"/>
              <a:cs typeface="Montserrat SemiBold"/>
              <a:sym typeface="Montserrat SemiBold"/>
            </a:endParaRPr>
          </a:p>
        </p:txBody>
      </p:sp>
      <p:grpSp>
        <p:nvGrpSpPr>
          <p:cNvPr id="643" name="Google Shape;2391;p35">
            <a:extLst>
              <a:ext uri="{FF2B5EF4-FFF2-40B4-BE49-F238E27FC236}">
                <a16:creationId xmlns:a16="http://schemas.microsoft.com/office/drawing/2014/main" id="{728BF743-0DA5-CB79-864B-876AF6BED5A1}"/>
              </a:ext>
            </a:extLst>
          </p:cNvPr>
          <p:cNvGrpSpPr/>
          <p:nvPr/>
        </p:nvGrpSpPr>
        <p:grpSpPr>
          <a:xfrm rot="664940">
            <a:off x="268494" y="294911"/>
            <a:ext cx="455010" cy="454080"/>
            <a:chOff x="3363305" y="1063034"/>
            <a:chExt cx="455010" cy="454080"/>
          </a:xfrm>
        </p:grpSpPr>
        <p:sp>
          <p:nvSpPr>
            <p:cNvPr id="644" name="Google Shape;2392;p35">
              <a:extLst>
                <a:ext uri="{FF2B5EF4-FFF2-40B4-BE49-F238E27FC236}">
                  <a16:creationId xmlns:a16="http://schemas.microsoft.com/office/drawing/2014/main" id="{5929C55E-7F3D-11BA-0452-CD1A786B8D7A}"/>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2393;p35">
              <a:extLst>
                <a:ext uri="{FF2B5EF4-FFF2-40B4-BE49-F238E27FC236}">
                  <a16:creationId xmlns:a16="http://schemas.microsoft.com/office/drawing/2014/main" id="{42A60648-02ED-EB00-F440-4DBE69ADAEF0}"/>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2394;p35">
              <a:extLst>
                <a:ext uri="{FF2B5EF4-FFF2-40B4-BE49-F238E27FC236}">
                  <a16:creationId xmlns:a16="http://schemas.microsoft.com/office/drawing/2014/main" id="{0B770B1C-86A7-F347-950A-577594348443}"/>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2395;p35">
              <a:extLst>
                <a:ext uri="{FF2B5EF4-FFF2-40B4-BE49-F238E27FC236}">
                  <a16:creationId xmlns:a16="http://schemas.microsoft.com/office/drawing/2014/main" id="{080BB3A2-AE78-82E6-902D-A81853655EBD}"/>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2396;p35">
              <a:extLst>
                <a:ext uri="{FF2B5EF4-FFF2-40B4-BE49-F238E27FC236}">
                  <a16:creationId xmlns:a16="http://schemas.microsoft.com/office/drawing/2014/main" id="{5B6A963E-D33A-099A-40A6-FEE69C221185}"/>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2397;p35">
              <a:extLst>
                <a:ext uri="{FF2B5EF4-FFF2-40B4-BE49-F238E27FC236}">
                  <a16:creationId xmlns:a16="http://schemas.microsoft.com/office/drawing/2014/main" id="{EC5104FF-1ED4-F364-06EA-F314ADA94972}"/>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2398;p35">
              <a:extLst>
                <a:ext uri="{FF2B5EF4-FFF2-40B4-BE49-F238E27FC236}">
                  <a16:creationId xmlns:a16="http://schemas.microsoft.com/office/drawing/2014/main" id="{BF6C4C53-5B6F-66E9-D8B3-FBFA3A29FDCF}"/>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2399;p35">
              <a:extLst>
                <a:ext uri="{FF2B5EF4-FFF2-40B4-BE49-F238E27FC236}">
                  <a16:creationId xmlns:a16="http://schemas.microsoft.com/office/drawing/2014/main" id="{C8EDD58C-300D-BB6C-FFC9-0C54FC78AEF7}"/>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2400;p35">
              <a:extLst>
                <a:ext uri="{FF2B5EF4-FFF2-40B4-BE49-F238E27FC236}">
                  <a16:creationId xmlns:a16="http://schemas.microsoft.com/office/drawing/2014/main" id="{F8DCB59F-DAC8-89E2-9F68-023463CC6E25}"/>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2401;p35">
              <a:extLst>
                <a:ext uri="{FF2B5EF4-FFF2-40B4-BE49-F238E27FC236}">
                  <a16:creationId xmlns:a16="http://schemas.microsoft.com/office/drawing/2014/main" id="{AB85217F-2610-D009-F064-63CD164191BE}"/>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2402;p35">
              <a:extLst>
                <a:ext uri="{FF2B5EF4-FFF2-40B4-BE49-F238E27FC236}">
                  <a16:creationId xmlns:a16="http://schemas.microsoft.com/office/drawing/2014/main" id="{A399CF16-9308-3AD8-1B28-974FE0D752A1}"/>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2403;p35">
              <a:extLst>
                <a:ext uri="{FF2B5EF4-FFF2-40B4-BE49-F238E27FC236}">
                  <a16:creationId xmlns:a16="http://schemas.microsoft.com/office/drawing/2014/main" id="{03195494-EEE8-7DD6-E8B2-EE3A6557ED07}"/>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2404;p35">
              <a:extLst>
                <a:ext uri="{FF2B5EF4-FFF2-40B4-BE49-F238E27FC236}">
                  <a16:creationId xmlns:a16="http://schemas.microsoft.com/office/drawing/2014/main" id="{0A849A28-AE95-F601-7F5C-088D6E251013}"/>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2405;p35">
              <a:extLst>
                <a:ext uri="{FF2B5EF4-FFF2-40B4-BE49-F238E27FC236}">
                  <a16:creationId xmlns:a16="http://schemas.microsoft.com/office/drawing/2014/main" id="{555239A5-CD88-1627-01DF-C021CD70240F}"/>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2406;p35">
              <a:extLst>
                <a:ext uri="{FF2B5EF4-FFF2-40B4-BE49-F238E27FC236}">
                  <a16:creationId xmlns:a16="http://schemas.microsoft.com/office/drawing/2014/main" id="{0D6E4137-3CB5-6968-B1D3-9B3642FEB247}"/>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2407;p35">
              <a:extLst>
                <a:ext uri="{FF2B5EF4-FFF2-40B4-BE49-F238E27FC236}">
                  <a16:creationId xmlns:a16="http://schemas.microsoft.com/office/drawing/2014/main" id="{B4C9140F-588B-316D-09F5-A5D2C5FF895A}"/>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2408;p35">
              <a:extLst>
                <a:ext uri="{FF2B5EF4-FFF2-40B4-BE49-F238E27FC236}">
                  <a16:creationId xmlns:a16="http://schemas.microsoft.com/office/drawing/2014/main" id="{FDC74E64-6EC9-9AAF-54E1-938819CDA726}"/>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2409;p35">
              <a:extLst>
                <a:ext uri="{FF2B5EF4-FFF2-40B4-BE49-F238E27FC236}">
                  <a16:creationId xmlns:a16="http://schemas.microsoft.com/office/drawing/2014/main" id="{C0AD6169-2A51-E2EC-6987-9DEB549A9CA2}"/>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2410;p35">
              <a:extLst>
                <a:ext uri="{FF2B5EF4-FFF2-40B4-BE49-F238E27FC236}">
                  <a16:creationId xmlns:a16="http://schemas.microsoft.com/office/drawing/2014/main" id="{D8E1242F-4B05-950B-2198-FC67213EC573}"/>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2411;p35">
              <a:extLst>
                <a:ext uri="{FF2B5EF4-FFF2-40B4-BE49-F238E27FC236}">
                  <a16:creationId xmlns:a16="http://schemas.microsoft.com/office/drawing/2014/main" id="{FB30A4CC-B0BE-68C1-08D5-EEC224A1C2CF}"/>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2412;p35">
              <a:extLst>
                <a:ext uri="{FF2B5EF4-FFF2-40B4-BE49-F238E27FC236}">
                  <a16:creationId xmlns:a16="http://schemas.microsoft.com/office/drawing/2014/main" id="{6BACF044-EDCD-601A-1382-8994FCE10D01}"/>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2413;p35">
              <a:extLst>
                <a:ext uri="{FF2B5EF4-FFF2-40B4-BE49-F238E27FC236}">
                  <a16:creationId xmlns:a16="http://schemas.microsoft.com/office/drawing/2014/main" id="{B6B9B654-E7DD-4F3C-478C-11E88CE6F018}"/>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3" name="TextBox 952">
            <a:extLst>
              <a:ext uri="{FF2B5EF4-FFF2-40B4-BE49-F238E27FC236}">
                <a16:creationId xmlns:a16="http://schemas.microsoft.com/office/drawing/2014/main" id="{E44F0B06-2A75-B571-D573-730FD7610FA8}"/>
              </a:ext>
            </a:extLst>
          </p:cNvPr>
          <p:cNvSpPr txBox="1"/>
          <p:nvPr/>
        </p:nvSpPr>
        <p:spPr>
          <a:xfrm>
            <a:off x="3165130" y="4640925"/>
            <a:ext cx="3181629" cy="400110"/>
          </a:xfrm>
          <a:prstGeom prst="rect">
            <a:avLst/>
          </a:prstGeom>
          <a:noFill/>
        </p:spPr>
        <p:txBody>
          <a:bodyPr wrap="square">
            <a:spAutoFit/>
          </a:bodyPr>
          <a:lstStyle/>
          <a:p>
            <a:pPr algn="ctr"/>
            <a:r>
              <a:rPr lang="en-US" sz="1000" b="0" i="0" dirty="0">
                <a:solidFill>
                  <a:srgbClr val="000000"/>
                </a:solidFill>
                <a:effectLst/>
                <a:latin typeface="ArialMT"/>
              </a:rPr>
              <a:t>Statistics on students' difficulties in studying</a:t>
            </a:r>
            <a:r>
              <a:rPr lang="en-US" sz="1000" dirty="0"/>
              <a:t> </a:t>
            </a:r>
            <a:br>
              <a:rPr lang="en-US" sz="1000" dirty="0"/>
            </a:br>
            <a:endParaRPr lang="en-US" sz="1000" dirty="0"/>
          </a:p>
        </p:txBody>
      </p:sp>
      <p:pic>
        <p:nvPicPr>
          <p:cNvPr id="2" name="Picture 2">
            <a:extLst>
              <a:ext uri="{FF2B5EF4-FFF2-40B4-BE49-F238E27FC236}">
                <a16:creationId xmlns:a16="http://schemas.microsoft.com/office/drawing/2014/main" id="{8D14176C-A56A-8D63-D80A-AA06BD69ED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196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p:nvPr/>
        </p:nvSpPr>
        <p:spPr>
          <a:xfrm>
            <a:off x="3339513" y="2003814"/>
            <a:ext cx="914400" cy="7884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2" name="Google Shape;112;p17"/>
          <p:cNvSpPr/>
          <p:nvPr/>
        </p:nvSpPr>
        <p:spPr>
          <a:xfrm>
            <a:off x="4114225" y="2451565"/>
            <a:ext cx="914400" cy="7890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3" name="Google Shape;113;p17"/>
          <p:cNvSpPr/>
          <p:nvPr/>
        </p:nvSpPr>
        <p:spPr>
          <a:xfrm>
            <a:off x="4114225" y="1547439"/>
            <a:ext cx="914400" cy="7890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4" name="Google Shape;114;p17"/>
          <p:cNvSpPr/>
          <p:nvPr/>
        </p:nvSpPr>
        <p:spPr>
          <a:xfrm>
            <a:off x="4890063" y="2003814"/>
            <a:ext cx="914400" cy="7884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5" name="Google Shape;115;p17"/>
          <p:cNvSpPr/>
          <p:nvPr/>
        </p:nvSpPr>
        <p:spPr>
          <a:xfrm>
            <a:off x="4890075" y="2899926"/>
            <a:ext cx="914400" cy="7884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6" name="Google Shape;116;p17"/>
          <p:cNvSpPr/>
          <p:nvPr/>
        </p:nvSpPr>
        <p:spPr>
          <a:xfrm>
            <a:off x="3339513" y="2899926"/>
            <a:ext cx="914400" cy="7884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7" name="Google Shape;117;p17"/>
          <p:cNvSpPr/>
          <p:nvPr/>
        </p:nvSpPr>
        <p:spPr>
          <a:xfrm>
            <a:off x="4114225" y="3355691"/>
            <a:ext cx="914400" cy="7890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9" name="Google Shape;119;p17"/>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3.0 Objective</a:t>
            </a:r>
            <a:endParaRPr sz="2800" dirty="0"/>
          </a:p>
        </p:txBody>
      </p:sp>
      <p:grpSp>
        <p:nvGrpSpPr>
          <p:cNvPr id="144" name="Google Shape;144;p17"/>
          <p:cNvGrpSpPr/>
          <p:nvPr/>
        </p:nvGrpSpPr>
        <p:grpSpPr>
          <a:xfrm>
            <a:off x="4343410" y="2617473"/>
            <a:ext cx="457182" cy="457212"/>
            <a:chOff x="2195817" y="2132165"/>
            <a:chExt cx="460451" cy="452864"/>
          </a:xfrm>
        </p:grpSpPr>
        <p:sp>
          <p:nvSpPr>
            <p:cNvPr id="145" name="Google Shape;145;p17"/>
            <p:cNvSpPr/>
            <p:nvPr/>
          </p:nvSpPr>
          <p:spPr>
            <a:xfrm>
              <a:off x="2463029" y="2247825"/>
              <a:ext cx="155607" cy="129369"/>
            </a:xfrm>
            <a:custGeom>
              <a:avLst/>
              <a:gdLst/>
              <a:ahLst/>
              <a:cxnLst/>
              <a:rect l="l" t="t" r="r" b="b"/>
              <a:pathLst>
                <a:path w="6521" h="5426" extrusionOk="0">
                  <a:moveTo>
                    <a:pt x="2646" y="1"/>
                  </a:moveTo>
                  <a:cubicBezTo>
                    <a:pt x="1973" y="1"/>
                    <a:pt x="1354" y="198"/>
                    <a:pt x="952" y="606"/>
                  </a:cubicBezTo>
                  <a:cubicBezTo>
                    <a:pt x="0" y="1573"/>
                    <a:pt x="815" y="3927"/>
                    <a:pt x="1432" y="4536"/>
                  </a:cubicBezTo>
                  <a:cubicBezTo>
                    <a:pt x="1842" y="4941"/>
                    <a:pt x="3023" y="5426"/>
                    <a:pt x="4049" y="5426"/>
                  </a:cubicBezTo>
                  <a:cubicBezTo>
                    <a:pt x="4569" y="5426"/>
                    <a:pt x="5050" y="5301"/>
                    <a:pt x="5370" y="4978"/>
                  </a:cubicBezTo>
                  <a:cubicBezTo>
                    <a:pt x="6323" y="4011"/>
                    <a:pt x="6521" y="2274"/>
                    <a:pt x="5302" y="1070"/>
                  </a:cubicBezTo>
                  <a:cubicBezTo>
                    <a:pt x="4593" y="370"/>
                    <a:pt x="3568" y="1"/>
                    <a:pt x="26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7"/>
            <p:cNvSpPr/>
            <p:nvPr/>
          </p:nvSpPr>
          <p:spPr>
            <a:xfrm>
              <a:off x="2476463" y="2247873"/>
              <a:ext cx="142173" cy="129322"/>
            </a:xfrm>
            <a:custGeom>
              <a:avLst/>
              <a:gdLst/>
              <a:ahLst/>
              <a:cxnLst/>
              <a:rect l="l" t="t" r="r" b="b"/>
              <a:pathLst>
                <a:path w="5958" h="5424" extrusionOk="0">
                  <a:moveTo>
                    <a:pt x="2083" y="0"/>
                  </a:moveTo>
                  <a:cubicBezTo>
                    <a:pt x="1505" y="0"/>
                    <a:pt x="968" y="145"/>
                    <a:pt x="572" y="444"/>
                  </a:cubicBezTo>
                  <a:cubicBezTo>
                    <a:pt x="839" y="254"/>
                    <a:pt x="1196" y="162"/>
                    <a:pt x="1579" y="162"/>
                  </a:cubicBezTo>
                  <a:cubicBezTo>
                    <a:pt x="2211" y="162"/>
                    <a:pt x="2914" y="414"/>
                    <a:pt x="3398" y="893"/>
                  </a:cubicBezTo>
                  <a:cubicBezTo>
                    <a:pt x="4236" y="1716"/>
                    <a:pt x="4107" y="2912"/>
                    <a:pt x="3452" y="3567"/>
                  </a:cubicBezTo>
                  <a:cubicBezTo>
                    <a:pt x="3230" y="3791"/>
                    <a:pt x="2897" y="3878"/>
                    <a:pt x="2538" y="3878"/>
                  </a:cubicBezTo>
                  <a:cubicBezTo>
                    <a:pt x="1835" y="3878"/>
                    <a:pt x="1030" y="3547"/>
                    <a:pt x="747" y="3270"/>
                  </a:cubicBezTo>
                  <a:cubicBezTo>
                    <a:pt x="618" y="3148"/>
                    <a:pt x="481" y="2912"/>
                    <a:pt x="366" y="2622"/>
                  </a:cubicBezTo>
                  <a:cubicBezTo>
                    <a:pt x="245" y="2577"/>
                    <a:pt x="123" y="2531"/>
                    <a:pt x="1" y="2485"/>
                  </a:cubicBezTo>
                  <a:lnTo>
                    <a:pt x="1" y="2485"/>
                  </a:lnTo>
                  <a:cubicBezTo>
                    <a:pt x="138" y="3354"/>
                    <a:pt x="534" y="4207"/>
                    <a:pt x="869" y="4534"/>
                  </a:cubicBezTo>
                  <a:cubicBezTo>
                    <a:pt x="1279" y="4939"/>
                    <a:pt x="2460" y="5424"/>
                    <a:pt x="3486" y="5424"/>
                  </a:cubicBezTo>
                  <a:cubicBezTo>
                    <a:pt x="4006" y="5424"/>
                    <a:pt x="4487" y="5299"/>
                    <a:pt x="4807" y="4976"/>
                  </a:cubicBezTo>
                  <a:cubicBezTo>
                    <a:pt x="5760" y="4009"/>
                    <a:pt x="5958" y="2272"/>
                    <a:pt x="4739" y="1068"/>
                  </a:cubicBezTo>
                  <a:cubicBezTo>
                    <a:pt x="4031" y="370"/>
                    <a:pt x="3006" y="0"/>
                    <a:pt x="20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7"/>
            <p:cNvSpPr/>
            <p:nvPr/>
          </p:nvSpPr>
          <p:spPr>
            <a:xfrm>
              <a:off x="2221254" y="2247825"/>
              <a:ext cx="155798" cy="129369"/>
            </a:xfrm>
            <a:custGeom>
              <a:avLst/>
              <a:gdLst/>
              <a:ahLst/>
              <a:cxnLst/>
              <a:rect l="l" t="t" r="r" b="b"/>
              <a:pathLst>
                <a:path w="6529" h="5426" extrusionOk="0">
                  <a:moveTo>
                    <a:pt x="3876" y="1"/>
                  </a:moveTo>
                  <a:cubicBezTo>
                    <a:pt x="2955" y="1"/>
                    <a:pt x="1932" y="370"/>
                    <a:pt x="1227" y="1070"/>
                  </a:cubicBezTo>
                  <a:cubicBezTo>
                    <a:pt x="1" y="2274"/>
                    <a:pt x="199" y="4011"/>
                    <a:pt x="1151" y="4978"/>
                  </a:cubicBezTo>
                  <a:cubicBezTo>
                    <a:pt x="1471" y="5301"/>
                    <a:pt x="1952" y="5426"/>
                    <a:pt x="2472" y="5426"/>
                  </a:cubicBezTo>
                  <a:cubicBezTo>
                    <a:pt x="3499" y="5426"/>
                    <a:pt x="4680" y="4941"/>
                    <a:pt x="5089" y="4536"/>
                  </a:cubicBezTo>
                  <a:cubicBezTo>
                    <a:pt x="5706" y="3927"/>
                    <a:pt x="6529" y="1573"/>
                    <a:pt x="5569" y="606"/>
                  </a:cubicBezTo>
                  <a:cubicBezTo>
                    <a:pt x="5167" y="198"/>
                    <a:pt x="4549" y="1"/>
                    <a:pt x="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7"/>
            <p:cNvSpPr/>
            <p:nvPr/>
          </p:nvSpPr>
          <p:spPr>
            <a:xfrm>
              <a:off x="2345220" y="2210130"/>
              <a:ext cx="149451" cy="121716"/>
            </a:xfrm>
            <a:custGeom>
              <a:avLst/>
              <a:gdLst/>
              <a:ahLst/>
              <a:cxnLst/>
              <a:rect l="l" t="t" r="r" b="b"/>
              <a:pathLst>
                <a:path w="6263" h="5105" extrusionOk="0">
                  <a:moveTo>
                    <a:pt x="3132" y="0"/>
                  </a:moveTo>
                  <a:cubicBezTo>
                    <a:pt x="1402" y="0"/>
                    <a:pt x="1" y="717"/>
                    <a:pt x="1" y="2126"/>
                  </a:cubicBezTo>
                  <a:cubicBezTo>
                    <a:pt x="1" y="3535"/>
                    <a:pt x="2515" y="5104"/>
                    <a:pt x="3132" y="5104"/>
                  </a:cubicBezTo>
                  <a:cubicBezTo>
                    <a:pt x="3749" y="5104"/>
                    <a:pt x="6263" y="3535"/>
                    <a:pt x="6263" y="2126"/>
                  </a:cubicBezTo>
                  <a:cubicBezTo>
                    <a:pt x="6263" y="717"/>
                    <a:pt x="4861" y="0"/>
                    <a:pt x="31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7"/>
            <p:cNvSpPr/>
            <p:nvPr/>
          </p:nvSpPr>
          <p:spPr>
            <a:xfrm>
              <a:off x="2307970" y="2295844"/>
              <a:ext cx="224140" cy="177293"/>
            </a:xfrm>
            <a:custGeom>
              <a:avLst/>
              <a:gdLst/>
              <a:ahLst/>
              <a:cxnLst/>
              <a:rect l="l" t="t" r="r" b="b"/>
              <a:pathLst>
                <a:path w="9393" h="7436" extrusionOk="0">
                  <a:moveTo>
                    <a:pt x="4693" y="1"/>
                  </a:moveTo>
                  <a:cubicBezTo>
                    <a:pt x="2103" y="1"/>
                    <a:pt x="0" y="1662"/>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7"/>
            <p:cNvSpPr/>
            <p:nvPr/>
          </p:nvSpPr>
          <p:spPr>
            <a:xfrm>
              <a:off x="2307970" y="2295844"/>
              <a:ext cx="224140" cy="177293"/>
            </a:xfrm>
            <a:custGeom>
              <a:avLst/>
              <a:gdLst/>
              <a:ahLst/>
              <a:cxnLst/>
              <a:rect l="l" t="t" r="r" b="b"/>
              <a:pathLst>
                <a:path w="9393" h="7436" extrusionOk="0">
                  <a:moveTo>
                    <a:pt x="4693" y="1"/>
                  </a:moveTo>
                  <a:cubicBezTo>
                    <a:pt x="4495" y="1"/>
                    <a:pt x="4297" y="9"/>
                    <a:pt x="4106" y="31"/>
                  </a:cubicBezTo>
                  <a:cubicBezTo>
                    <a:pt x="5851" y="222"/>
                    <a:pt x="7191" y="1410"/>
                    <a:pt x="7191" y="2850"/>
                  </a:cubicBezTo>
                  <a:cubicBezTo>
                    <a:pt x="7191" y="4419"/>
                    <a:pt x="5584" y="5699"/>
                    <a:pt x="3596" y="5699"/>
                  </a:cubicBezTo>
                  <a:cubicBezTo>
                    <a:pt x="1783" y="5699"/>
                    <a:pt x="282" y="4632"/>
                    <a:pt x="31" y="3254"/>
                  </a:cubicBezTo>
                  <a:cubicBezTo>
                    <a:pt x="8" y="3406"/>
                    <a:pt x="0" y="3558"/>
                    <a:pt x="0" y="3718"/>
                  </a:cubicBezTo>
                  <a:cubicBezTo>
                    <a:pt x="0" y="5775"/>
                    <a:pt x="2103" y="7436"/>
                    <a:pt x="4693" y="7436"/>
                  </a:cubicBezTo>
                  <a:cubicBezTo>
                    <a:pt x="7290" y="7436"/>
                    <a:pt x="9393" y="5775"/>
                    <a:pt x="9393" y="3718"/>
                  </a:cubicBezTo>
                  <a:cubicBezTo>
                    <a:pt x="9393" y="1662"/>
                    <a:pt x="7290" y="1"/>
                    <a:pt x="4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7"/>
            <p:cNvSpPr/>
            <p:nvPr/>
          </p:nvSpPr>
          <p:spPr>
            <a:xfrm>
              <a:off x="2474841" y="2357548"/>
              <a:ext cx="181427" cy="154213"/>
            </a:xfrm>
            <a:custGeom>
              <a:avLst/>
              <a:gdLst/>
              <a:ahLst/>
              <a:cxnLst/>
              <a:rect l="l" t="t" r="r" b="b"/>
              <a:pathLst>
                <a:path w="7603" h="6468" extrusionOk="0">
                  <a:moveTo>
                    <a:pt x="4636" y="0"/>
                  </a:moveTo>
                  <a:cubicBezTo>
                    <a:pt x="3507" y="0"/>
                    <a:pt x="2236" y="1223"/>
                    <a:pt x="1767" y="1862"/>
                  </a:cubicBezTo>
                  <a:cubicBezTo>
                    <a:pt x="1181" y="2661"/>
                    <a:pt x="0" y="5091"/>
                    <a:pt x="1257" y="6006"/>
                  </a:cubicBezTo>
                  <a:cubicBezTo>
                    <a:pt x="1683" y="6318"/>
                    <a:pt x="2282" y="6467"/>
                    <a:pt x="2933" y="6467"/>
                  </a:cubicBezTo>
                  <a:cubicBezTo>
                    <a:pt x="4206" y="6467"/>
                    <a:pt x="5679" y="5896"/>
                    <a:pt x="6445" y="4848"/>
                  </a:cubicBezTo>
                  <a:cubicBezTo>
                    <a:pt x="7603" y="3263"/>
                    <a:pt x="6704" y="1184"/>
                    <a:pt x="5447" y="262"/>
                  </a:cubicBezTo>
                  <a:cubicBezTo>
                    <a:pt x="5195" y="78"/>
                    <a:pt x="4920" y="0"/>
                    <a:pt x="4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p:nvPr/>
          </p:nvSpPr>
          <p:spPr>
            <a:xfrm>
              <a:off x="2476654" y="2357548"/>
              <a:ext cx="179613" cy="154213"/>
            </a:xfrm>
            <a:custGeom>
              <a:avLst/>
              <a:gdLst/>
              <a:ahLst/>
              <a:cxnLst/>
              <a:rect l="l" t="t" r="r" b="b"/>
              <a:pathLst>
                <a:path w="7527" h="6468" extrusionOk="0">
                  <a:moveTo>
                    <a:pt x="4560" y="0"/>
                  </a:moveTo>
                  <a:cubicBezTo>
                    <a:pt x="3431" y="0"/>
                    <a:pt x="2160" y="1223"/>
                    <a:pt x="1691" y="1862"/>
                  </a:cubicBezTo>
                  <a:cubicBezTo>
                    <a:pt x="1691" y="1869"/>
                    <a:pt x="1684" y="1869"/>
                    <a:pt x="1684" y="1877"/>
                  </a:cubicBezTo>
                  <a:cubicBezTo>
                    <a:pt x="1999" y="1446"/>
                    <a:pt x="2826" y="659"/>
                    <a:pt x="3565" y="659"/>
                  </a:cubicBezTo>
                  <a:cubicBezTo>
                    <a:pt x="3755" y="659"/>
                    <a:pt x="3938" y="710"/>
                    <a:pt x="4106" y="833"/>
                  </a:cubicBezTo>
                  <a:cubicBezTo>
                    <a:pt x="4937" y="1435"/>
                    <a:pt x="5531" y="2814"/>
                    <a:pt x="4761" y="3865"/>
                  </a:cubicBezTo>
                  <a:cubicBezTo>
                    <a:pt x="4258" y="4555"/>
                    <a:pt x="3284" y="4932"/>
                    <a:pt x="2442" y="4932"/>
                  </a:cubicBezTo>
                  <a:cubicBezTo>
                    <a:pt x="2011" y="4932"/>
                    <a:pt x="1615" y="4833"/>
                    <a:pt x="1333" y="4627"/>
                  </a:cubicBezTo>
                  <a:cubicBezTo>
                    <a:pt x="564" y="4063"/>
                    <a:pt x="1181" y="2639"/>
                    <a:pt x="1585" y="2014"/>
                  </a:cubicBezTo>
                  <a:lnTo>
                    <a:pt x="1585" y="2014"/>
                  </a:lnTo>
                  <a:cubicBezTo>
                    <a:pt x="975" y="2936"/>
                    <a:pt x="0" y="5145"/>
                    <a:pt x="1181" y="6006"/>
                  </a:cubicBezTo>
                  <a:cubicBezTo>
                    <a:pt x="1607" y="6318"/>
                    <a:pt x="2206" y="6467"/>
                    <a:pt x="2857" y="6467"/>
                  </a:cubicBezTo>
                  <a:cubicBezTo>
                    <a:pt x="4130" y="6467"/>
                    <a:pt x="5603" y="5896"/>
                    <a:pt x="6369" y="4848"/>
                  </a:cubicBezTo>
                  <a:cubicBezTo>
                    <a:pt x="7527" y="3263"/>
                    <a:pt x="6628" y="1184"/>
                    <a:pt x="5371" y="262"/>
                  </a:cubicBezTo>
                  <a:cubicBezTo>
                    <a:pt x="5119" y="78"/>
                    <a:pt x="4844" y="0"/>
                    <a:pt x="456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p:nvPr/>
          </p:nvSpPr>
          <p:spPr>
            <a:xfrm>
              <a:off x="2327418" y="2454230"/>
              <a:ext cx="185078" cy="114253"/>
            </a:xfrm>
            <a:custGeom>
              <a:avLst/>
              <a:gdLst/>
              <a:ahLst/>
              <a:cxnLst/>
              <a:rect l="l" t="t" r="r" b="b"/>
              <a:pathLst>
                <a:path w="7756" h="4792" extrusionOk="0">
                  <a:moveTo>
                    <a:pt x="3878" y="0"/>
                  </a:moveTo>
                  <a:cubicBezTo>
                    <a:pt x="754" y="0"/>
                    <a:pt x="0" y="861"/>
                    <a:pt x="0" y="2263"/>
                  </a:cubicBezTo>
                  <a:cubicBezTo>
                    <a:pt x="0" y="3657"/>
                    <a:pt x="1737" y="4792"/>
                    <a:pt x="3878" y="4792"/>
                  </a:cubicBezTo>
                  <a:cubicBezTo>
                    <a:pt x="6018" y="4792"/>
                    <a:pt x="7755" y="3657"/>
                    <a:pt x="7755" y="2263"/>
                  </a:cubicBezTo>
                  <a:cubicBezTo>
                    <a:pt x="7755" y="861"/>
                    <a:pt x="7001" y="0"/>
                    <a:pt x="38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p:nvPr/>
          </p:nvSpPr>
          <p:spPr>
            <a:xfrm>
              <a:off x="2215622" y="2427717"/>
              <a:ext cx="163792" cy="141505"/>
            </a:xfrm>
            <a:custGeom>
              <a:avLst/>
              <a:gdLst/>
              <a:ahLst/>
              <a:cxnLst/>
              <a:rect l="l" t="t" r="r" b="b"/>
              <a:pathLst>
                <a:path w="6864" h="5935" extrusionOk="0">
                  <a:moveTo>
                    <a:pt x="3428" y="0"/>
                  </a:moveTo>
                  <a:cubicBezTo>
                    <a:pt x="1539" y="0"/>
                    <a:pt x="1" y="1326"/>
                    <a:pt x="1" y="2971"/>
                  </a:cubicBezTo>
                  <a:cubicBezTo>
                    <a:pt x="1" y="4609"/>
                    <a:pt x="1539" y="5934"/>
                    <a:pt x="3428" y="5934"/>
                  </a:cubicBezTo>
                  <a:cubicBezTo>
                    <a:pt x="5325" y="5934"/>
                    <a:pt x="6864" y="4609"/>
                    <a:pt x="6864" y="2971"/>
                  </a:cubicBezTo>
                  <a:cubicBezTo>
                    <a:pt x="6864" y="1326"/>
                    <a:pt x="5325" y="0"/>
                    <a:pt x="3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p:nvPr/>
          </p:nvSpPr>
          <p:spPr>
            <a:xfrm>
              <a:off x="2225430" y="2430793"/>
              <a:ext cx="144177" cy="134615"/>
            </a:xfrm>
            <a:custGeom>
              <a:avLst/>
              <a:gdLst/>
              <a:ahLst/>
              <a:cxnLst/>
              <a:rect l="l" t="t" r="r" b="b"/>
              <a:pathLst>
                <a:path w="6042" h="5646" extrusionOk="0">
                  <a:moveTo>
                    <a:pt x="1852" y="1"/>
                  </a:moveTo>
                  <a:cubicBezTo>
                    <a:pt x="1418" y="237"/>
                    <a:pt x="1014" y="572"/>
                    <a:pt x="679" y="1006"/>
                  </a:cubicBezTo>
                  <a:cubicBezTo>
                    <a:pt x="359" y="1410"/>
                    <a:pt x="130" y="1859"/>
                    <a:pt x="1" y="2317"/>
                  </a:cubicBezTo>
                  <a:cubicBezTo>
                    <a:pt x="1479" y="2720"/>
                    <a:pt x="3284" y="3726"/>
                    <a:pt x="4213" y="5645"/>
                  </a:cubicBezTo>
                  <a:cubicBezTo>
                    <a:pt x="4632" y="5409"/>
                    <a:pt x="5021" y="5082"/>
                    <a:pt x="5348" y="4670"/>
                  </a:cubicBezTo>
                  <a:cubicBezTo>
                    <a:pt x="5684" y="4244"/>
                    <a:pt x="5912" y="3771"/>
                    <a:pt x="6042" y="3292"/>
                  </a:cubicBezTo>
                  <a:lnTo>
                    <a:pt x="18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p:nvPr/>
          </p:nvSpPr>
          <p:spPr>
            <a:xfrm>
              <a:off x="2217078" y="2486012"/>
              <a:ext cx="112369" cy="90172"/>
            </a:xfrm>
            <a:custGeom>
              <a:avLst/>
              <a:gdLst/>
              <a:ahLst/>
              <a:cxnLst/>
              <a:rect l="l" t="t" r="r" b="b"/>
              <a:pathLst>
                <a:path w="4709" h="3782" extrusionOk="0">
                  <a:moveTo>
                    <a:pt x="4708" y="3246"/>
                  </a:moveTo>
                  <a:lnTo>
                    <a:pt x="4708" y="3246"/>
                  </a:lnTo>
                  <a:cubicBezTo>
                    <a:pt x="4676" y="3266"/>
                    <a:pt x="4644" y="3285"/>
                    <a:pt x="4612" y="3304"/>
                  </a:cubicBezTo>
                  <a:lnTo>
                    <a:pt x="4612" y="3304"/>
                  </a:lnTo>
                  <a:cubicBezTo>
                    <a:pt x="4645" y="3286"/>
                    <a:pt x="4678" y="3266"/>
                    <a:pt x="4708" y="3246"/>
                  </a:cubicBezTo>
                  <a:close/>
                  <a:moveTo>
                    <a:pt x="351" y="1"/>
                  </a:moveTo>
                  <a:lnTo>
                    <a:pt x="351" y="1"/>
                  </a:lnTo>
                  <a:cubicBezTo>
                    <a:pt x="0" y="1212"/>
                    <a:pt x="305" y="2484"/>
                    <a:pt x="1242" y="3215"/>
                  </a:cubicBezTo>
                  <a:cubicBezTo>
                    <a:pt x="1728" y="3599"/>
                    <a:pt x="2313" y="3782"/>
                    <a:pt x="2916" y="3782"/>
                  </a:cubicBezTo>
                  <a:cubicBezTo>
                    <a:pt x="3488" y="3782"/>
                    <a:pt x="4076" y="3617"/>
                    <a:pt x="4612" y="3304"/>
                  </a:cubicBezTo>
                  <a:lnTo>
                    <a:pt x="4612" y="3304"/>
                  </a:lnTo>
                  <a:cubicBezTo>
                    <a:pt x="4595" y="3313"/>
                    <a:pt x="4579" y="3322"/>
                    <a:pt x="4563" y="3329"/>
                  </a:cubicBezTo>
                  <a:cubicBezTo>
                    <a:pt x="4304" y="2804"/>
                    <a:pt x="3977" y="2339"/>
                    <a:pt x="3611" y="1943"/>
                  </a:cubicBezTo>
                  <a:cubicBezTo>
                    <a:pt x="3223" y="2180"/>
                    <a:pt x="2791" y="2304"/>
                    <a:pt x="2371" y="2304"/>
                  </a:cubicBezTo>
                  <a:cubicBezTo>
                    <a:pt x="1941" y="2304"/>
                    <a:pt x="1524" y="2175"/>
                    <a:pt x="1181" y="1905"/>
                  </a:cubicBezTo>
                  <a:cubicBezTo>
                    <a:pt x="618" y="1463"/>
                    <a:pt x="381" y="755"/>
                    <a:pt x="465" y="31"/>
                  </a:cubicBezTo>
                  <a:cubicBezTo>
                    <a:pt x="427" y="23"/>
                    <a:pt x="389" y="8"/>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7"/>
            <p:cNvSpPr/>
            <p:nvPr/>
          </p:nvSpPr>
          <p:spPr>
            <a:xfrm>
              <a:off x="2303246" y="2481649"/>
              <a:ext cx="66362" cy="83759"/>
            </a:xfrm>
            <a:custGeom>
              <a:avLst/>
              <a:gdLst/>
              <a:ahLst/>
              <a:cxnLst/>
              <a:rect l="l" t="t" r="r" b="b"/>
              <a:pathLst>
                <a:path w="2781" h="3513" extrusionOk="0">
                  <a:moveTo>
                    <a:pt x="1303" y="1"/>
                  </a:moveTo>
                  <a:cubicBezTo>
                    <a:pt x="1272" y="801"/>
                    <a:pt x="724" y="1707"/>
                    <a:pt x="0" y="2126"/>
                  </a:cubicBezTo>
                  <a:cubicBezTo>
                    <a:pt x="366" y="2522"/>
                    <a:pt x="693" y="2987"/>
                    <a:pt x="952" y="3512"/>
                  </a:cubicBezTo>
                  <a:cubicBezTo>
                    <a:pt x="1333" y="3299"/>
                    <a:pt x="1676" y="3010"/>
                    <a:pt x="1966" y="2682"/>
                  </a:cubicBezTo>
                  <a:cubicBezTo>
                    <a:pt x="2346" y="2240"/>
                    <a:pt x="2628" y="1715"/>
                    <a:pt x="2781" y="1159"/>
                  </a:cubicBezTo>
                  <a:lnTo>
                    <a:pt x="13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7"/>
            <p:cNvSpPr/>
            <p:nvPr/>
          </p:nvSpPr>
          <p:spPr>
            <a:xfrm>
              <a:off x="2310882" y="2378864"/>
              <a:ext cx="86907" cy="86834"/>
            </a:xfrm>
            <a:custGeom>
              <a:avLst/>
              <a:gdLst/>
              <a:ahLst/>
              <a:cxnLst/>
              <a:rect l="l" t="t" r="r" b="b"/>
              <a:pathLst>
                <a:path w="3642" h="3642" extrusionOk="0">
                  <a:moveTo>
                    <a:pt x="1821" y="0"/>
                  </a:moveTo>
                  <a:cubicBezTo>
                    <a:pt x="815" y="0"/>
                    <a:pt x="0" y="815"/>
                    <a:pt x="0" y="1821"/>
                  </a:cubicBezTo>
                  <a:cubicBezTo>
                    <a:pt x="0" y="2826"/>
                    <a:pt x="815" y="3641"/>
                    <a:pt x="1821" y="3641"/>
                  </a:cubicBezTo>
                  <a:cubicBezTo>
                    <a:pt x="2826" y="3641"/>
                    <a:pt x="3641" y="2826"/>
                    <a:pt x="3641" y="1821"/>
                  </a:cubicBezTo>
                  <a:cubicBezTo>
                    <a:pt x="3641" y="815"/>
                    <a:pt x="2826" y="0"/>
                    <a:pt x="1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7"/>
            <p:cNvSpPr/>
            <p:nvPr/>
          </p:nvSpPr>
          <p:spPr>
            <a:xfrm>
              <a:off x="2306157" y="2451178"/>
              <a:ext cx="139787" cy="112203"/>
            </a:xfrm>
            <a:custGeom>
              <a:avLst/>
              <a:gdLst/>
              <a:ahLst/>
              <a:cxnLst/>
              <a:rect l="l" t="t" r="r" b="b"/>
              <a:pathLst>
                <a:path w="5858" h="4706" extrusionOk="0">
                  <a:moveTo>
                    <a:pt x="1880" y="0"/>
                  </a:moveTo>
                  <a:cubicBezTo>
                    <a:pt x="1378" y="0"/>
                    <a:pt x="947" y="122"/>
                    <a:pt x="709" y="426"/>
                  </a:cubicBezTo>
                  <a:cubicBezTo>
                    <a:pt x="0" y="1332"/>
                    <a:pt x="1295" y="3549"/>
                    <a:pt x="2209" y="4257"/>
                  </a:cubicBezTo>
                  <a:cubicBezTo>
                    <a:pt x="2592" y="4559"/>
                    <a:pt x="3047" y="4705"/>
                    <a:pt x="3499" y="4705"/>
                  </a:cubicBezTo>
                  <a:cubicBezTo>
                    <a:pt x="4119" y="4705"/>
                    <a:pt x="4732" y="4431"/>
                    <a:pt x="5142" y="3907"/>
                  </a:cubicBezTo>
                  <a:cubicBezTo>
                    <a:pt x="5858" y="3000"/>
                    <a:pt x="5698" y="1682"/>
                    <a:pt x="4792" y="966"/>
                  </a:cubicBezTo>
                  <a:cubicBezTo>
                    <a:pt x="4187" y="488"/>
                    <a:pt x="2889" y="0"/>
                    <a:pt x="18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7"/>
            <p:cNvSpPr/>
            <p:nvPr/>
          </p:nvSpPr>
          <p:spPr>
            <a:xfrm>
              <a:off x="2306228" y="2451178"/>
              <a:ext cx="139715" cy="112203"/>
            </a:xfrm>
            <a:custGeom>
              <a:avLst/>
              <a:gdLst/>
              <a:ahLst/>
              <a:cxnLst/>
              <a:rect l="l" t="t" r="r" b="b"/>
              <a:pathLst>
                <a:path w="5855" h="4706" extrusionOk="0">
                  <a:moveTo>
                    <a:pt x="706" y="426"/>
                  </a:moveTo>
                  <a:cubicBezTo>
                    <a:pt x="705" y="427"/>
                    <a:pt x="704" y="428"/>
                    <a:pt x="703" y="429"/>
                  </a:cubicBezTo>
                  <a:lnTo>
                    <a:pt x="703" y="429"/>
                  </a:lnTo>
                  <a:cubicBezTo>
                    <a:pt x="704" y="428"/>
                    <a:pt x="705" y="427"/>
                    <a:pt x="706" y="426"/>
                  </a:cubicBezTo>
                  <a:close/>
                  <a:moveTo>
                    <a:pt x="1877" y="0"/>
                  </a:moveTo>
                  <a:cubicBezTo>
                    <a:pt x="1375" y="0"/>
                    <a:pt x="944" y="122"/>
                    <a:pt x="706" y="426"/>
                  </a:cubicBezTo>
                  <a:cubicBezTo>
                    <a:pt x="873" y="215"/>
                    <a:pt x="1173" y="131"/>
                    <a:pt x="1521" y="131"/>
                  </a:cubicBezTo>
                  <a:cubicBezTo>
                    <a:pt x="2221" y="131"/>
                    <a:pt x="3117" y="468"/>
                    <a:pt x="3539" y="799"/>
                  </a:cubicBezTo>
                  <a:cubicBezTo>
                    <a:pt x="4172" y="1294"/>
                    <a:pt x="4286" y="2208"/>
                    <a:pt x="3791" y="2840"/>
                  </a:cubicBezTo>
                  <a:cubicBezTo>
                    <a:pt x="3500" y="3205"/>
                    <a:pt x="3076" y="3395"/>
                    <a:pt x="2647" y="3395"/>
                  </a:cubicBezTo>
                  <a:cubicBezTo>
                    <a:pt x="2333" y="3395"/>
                    <a:pt x="2016" y="3293"/>
                    <a:pt x="1749" y="3084"/>
                  </a:cubicBezTo>
                  <a:cubicBezTo>
                    <a:pt x="1118" y="2590"/>
                    <a:pt x="214" y="1064"/>
                    <a:pt x="703" y="429"/>
                  </a:cubicBezTo>
                  <a:lnTo>
                    <a:pt x="703" y="429"/>
                  </a:lnTo>
                  <a:cubicBezTo>
                    <a:pt x="1" y="1338"/>
                    <a:pt x="1293" y="3550"/>
                    <a:pt x="2206" y="4257"/>
                  </a:cubicBezTo>
                  <a:cubicBezTo>
                    <a:pt x="2589" y="4559"/>
                    <a:pt x="3044" y="4705"/>
                    <a:pt x="3497" y="4705"/>
                  </a:cubicBezTo>
                  <a:cubicBezTo>
                    <a:pt x="4117" y="4705"/>
                    <a:pt x="4733" y="4431"/>
                    <a:pt x="5147" y="3907"/>
                  </a:cubicBezTo>
                  <a:cubicBezTo>
                    <a:pt x="5855" y="3000"/>
                    <a:pt x="5695" y="1682"/>
                    <a:pt x="4789" y="966"/>
                  </a:cubicBezTo>
                  <a:cubicBezTo>
                    <a:pt x="4184" y="488"/>
                    <a:pt x="2886" y="0"/>
                    <a:pt x="18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7"/>
            <p:cNvSpPr/>
            <p:nvPr/>
          </p:nvSpPr>
          <p:spPr>
            <a:xfrm>
              <a:off x="2200350" y="2359170"/>
              <a:ext cx="139810" cy="112179"/>
            </a:xfrm>
            <a:custGeom>
              <a:avLst/>
              <a:gdLst/>
              <a:ahLst/>
              <a:cxnLst/>
              <a:rect l="l" t="t" r="r" b="b"/>
              <a:pathLst>
                <a:path w="5859" h="4705" extrusionOk="0">
                  <a:moveTo>
                    <a:pt x="2359" y="1"/>
                  </a:moveTo>
                  <a:cubicBezTo>
                    <a:pt x="1738" y="1"/>
                    <a:pt x="1123" y="275"/>
                    <a:pt x="709" y="803"/>
                  </a:cubicBezTo>
                  <a:cubicBezTo>
                    <a:pt x="1" y="1710"/>
                    <a:pt x="153" y="3028"/>
                    <a:pt x="1067" y="3744"/>
                  </a:cubicBezTo>
                  <a:cubicBezTo>
                    <a:pt x="1673" y="4217"/>
                    <a:pt x="2974" y="4705"/>
                    <a:pt x="3981" y="4705"/>
                  </a:cubicBezTo>
                  <a:cubicBezTo>
                    <a:pt x="4481" y="4705"/>
                    <a:pt x="4908" y="4585"/>
                    <a:pt x="5143" y="4285"/>
                  </a:cubicBezTo>
                  <a:cubicBezTo>
                    <a:pt x="5859" y="3370"/>
                    <a:pt x="4564" y="1161"/>
                    <a:pt x="3649" y="445"/>
                  </a:cubicBezTo>
                  <a:cubicBezTo>
                    <a:pt x="3267" y="147"/>
                    <a:pt x="2812" y="1"/>
                    <a:pt x="2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7"/>
            <p:cNvSpPr/>
            <p:nvPr/>
          </p:nvSpPr>
          <p:spPr>
            <a:xfrm>
              <a:off x="2196365" y="2201237"/>
              <a:ext cx="457540" cy="383793"/>
            </a:xfrm>
            <a:custGeom>
              <a:avLst/>
              <a:gdLst/>
              <a:ahLst/>
              <a:cxnLst/>
              <a:rect l="l" t="t" r="r" b="b"/>
              <a:pathLst>
                <a:path w="19174" h="16097" extrusionOk="0">
                  <a:moveTo>
                    <a:pt x="9370" y="747"/>
                  </a:moveTo>
                  <a:cubicBezTo>
                    <a:pt x="10170" y="747"/>
                    <a:pt x="10886" y="922"/>
                    <a:pt x="11381" y="1242"/>
                  </a:cubicBezTo>
                  <a:cubicBezTo>
                    <a:pt x="11876" y="1569"/>
                    <a:pt x="12127" y="2011"/>
                    <a:pt x="12127" y="2552"/>
                  </a:cubicBezTo>
                  <a:cubicBezTo>
                    <a:pt x="12127" y="2941"/>
                    <a:pt x="11845" y="3421"/>
                    <a:pt x="11335" y="3908"/>
                  </a:cubicBezTo>
                  <a:cubicBezTo>
                    <a:pt x="10718" y="3702"/>
                    <a:pt x="10055" y="3596"/>
                    <a:pt x="9370" y="3596"/>
                  </a:cubicBezTo>
                  <a:cubicBezTo>
                    <a:pt x="8684" y="3596"/>
                    <a:pt x="8021" y="3702"/>
                    <a:pt x="7404" y="3908"/>
                  </a:cubicBezTo>
                  <a:cubicBezTo>
                    <a:pt x="6894" y="3421"/>
                    <a:pt x="6612" y="2941"/>
                    <a:pt x="6612" y="2552"/>
                  </a:cubicBezTo>
                  <a:cubicBezTo>
                    <a:pt x="6612" y="2011"/>
                    <a:pt x="6864" y="1569"/>
                    <a:pt x="7359" y="1242"/>
                  </a:cubicBezTo>
                  <a:cubicBezTo>
                    <a:pt x="7854" y="922"/>
                    <a:pt x="8570" y="747"/>
                    <a:pt x="9370" y="747"/>
                  </a:cubicBezTo>
                  <a:close/>
                  <a:moveTo>
                    <a:pt x="4922" y="2328"/>
                  </a:moveTo>
                  <a:cubicBezTo>
                    <a:pt x="5263" y="2328"/>
                    <a:pt x="5589" y="2385"/>
                    <a:pt x="5873" y="2506"/>
                  </a:cubicBezTo>
                  <a:cubicBezTo>
                    <a:pt x="5866" y="2522"/>
                    <a:pt x="5866" y="2537"/>
                    <a:pt x="5866" y="2552"/>
                  </a:cubicBezTo>
                  <a:cubicBezTo>
                    <a:pt x="5866" y="3184"/>
                    <a:pt x="6254" y="3771"/>
                    <a:pt x="6665" y="4220"/>
                  </a:cubicBezTo>
                  <a:cubicBezTo>
                    <a:pt x="6368" y="4373"/>
                    <a:pt x="6079" y="4556"/>
                    <a:pt x="5820" y="4761"/>
                  </a:cubicBezTo>
                  <a:cubicBezTo>
                    <a:pt x="5073" y="5355"/>
                    <a:pt x="4586" y="6094"/>
                    <a:pt x="4395" y="6894"/>
                  </a:cubicBezTo>
                  <a:cubicBezTo>
                    <a:pt x="4342" y="6909"/>
                    <a:pt x="4281" y="6925"/>
                    <a:pt x="4228" y="6932"/>
                  </a:cubicBezTo>
                  <a:cubicBezTo>
                    <a:pt x="4167" y="6879"/>
                    <a:pt x="4106" y="6826"/>
                    <a:pt x="4053" y="6780"/>
                  </a:cubicBezTo>
                  <a:cubicBezTo>
                    <a:pt x="3613" y="6431"/>
                    <a:pt x="3081" y="6252"/>
                    <a:pt x="2530" y="6252"/>
                  </a:cubicBezTo>
                  <a:cubicBezTo>
                    <a:pt x="2431" y="6252"/>
                    <a:pt x="2332" y="6258"/>
                    <a:pt x="2232" y="6269"/>
                  </a:cubicBezTo>
                  <a:cubicBezTo>
                    <a:pt x="2209" y="6269"/>
                    <a:pt x="2179" y="6277"/>
                    <a:pt x="2156" y="6285"/>
                  </a:cubicBezTo>
                  <a:cubicBezTo>
                    <a:pt x="1661" y="5485"/>
                    <a:pt x="1569" y="4236"/>
                    <a:pt x="2529" y="3283"/>
                  </a:cubicBezTo>
                  <a:cubicBezTo>
                    <a:pt x="3147" y="2677"/>
                    <a:pt x="4080" y="2328"/>
                    <a:pt x="4922" y="2328"/>
                  </a:cubicBezTo>
                  <a:close/>
                  <a:moveTo>
                    <a:pt x="13820" y="2328"/>
                  </a:moveTo>
                  <a:cubicBezTo>
                    <a:pt x="14659" y="2328"/>
                    <a:pt x="15593" y="2677"/>
                    <a:pt x="16210" y="3283"/>
                  </a:cubicBezTo>
                  <a:cubicBezTo>
                    <a:pt x="17147" y="4213"/>
                    <a:pt x="17086" y="5416"/>
                    <a:pt x="16629" y="6216"/>
                  </a:cubicBezTo>
                  <a:cubicBezTo>
                    <a:pt x="16525" y="6197"/>
                    <a:pt x="16414" y="6186"/>
                    <a:pt x="16296" y="6186"/>
                  </a:cubicBezTo>
                  <a:cubicBezTo>
                    <a:pt x="15894" y="6186"/>
                    <a:pt x="15410" y="6311"/>
                    <a:pt x="14839" y="6658"/>
                  </a:cubicBezTo>
                  <a:cubicBezTo>
                    <a:pt x="14672" y="6757"/>
                    <a:pt x="14512" y="6864"/>
                    <a:pt x="14367" y="6978"/>
                  </a:cubicBezTo>
                  <a:cubicBezTo>
                    <a:pt x="14184" y="6140"/>
                    <a:pt x="13689" y="5371"/>
                    <a:pt x="12919" y="4761"/>
                  </a:cubicBezTo>
                  <a:cubicBezTo>
                    <a:pt x="12660" y="4556"/>
                    <a:pt x="12379" y="4373"/>
                    <a:pt x="12074" y="4220"/>
                  </a:cubicBezTo>
                  <a:cubicBezTo>
                    <a:pt x="12493" y="3771"/>
                    <a:pt x="12874" y="3184"/>
                    <a:pt x="12874" y="2552"/>
                  </a:cubicBezTo>
                  <a:cubicBezTo>
                    <a:pt x="12874" y="2537"/>
                    <a:pt x="12874" y="2522"/>
                    <a:pt x="12874" y="2506"/>
                  </a:cubicBezTo>
                  <a:cubicBezTo>
                    <a:pt x="13155" y="2385"/>
                    <a:pt x="13480" y="2328"/>
                    <a:pt x="13820" y="2328"/>
                  </a:cubicBezTo>
                  <a:close/>
                  <a:moveTo>
                    <a:pt x="6619" y="7825"/>
                  </a:moveTo>
                  <a:cubicBezTo>
                    <a:pt x="6934" y="7825"/>
                    <a:pt x="7251" y="7926"/>
                    <a:pt x="7519" y="8136"/>
                  </a:cubicBezTo>
                  <a:cubicBezTo>
                    <a:pt x="8143" y="8623"/>
                    <a:pt x="8250" y="9537"/>
                    <a:pt x="7762" y="10170"/>
                  </a:cubicBezTo>
                  <a:cubicBezTo>
                    <a:pt x="7732" y="10200"/>
                    <a:pt x="7701" y="10238"/>
                    <a:pt x="7663" y="10276"/>
                  </a:cubicBezTo>
                  <a:cubicBezTo>
                    <a:pt x="7557" y="10246"/>
                    <a:pt x="7458" y="10223"/>
                    <a:pt x="7351" y="10200"/>
                  </a:cubicBezTo>
                  <a:cubicBezTo>
                    <a:pt x="7048" y="10143"/>
                    <a:pt x="6764" y="10114"/>
                    <a:pt x="6504" y="10114"/>
                  </a:cubicBezTo>
                  <a:cubicBezTo>
                    <a:pt x="6281" y="10114"/>
                    <a:pt x="6075" y="10135"/>
                    <a:pt x="5888" y="10177"/>
                  </a:cubicBezTo>
                  <a:cubicBezTo>
                    <a:pt x="5881" y="9758"/>
                    <a:pt x="5751" y="9286"/>
                    <a:pt x="5515" y="8760"/>
                  </a:cubicBezTo>
                  <a:cubicBezTo>
                    <a:pt x="5477" y="8677"/>
                    <a:pt x="5431" y="8593"/>
                    <a:pt x="5393" y="8509"/>
                  </a:cubicBezTo>
                  <a:cubicBezTo>
                    <a:pt x="5416" y="8463"/>
                    <a:pt x="5447" y="8418"/>
                    <a:pt x="5485" y="8380"/>
                  </a:cubicBezTo>
                  <a:cubicBezTo>
                    <a:pt x="5766" y="8015"/>
                    <a:pt x="6190" y="7825"/>
                    <a:pt x="6619" y="7825"/>
                  </a:cubicBezTo>
                  <a:close/>
                  <a:moveTo>
                    <a:pt x="9370" y="4342"/>
                  </a:moveTo>
                  <a:cubicBezTo>
                    <a:pt x="11701" y="4342"/>
                    <a:pt x="13605" y="5774"/>
                    <a:pt x="13689" y="7564"/>
                  </a:cubicBezTo>
                  <a:cubicBezTo>
                    <a:pt x="13460" y="7793"/>
                    <a:pt x="13270" y="8014"/>
                    <a:pt x="13140" y="8197"/>
                  </a:cubicBezTo>
                  <a:cubicBezTo>
                    <a:pt x="12836" y="8616"/>
                    <a:pt x="12401" y="9408"/>
                    <a:pt x="12165" y="10238"/>
                  </a:cubicBezTo>
                  <a:cubicBezTo>
                    <a:pt x="12028" y="10330"/>
                    <a:pt x="11883" y="10413"/>
                    <a:pt x="11731" y="10490"/>
                  </a:cubicBezTo>
                  <a:cubicBezTo>
                    <a:pt x="11122" y="10322"/>
                    <a:pt x="10345" y="10238"/>
                    <a:pt x="9370" y="10238"/>
                  </a:cubicBezTo>
                  <a:cubicBezTo>
                    <a:pt x="9088" y="10238"/>
                    <a:pt x="8829" y="10246"/>
                    <a:pt x="8577" y="10261"/>
                  </a:cubicBezTo>
                  <a:cubicBezTo>
                    <a:pt x="8859" y="9697"/>
                    <a:pt x="8882" y="9050"/>
                    <a:pt x="8669" y="8486"/>
                  </a:cubicBezTo>
                  <a:lnTo>
                    <a:pt x="9598" y="8212"/>
                  </a:lnTo>
                  <a:cubicBezTo>
                    <a:pt x="9796" y="8151"/>
                    <a:pt x="9911" y="7945"/>
                    <a:pt x="9857" y="7747"/>
                  </a:cubicBezTo>
                  <a:cubicBezTo>
                    <a:pt x="9807" y="7585"/>
                    <a:pt x="9661" y="7479"/>
                    <a:pt x="9501" y="7479"/>
                  </a:cubicBezTo>
                  <a:cubicBezTo>
                    <a:pt x="9465" y="7479"/>
                    <a:pt x="9429" y="7485"/>
                    <a:pt x="9393" y="7496"/>
                  </a:cubicBezTo>
                  <a:lnTo>
                    <a:pt x="8265" y="7823"/>
                  </a:lnTo>
                  <a:cubicBezTo>
                    <a:pt x="8181" y="7724"/>
                    <a:pt x="8082" y="7633"/>
                    <a:pt x="7976" y="7549"/>
                  </a:cubicBezTo>
                  <a:cubicBezTo>
                    <a:pt x="7869" y="7465"/>
                    <a:pt x="7755" y="7389"/>
                    <a:pt x="7640" y="7328"/>
                  </a:cubicBezTo>
                  <a:lnTo>
                    <a:pt x="7694" y="6163"/>
                  </a:lnTo>
                  <a:cubicBezTo>
                    <a:pt x="7701" y="5957"/>
                    <a:pt x="7541" y="5782"/>
                    <a:pt x="7336" y="5767"/>
                  </a:cubicBezTo>
                  <a:cubicBezTo>
                    <a:pt x="7331" y="5767"/>
                    <a:pt x="7326" y="5766"/>
                    <a:pt x="7322" y="5766"/>
                  </a:cubicBezTo>
                  <a:cubicBezTo>
                    <a:pt x="7122" y="5766"/>
                    <a:pt x="6955" y="5924"/>
                    <a:pt x="6947" y="6125"/>
                  </a:cubicBezTo>
                  <a:lnTo>
                    <a:pt x="6902" y="7100"/>
                  </a:lnTo>
                  <a:cubicBezTo>
                    <a:pt x="6809" y="7088"/>
                    <a:pt x="6716" y="7082"/>
                    <a:pt x="6623" y="7082"/>
                  </a:cubicBezTo>
                  <a:cubicBezTo>
                    <a:pt x="6044" y="7082"/>
                    <a:pt x="5471" y="7307"/>
                    <a:pt x="5051" y="7747"/>
                  </a:cubicBezTo>
                  <a:cubicBezTo>
                    <a:pt x="5051" y="7724"/>
                    <a:pt x="5051" y="7702"/>
                    <a:pt x="5051" y="7686"/>
                  </a:cubicBezTo>
                  <a:cubicBezTo>
                    <a:pt x="5051" y="5843"/>
                    <a:pt x="6985" y="4342"/>
                    <a:pt x="9370" y="4342"/>
                  </a:cubicBezTo>
                  <a:close/>
                  <a:moveTo>
                    <a:pt x="2529" y="7001"/>
                  </a:moveTo>
                  <a:cubicBezTo>
                    <a:pt x="2910" y="7001"/>
                    <a:pt x="3283" y="7123"/>
                    <a:pt x="3588" y="7366"/>
                  </a:cubicBezTo>
                  <a:cubicBezTo>
                    <a:pt x="4015" y="7702"/>
                    <a:pt x="4525" y="8402"/>
                    <a:pt x="4837" y="9073"/>
                  </a:cubicBezTo>
                  <a:cubicBezTo>
                    <a:pt x="5172" y="9796"/>
                    <a:pt x="5241" y="10398"/>
                    <a:pt x="5020" y="10680"/>
                  </a:cubicBezTo>
                  <a:cubicBezTo>
                    <a:pt x="4874" y="10861"/>
                    <a:pt x="4567" y="10955"/>
                    <a:pt x="4150" y="10955"/>
                  </a:cubicBezTo>
                  <a:cubicBezTo>
                    <a:pt x="3933" y="10955"/>
                    <a:pt x="3688" y="10930"/>
                    <a:pt x="3420" y="10878"/>
                  </a:cubicBezTo>
                  <a:cubicBezTo>
                    <a:pt x="2689" y="10733"/>
                    <a:pt x="1889" y="10406"/>
                    <a:pt x="1463" y="10071"/>
                  </a:cubicBezTo>
                  <a:cubicBezTo>
                    <a:pt x="1105" y="9789"/>
                    <a:pt x="868" y="9377"/>
                    <a:pt x="815" y="8920"/>
                  </a:cubicBezTo>
                  <a:cubicBezTo>
                    <a:pt x="762" y="8471"/>
                    <a:pt x="891" y="8014"/>
                    <a:pt x="1173" y="7656"/>
                  </a:cubicBezTo>
                  <a:cubicBezTo>
                    <a:pt x="1455" y="7290"/>
                    <a:pt x="1866" y="7062"/>
                    <a:pt x="2323" y="7008"/>
                  </a:cubicBezTo>
                  <a:cubicBezTo>
                    <a:pt x="2392" y="7001"/>
                    <a:pt x="2461" y="7001"/>
                    <a:pt x="2529" y="7001"/>
                  </a:cubicBezTo>
                  <a:close/>
                  <a:moveTo>
                    <a:pt x="16302" y="6932"/>
                  </a:moveTo>
                  <a:cubicBezTo>
                    <a:pt x="16527" y="6932"/>
                    <a:pt x="16728" y="6995"/>
                    <a:pt x="16903" y="7123"/>
                  </a:cubicBezTo>
                  <a:cubicBezTo>
                    <a:pt x="17962" y="7900"/>
                    <a:pt x="18869" y="9743"/>
                    <a:pt x="17810" y="11183"/>
                  </a:cubicBezTo>
                  <a:cubicBezTo>
                    <a:pt x="17116" y="12143"/>
                    <a:pt x="15750" y="12646"/>
                    <a:pt x="14599" y="12646"/>
                  </a:cubicBezTo>
                  <a:cubicBezTo>
                    <a:pt x="14234" y="12646"/>
                    <a:pt x="13891" y="12596"/>
                    <a:pt x="13597" y="12493"/>
                  </a:cubicBezTo>
                  <a:cubicBezTo>
                    <a:pt x="13529" y="11823"/>
                    <a:pt x="13262" y="11328"/>
                    <a:pt x="12767" y="10969"/>
                  </a:cubicBezTo>
                  <a:cubicBezTo>
                    <a:pt x="12889" y="10078"/>
                    <a:pt x="13415" y="9080"/>
                    <a:pt x="13742" y="8639"/>
                  </a:cubicBezTo>
                  <a:cubicBezTo>
                    <a:pt x="14032" y="8235"/>
                    <a:pt x="14603" y="7663"/>
                    <a:pt x="15220" y="7298"/>
                  </a:cubicBezTo>
                  <a:cubicBezTo>
                    <a:pt x="15628" y="7054"/>
                    <a:pt x="15989" y="6932"/>
                    <a:pt x="16302" y="6932"/>
                  </a:cubicBezTo>
                  <a:close/>
                  <a:moveTo>
                    <a:pt x="6475" y="10855"/>
                  </a:moveTo>
                  <a:cubicBezTo>
                    <a:pt x="6696" y="10855"/>
                    <a:pt x="6940" y="10886"/>
                    <a:pt x="7206" y="10931"/>
                  </a:cubicBezTo>
                  <a:cubicBezTo>
                    <a:pt x="7938" y="11076"/>
                    <a:pt x="8737" y="11411"/>
                    <a:pt x="9164" y="11739"/>
                  </a:cubicBezTo>
                  <a:cubicBezTo>
                    <a:pt x="9522" y="12028"/>
                    <a:pt x="9751" y="12432"/>
                    <a:pt x="9812" y="12889"/>
                  </a:cubicBezTo>
                  <a:cubicBezTo>
                    <a:pt x="9865" y="13346"/>
                    <a:pt x="9735" y="13796"/>
                    <a:pt x="9453" y="14161"/>
                  </a:cubicBezTo>
                  <a:cubicBezTo>
                    <a:pt x="9172" y="14519"/>
                    <a:pt x="8760" y="14748"/>
                    <a:pt x="8303" y="14801"/>
                  </a:cubicBezTo>
                  <a:cubicBezTo>
                    <a:pt x="8233" y="14812"/>
                    <a:pt x="8162" y="14817"/>
                    <a:pt x="8092" y="14817"/>
                  </a:cubicBezTo>
                  <a:cubicBezTo>
                    <a:pt x="7969" y="14817"/>
                    <a:pt x="7848" y="14802"/>
                    <a:pt x="7732" y="14778"/>
                  </a:cubicBezTo>
                  <a:cubicBezTo>
                    <a:pt x="7694" y="14763"/>
                    <a:pt x="7656" y="14755"/>
                    <a:pt x="7618" y="14740"/>
                  </a:cubicBezTo>
                  <a:cubicBezTo>
                    <a:pt x="7587" y="14725"/>
                    <a:pt x="7557" y="14725"/>
                    <a:pt x="7526" y="14717"/>
                  </a:cubicBezTo>
                  <a:cubicBezTo>
                    <a:pt x="7351" y="14656"/>
                    <a:pt x="7183" y="14565"/>
                    <a:pt x="7039" y="14451"/>
                  </a:cubicBezTo>
                  <a:cubicBezTo>
                    <a:pt x="6612" y="14116"/>
                    <a:pt x="6102" y="13415"/>
                    <a:pt x="5789" y="12744"/>
                  </a:cubicBezTo>
                  <a:cubicBezTo>
                    <a:pt x="5454" y="12021"/>
                    <a:pt x="5386" y="11419"/>
                    <a:pt x="5607" y="11137"/>
                  </a:cubicBezTo>
                  <a:cubicBezTo>
                    <a:pt x="5751" y="10954"/>
                    <a:pt x="6064" y="10855"/>
                    <a:pt x="6475" y="10855"/>
                  </a:cubicBezTo>
                  <a:close/>
                  <a:moveTo>
                    <a:pt x="1950" y="11198"/>
                  </a:moveTo>
                  <a:cubicBezTo>
                    <a:pt x="2369" y="11373"/>
                    <a:pt x="2834" y="11526"/>
                    <a:pt x="3276" y="11609"/>
                  </a:cubicBezTo>
                  <a:cubicBezTo>
                    <a:pt x="3588" y="11670"/>
                    <a:pt x="3877" y="11701"/>
                    <a:pt x="4136" y="11701"/>
                  </a:cubicBezTo>
                  <a:cubicBezTo>
                    <a:pt x="4357" y="11701"/>
                    <a:pt x="4555" y="11678"/>
                    <a:pt x="4738" y="11640"/>
                  </a:cubicBezTo>
                  <a:cubicBezTo>
                    <a:pt x="4746" y="12051"/>
                    <a:pt x="4868" y="12531"/>
                    <a:pt x="5111" y="13057"/>
                  </a:cubicBezTo>
                  <a:cubicBezTo>
                    <a:pt x="5332" y="13529"/>
                    <a:pt x="5637" y="14017"/>
                    <a:pt x="5965" y="14413"/>
                  </a:cubicBezTo>
                  <a:cubicBezTo>
                    <a:pt x="5789" y="14580"/>
                    <a:pt x="5599" y="14733"/>
                    <a:pt x="5409" y="14854"/>
                  </a:cubicBezTo>
                  <a:cubicBezTo>
                    <a:pt x="4472" y="13293"/>
                    <a:pt x="3207" y="12272"/>
                    <a:pt x="1645" y="11838"/>
                  </a:cubicBezTo>
                  <a:cubicBezTo>
                    <a:pt x="1722" y="11625"/>
                    <a:pt x="1828" y="11404"/>
                    <a:pt x="1950" y="11198"/>
                  </a:cubicBezTo>
                  <a:close/>
                  <a:moveTo>
                    <a:pt x="9377" y="10985"/>
                  </a:moveTo>
                  <a:cubicBezTo>
                    <a:pt x="12600" y="10985"/>
                    <a:pt x="12874" y="11914"/>
                    <a:pt x="12874" y="12874"/>
                  </a:cubicBezTo>
                  <a:cubicBezTo>
                    <a:pt x="12874" y="13415"/>
                    <a:pt x="12531" y="13940"/>
                    <a:pt x="11906" y="14352"/>
                  </a:cubicBezTo>
                  <a:cubicBezTo>
                    <a:pt x="11297" y="14748"/>
                    <a:pt x="10497" y="14984"/>
                    <a:pt x="9636" y="15030"/>
                  </a:cubicBezTo>
                  <a:cubicBezTo>
                    <a:pt x="9781" y="14908"/>
                    <a:pt x="9918" y="14771"/>
                    <a:pt x="10040" y="14618"/>
                  </a:cubicBezTo>
                  <a:cubicBezTo>
                    <a:pt x="10444" y="14100"/>
                    <a:pt x="10627" y="13453"/>
                    <a:pt x="10550" y="12798"/>
                  </a:cubicBezTo>
                  <a:cubicBezTo>
                    <a:pt x="10467" y="12150"/>
                    <a:pt x="10139" y="11564"/>
                    <a:pt x="9621" y="11160"/>
                  </a:cubicBezTo>
                  <a:cubicBezTo>
                    <a:pt x="9553" y="11099"/>
                    <a:pt x="9469" y="11038"/>
                    <a:pt x="9377" y="10985"/>
                  </a:cubicBezTo>
                  <a:close/>
                  <a:moveTo>
                    <a:pt x="1524" y="12272"/>
                  </a:moveTo>
                  <a:lnTo>
                    <a:pt x="1524" y="12272"/>
                  </a:lnTo>
                  <a:cubicBezTo>
                    <a:pt x="2971" y="12676"/>
                    <a:pt x="4144" y="13613"/>
                    <a:pt x="5020" y="15075"/>
                  </a:cubicBezTo>
                  <a:cubicBezTo>
                    <a:pt x="4620" y="15262"/>
                    <a:pt x="4199" y="15358"/>
                    <a:pt x="3790" y="15358"/>
                  </a:cubicBezTo>
                  <a:cubicBezTo>
                    <a:pt x="3265" y="15358"/>
                    <a:pt x="2758" y="15199"/>
                    <a:pt x="2339" y="14870"/>
                  </a:cubicBezTo>
                  <a:cubicBezTo>
                    <a:pt x="1592" y="14283"/>
                    <a:pt x="1310" y="13270"/>
                    <a:pt x="1524" y="12272"/>
                  </a:cubicBezTo>
                  <a:close/>
                  <a:moveTo>
                    <a:pt x="9370" y="0"/>
                  </a:moveTo>
                  <a:cubicBezTo>
                    <a:pt x="7663" y="0"/>
                    <a:pt x="6414" y="678"/>
                    <a:pt x="6010" y="1760"/>
                  </a:cubicBezTo>
                  <a:cubicBezTo>
                    <a:pt x="5673" y="1644"/>
                    <a:pt x="5299" y="1585"/>
                    <a:pt x="4906" y="1585"/>
                  </a:cubicBezTo>
                  <a:cubicBezTo>
                    <a:pt x="4651" y="1585"/>
                    <a:pt x="4388" y="1610"/>
                    <a:pt x="4121" y="1661"/>
                  </a:cubicBezTo>
                  <a:cubicBezTo>
                    <a:pt x="3306" y="1821"/>
                    <a:pt x="2560" y="2209"/>
                    <a:pt x="2004" y="2758"/>
                  </a:cubicBezTo>
                  <a:cubicBezTo>
                    <a:pt x="815" y="3931"/>
                    <a:pt x="861" y="5462"/>
                    <a:pt x="1425" y="6513"/>
                  </a:cubicBezTo>
                  <a:cubicBezTo>
                    <a:pt x="1105" y="6673"/>
                    <a:pt x="815" y="6902"/>
                    <a:pt x="587" y="7199"/>
                  </a:cubicBezTo>
                  <a:cubicBezTo>
                    <a:pt x="183" y="7717"/>
                    <a:pt x="0" y="8357"/>
                    <a:pt x="76" y="9012"/>
                  </a:cubicBezTo>
                  <a:cubicBezTo>
                    <a:pt x="152" y="9667"/>
                    <a:pt x="488" y="10253"/>
                    <a:pt x="1006" y="10657"/>
                  </a:cubicBezTo>
                  <a:cubicBezTo>
                    <a:pt x="1089" y="10726"/>
                    <a:pt x="1188" y="10794"/>
                    <a:pt x="1287" y="10855"/>
                  </a:cubicBezTo>
                  <a:cubicBezTo>
                    <a:pt x="853" y="11587"/>
                    <a:pt x="648" y="12424"/>
                    <a:pt x="716" y="13232"/>
                  </a:cubicBezTo>
                  <a:cubicBezTo>
                    <a:pt x="792" y="14138"/>
                    <a:pt x="1211" y="14931"/>
                    <a:pt x="1882" y="15456"/>
                  </a:cubicBezTo>
                  <a:cubicBezTo>
                    <a:pt x="2415" y="15875"/>
                    <a:pt x="3078" y="16096"/>
                    <a:pt x="3786" y="16096"/>
                  </a:cubicBezTo>
                  <a:cubicBezTo>
                    <a:pt x="3954" y="16096"/>
                    <a:pt x="4121" y="16088"/>
                    <a:pt x="4296" y="16058"/>
                  </a:cubicBezTo>
                  <a:cubicBezTo>
                    <a:pt x="5096" y="15944"/>
                    <a:pt x="5866" y="15548"/>
                    <a:pt x="6475" y="14953"/>
                  </a:cubicBezTo>
                  <a:cubicBezTo>
                    <a:pt x="6505" y="14984"/>
                    <a:pt x="6544" y="15007"/>
                    <a:pt x="6574" y="15037"/>
                  </a:cubicBezTo>
                  <a:cubicBezTo>
                    <a:pt x="6864" y="15258"/>
                    <a:pt x="7191" y="15418"/>
                    <a:pt x="7534" y="15494"/>
                  </a:cubicBezTo>
                  <a:cubicBezTo>
                    <a:pt x="8105" y="15685"/>
                    <a:pt x="8737" y="15776"/>
                    <a:pt x="9370" y="15776"/>
                  </a:cubicBezTo>
                  <a:cubicBezTo>
                    <a:pt x="10474" y="15776"/>
                    <a:pt x="11525" y="15494"/>
                    <a:pt x="12318" y="14976"/>
                  </a:cubicBezTo>
                  <a:cubicBezTo>
                    <a:pt x="13018" y="14519"/>
                    <a:pt x="13453" y="13925"/>
                    <a:pt x="13582" y="13270"/>
                  </a:cubicBezTo>
                  <a:cubicBezTo>
                    <a:pt x="13895" y="13354"/>
                    <a:pt x="14237" y="13399"/>
                    <a:pt x="14603" y="13399"/>
                  </a:cubicBezTo>
                  <a:cubicBezTo>
                    <a:pt x="15014" y="13399"/>
                    <a:pt x="15449" y="13339"/>
                    <a:pt x="15883" y="13232"/>
                  </a:cubicBezTo>
                  <a:cubicBezTo>
                    <a:pt x="16949" y="12958"/>
                    <a:pt x="17871" y="12371"/>
                    <a:pt x="18412" y="11625"/>
                  </a:cubicBezTo>
                  <a:cubicBezTo>
                    <a:pt x="19006" y="10810"/>
                    <a:pt x="19173" y="9796"/>
                    <a:pt x="18876" y="8760"/>
                  </a:cubicBezTo>
                  <a:cubicBezTo>
                    <a:pt x="18633" y="7877"/>
                    <a:pt x="18054" y="7039"/>
                    <a:pt x="17338" y="6521"/>
                  </a:cubicBezTo>
                  <a:cubicBezTo>
                    <a:pt x="17330" y="6513"/>
                    <a:pt x="17322" y="6513"/>
                    <a:pt x="17315" y="6506"/>
                  </a:cubicBezTo>
                  <a:cubicBezTo>
                    <a:pt x="17879" y="5462"/>
                    <a:pt x="17924" y="3931"/>
                    <a:pt x="16736" y="2758"/>
                  </a:cubicBezTo>
                  <a:cubicBezTo>
                    <a:pt x="15978" y="2005"/>
                    <a:pt x="14853" y="1587"/>
                    <a:pt x="13814" y="1587"/>
                  </a:cubicBezTo>
                  <a:cubicBezTo>
                    <a:pt x="13433" y="1587"/>
                    <a:pt x="13064" y="1643"/>
                    <a:pt x="12729" y="1760"/>
                  </a:cubicBezTo>
                  <a:cubicBezTo>
                    <a:pt x="12325" y="678"/>
                    <a:pt x="11076" y="0"/>
                    <a:pt x="9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7"/>
            <p:cNvSpPr/>
            <p:nvPr/>
          </p:nvSpPr>
          <p:spPr>
            <a:xfrm>
              <a:off x="2556093" y="2305119"/>
              <a:ext cx="10738" cy="21101"/>
            </a:xfrm>
            <a:custGeom>
              <a:avLst/>
              <a:gdLst/>
              <a:ahLst/>
              <a:cxnLst/>
              <a:rect l="l" t="t" r="r" b="b"/>
              <a:pathLst>
                <a:path w="450" h="885"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7"/>
            <p:cNvSpPr/>
            <p:nvPr/>
          </p:nvSpPr>
          <p:spPr>
            <a:xfrm>
              <a:off x="2587901" y="2408285"/>
              <a:ext cx="10571" cy="21077"/>
            </a:xfrm>
            <a:custGeom>
              <a:avLst/>
              <a:gdLst/>
              <a:ahLst/>
              <a:cxnLst/>
              <a:rect l="l" t="t" r="r" b="b"/>
              <a:pathLst>
                <a:path w="443" h="884" extrusionOk="0">
                  <a:moveTo>
                    <a:pt x="221" y="0"/>
                  </a:moveTo>
                  <a:cubicBezTo>
                    <a:pt x="99" y="0"/>
                    <a:pt x="0" y="99"/>
                    <a:pt x="0" y="221"/>
                  </a:cubicBezTo>
                  <a:lnTo>
                    <a:pt x="0" y="663"/>
                  </a:lnTo>
                  <a:cubicBezTo>
                    <a:pt x="0" y="785"/>
                    <a:pt x="99" y="884"/>
                    <a:pt x="221" y="884"/>
                  </a:cubicBezTo>
                  <a:cubicBezTo>
                    <a:pt x="343" y="884"/>
                    <a:pt x="442" y="785"/>
                    <a:pt x="442" y="663"/>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7"/>
            <p:cNvSpPr/>
            <p:nvPr/>
          </p:nvSpPr>
          <p:spPr>
            <a:xfrm>
              <a:off x="2554637" y="2439877"/>
              <a:ext cx="10738" cy="21268"/>
            </a:xfrm>
            <a:custGeom>
              <a:avLst/>
              <a:gdLst/>
              <a:ahLst/>
              <a:cxnLst/>
              <a:rect l="l" t="t" r="r" b="b"/>
              <a:pathLst>
                <a:path w="450" h="892" extrusionOk="0">
                  <a:moveTo>
                    <a:pt x="221" y="1"/>
                  </a:moveTo>
                  <a:cubicBezTo>
                    <a:pt x="99" y="1"/>
                    <a:pt x="0" y="100"/>
                    <a:pt x="0" y="222"/>
                  </a:cubicBezTo>
                  <a:lnTo>
                    <a:pt x="0" y="663"/>
                  </a:lnTo>
                  <a:cubicBezTo>
                    <a:pt x="0" y="785"/>
                    <a:pt x="99" y="892"/>
                    <a:pt x="221" y="892"/>
                  </a:cubicBezTo>
                  <a:cubicBezTo>
                    <a:pt x="351" y="892"/>
                    <a:pt x="450" y="785"/>
                    <a:pt x="450" y="66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7"/>
            <p:cNvSpPr/>
            <p:nvPr/>
          </p:nvSpPr>
          <p:spPr>
            <a:xfrm>
              <a:off x="2382493" y="2233687"/>
              <a:ext cx="30735" cy="20791"/>
            </a:xfrm>
            <a:custGeom>
              <a:avLst/>
              <a:gdLst/>
              <a:ahLst/>
              <a:cxnLst/>
              <a:rect l="l" t="t" r="r" b="b"/>
              <a:pathLst>
                <a:path w="1288" h="872" extrusionOk="0">
                  <a:moveTo>
                    <a:pt x="902" y="1"/>
                  </a:moveTo>
                  <a:cubicBezTo>
                    <a:pt x="889" y="1"/>
                    <a:pt x="875" y="1"/>
                    <a:pt x="861" y="3"/>
                  </a:cubicBezTo>
                  <a:cubicBezTo>
                    <a:pt x="640" y="26"/>
                    <a:pt x="442" y="79"/>
                    <a:pt x="267" y="163"/>
                  </a:cubicBezTo>
                  <a:cubicBezTo>
                    <a:pt x="77" y="247"/>
                    <a:pt x="0" y="475"/>
                    <a:pt x="84" y="658"/>
                  </a:cubicBezTo>
                  <a:cubicBezTo>
                    <a:pt x="153" y="795"/>
                    <a:pt x="282" y="871"/>
                    <a:pt x="427" y="871"/>
                  </a:cubicBezTo>
                  <a:cubicBezTo>
                    <a:pt x="480" y="871"/>
                    <a:pt x="534" y="856"/>
                    <a:pt x="587" y="833"/>
                  </a:cubicBezTo>
                  <a:cubicBezTo>
                    <a:pt x="686" y="787"/>
                    <a:pt x="800" y="757"/>
                    <a:pt x="937" y="742"/>
                  </a:cubicBezTo>
                  <a:cubicBezTo>
                    <a:pt x="1143" y="719"/>
                    <a:pt x="1288" y="536"/>
                    <a:pt x="1273" y="330"/>
                  </a:cubicBezTo>
                  <a:cubicBezTo>
                    <a:pt x="1251" y="146"/>
                    <a:pt x="1091" y="1"/>
                    <a:pt x="9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7"/>
            <p:cNvSpPr/>
            <p:nvPr/>
          </p:nvSpPr>
          <p:spPr>
            <a:xfrm>
              <a:off x="2254518" y="2286808"/>
              <a:ext cx="30759" cy="33236"/>
            </a:xfrm>
            <a:custGeom>
              <a:avLst/>
              <a:gdLst/>
              <a:ahLst/>
              <a:cxnLst/>
              <a:rect l="l" t="t" r="r" b="b"/>
              <a:pathLst>
                <a:path w="1289" h="1394" extrusionOk="0">
                  <a:moveTo>
                    <a:pt x="873" y="1"/>
                  </a:moveTo>
                  <a:cubicBezTo>
                    <a:pt x="780" y="1"/>
                    <a:pt x="688" y="35"/>
                    <a:pt x="618" y="106"/>
                  </a:cubicBezTo>
                  <a:cubicBezTo>
                    <a:pt x="389" y="334"/>
                    <a:pt x="206" y="593"/>
                    <a:pt x="84" y="875"/>
                  </a:cubicBezTo>
                  <a:cubicBezTo>
                    <a:pt x="1" y="1058"/>
                    <a:pt x="84" y="1279"/>
                    <a:pt x="275" y="1363"/>
                  </a:cubicBezTo>
                  <a:cubicBezTo>
                    <a:pt x="321" y="1385"/>
                    <a:pt x="374" y="1393"/>
                    <a:pt x="427" y="1393"/>
                  </a:cubicBezTo>
                  <a:cubicBezTo>
                    <a:pt x="564" y="1393"/>
                    <a:pt x="702" y="1317"/>
                    <a:pt x="762" y="1172"/>
                  </a:cubicBezTo>
                  <a:cubicBezTo>
                    <a:pt x="854" y="982"/>
                    <a:pt x="976" y="799"/>
                    <a:pt x="1136" y="639"/>
                  </a:cubicBezTo>
                  <a:cubicBezTo>
                    <a:pt x="1288" y="494"/>
                    <a:pt x="1288" y="258"/>
                    <a:pt x="1143" y="113"/>
                  </a:cubicBezTo>
                  <a:cubicBezTo>
                    <a:pt x="1069" y="39"/>
                    <a:pt x="971" y="1"/>
                    <a:pt x="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7"/>
            <p:cNvSpPr/>
            <p:nvPr/>
          </p:nvSpPr>
          <p:spPr>
            <a:xfrm>
              <a:off x="2295610" y="2269856"/>
              <a:ext cx="22001" cy="18216"/>
            </a:xfrm>
            <a:custGeom>
              <a:avLst/>
              <a:gdLst/>
              <a:ahLst/>
              <a:cxnLst/>
              <a:rect l="l" t="t" r="r" b="b"/>
              <a:pathLst>
                <a:path w="922" h="764" extrusionOk="0">
                  <a:moveTo>
                    <a:pt x="518" y="0"/>
                  </a:moveTo>
                  <a:cubicBezTo>
                    <a:pt x="490" y="0"/>
                    <a:pt x="462" y="3"/>
                    <a:pt x="434" y="9"/>
                  </a:cubicBezTo>
                  <a:cubicBezTo>
                    <a:pt x="396" y="17"/>
                    <a:pt x="358" y="25"/>
                    <a:pt x="320" y="32"/>
                  </a:cubicBezTo>
                  <a:cubicBezTo>
                    <a:pt x="122" y="85"/>
                    <a:pt x="0" y="284"/>
                    <a:pt x="54" y="482"/>
                  </a:cubicBezTo>
                  <a:cubicBezTo>
                    <a:pt x="92" y="657"/>
                    <a:pt x="244" y="763"/>
                    <a:pt x="412" y="763"/>
                  </a:cubicBezTo>
                  <a:cubicBezTo>
                    <a:pt x="442" y="763"/>
                    <a:pt x="473" y="763"/>
                    <a:pt x="503" y="756"/>
                  </a:cubicBezTo>
                  <a:cubicBezTo>
                    <a:pt x="534" y="748"/>
                    <a:pt x="564" y="741"/>
                    <a:pt x="594" y="733"/>
                  </a:cubicBezTo>
                  <a:cubicBezTo>
                    <a:pt x="792" y="695"/>
                    <a:pt x="922" y="497"/>
                    <a:pt x="876" y="291"/>
                  </a:cubicBezTo>
                  <a:cubicBezTo>
                    <a:pt x="843" y="120"/>
                    <a:pt x="691" y="0"/>
                    <a:pt x="5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7"/>
            <p:cNvSpPr/>
            <p:nvPr/>
          </p:nvSpPr>
          <p:spPr>
            <a:xfrm>
              <a:off x="2584632" y="2152384"/>
              <a:ext cx="65455" cy="72124"/>
            </a:xfrm>
            <a:custGeom>
              <a:avLst/>
              <a:gdLst/>
              <a:ahLst/>
              <a:cxnLst/>
              <a:rect l="l" t="t" r="r" b="b"/>
              <a:pathLst>
                <a:path w="2743" h="3025" extrusionOk="0">
                  <a:moveTo>
                    <a:pt x="1371" y="0"/>
                  </a:moveTo>
                  <a:cubicBezTo>
                    <a:pt x="1322" y="0"/>
                    <a:pt x="1272" y="31"/>
                    <a:pt x="1249" y="92"/>
                  </a:cubicBezTo>
                  <a:lnTo>
                    <a:pt x="945" y="952"/>
                  </a:lnTo>
                  <a:cubicBezTo>
                    <a:pt x="937" y="990"/>
                    <a:pt x="907" y="1021"/>
                    <a:pt x="876" y="1036"/>
                  </a:cubicBezTo>
                  <a:lnTo>
                    <a:pt x="107" y="1379"/>
                  </a:lnTo>
                  <a:cubicBezTo>
                    <a:pt x="0" y="1432"/>
                    <a:pt x="0" y="1600"/>
                    <a:pt x="107" y="1646"/>
                  </a:cubicBezTo>
                  <a:lnTo>
                    <a:pt x="876" y="1996"/>
                  </a:lnTo>
                  <a:cubicBezTo>
                    <a:pt x="907" y="2011"/>
                    <a:pt x="937" y="2034"/>
                    <a:pt x="945" y="2072"/>
                  </a:cubicBezTo>
                  <a:lnTo>
                    <a:pt x="1249" y="2933"/>
                  </a:lnTo>
                  <a:cubicBezTo>
                    <a:pt x="1272" y="2994"/>
                    <a:pt x="1322" y="3024"/>
                    <a:pt x="1371" y="3024"/>
                  </a:cubicBezTo>
                  <a:cubicBezTo>
                    <a:pt x="1421" y="3024"/>
                    <a:pt x="1470" y="2994"/>
                    <a:pt x="1493" y="2933"/>
                  </a:cubicBezTo>
                  <a:lnTo>
                    <a:pt x="1798" y="2072"/>
                  </a:lnTo>
                  <a:cubicBezTo>
                    <a:pt x="1813" y="2034"/>
                    <a:pt x="1836" y="2011"/>
                    <a:pt x="1867" y="1996"/>
                  </a:cubicBezTo>
                  <a:lnTo>
                    <a:pt x="2636" y="1646"/>
                  </a:lnTo>
                  <a:cubicBezTo>
                    <a:pt x="2743" y="1600"/>
                    <a:pt x="2743" y="1432"/>
                    <a:pt x="2636" y="1379"/>
                  </a:cubicBezTo>
                  <a:lnTo>
                    <a:pt x="1867" y="1036"/>
                  </a:lnTo>
                  <a:cubicBezTo>
                    <a:pt x="1836" y="1021"/>
                    <a:pt x="1813" y="990"/>
                    <a:pt x="1798" y="952"/>
                  </a:cubicBezTo>
                  <a:lnTo>
                    <a:pt x="1493" y="92"/>
                  </a:lnTo>
                  <a:cubicBezTo>
                    <a:pt x="1470" y="31"/>
                    <a:pt x="1421" y="0"/>
                    <a:pt x="1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7"/>
            <p:cNvSpPr/>
            <p:nvPr/>
          </p:nvSpPr>
          <p:spPr>
            <a:xfrm>
              <a:off x="2290145" y="2132165"/>
              <a:ext cx="48393" cy="53479"/>
            </a:xfrm>
            <a:custGeom>
              <a:avLst/>
              <a:gdLst/>
              <a:ahLst/>
              <a:cxnLst/>
              <a:rect l="l" t="t" r="r" b="b"/>
              <a:pathLst>
                <a:path w="2028" h="2243" extrusionOk="0">
                  <a:moveTo>
                    <a:pt x="1014" y="1"/>
                  </a:moveTo>
                  <a:cubicBezTo>
                    <a:pt x="978" y="1"/>
                    <a:pt x="942" y="22"/>
                    <a:pt x="922" y="64"/>
                  </a:cubicBezTo>
                  <a:lnTo>
                    <a:pt x="702" y="703"/>
                  </a:lnTo>
                  <a:cubicBezTo>
                    <a:pt x="686" y="734"/>
                    <a:pt x="671" y="757"/>
                    <a:pt x="648" y="764"/>
                  </a:cubicBezTo>
                  <a:lnTo>
                    <a:pt x="77" y="1023"/>
                  </a:lnTo>
                  <a:cubicBezTo>
                    <a:pt x="1" y="1054"/>
                    <a:pt x="1" y="1183"/>
                    <a:pt x="77" y="1221"/>
                  </a:cubicBezTo>
                  <a:lnTo>
                    <a:pt x="648" y="1473"/>
                  </a:lnTo>
                  <a:cubicBezTo>
                    <a:pt x="671" y="1488"/>
                    <a:pt x="686" y="1511"/>
                    <a:pt x="702" y="1534"/>
                  </a:cubicBezTo>
                  <a:lnTo>
                    <a:pt x="922" y="2174"/>
                  </a:lnTo>
                  <a:cubicBezTo>
                    <a:pt x="942" y="2219"/>
                    <a:pt x="978" y="2242"/>
                    <a:pt x="1014" y="2242"/>
                  </a:cubicBezTo>
                  <a:cubicBezTo>
                    <a:pt x="1050" y="2242"/>
                    <a:pt x="1086" y="2219"/>
                    <a:pt x="1105" y="2174"/>
                  </a:cubicBezTo>
                  <a:lnTo>
                    <a:pt x="1326" y="1534"/>
                  </a:lnTo>
                  <a:cubicBezTo>
                    <a:pt x="1341" y="1511"/>
                    <a:pt x="1357" y="1488"/>
                    <a:pt x="1380" y="1473"/>
                  </a:cubicBezTo>
                  <a:lnTo>
                    <a:pt x="1951" y="1221"/>
                  </a:lnTo>
                  <a:cubicBezTo>
                    <a:pt x="2027" y="1183"/>
                    <a:pt x="2027" y="1054"/>
                    <a:pt x="1951" y="1023"/>
                  </a:cubicBezTo>
                  <a:lnTo>
                    <a:pt x="1380" y="764"/>
                  </a:lnTo>
                  <a:cubicBezTo>
                    <a:pt x="1357" y="757"/>
                    <a:pt x="1341" y="734"/>
                    <a:pt x="1326" y="703"/>
                  </a:cubicBezTo>
                  <a:lnTo>
                    <a:pt x="1105" y="64"/>
                  </a:lnTo>
                  <a:cubicBezTo>
                    <a:pt x="1086" y="22"/>
                    <a:pt x="1050" y="1"/>
                    <a:pt x="1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7"/>
            <p:cNvSpPr/>
            <p:nvPr/>
          </p:nvSpPr>
          <p:spPr>
            <a:xfrm>
              <a:off x="2195817" y="2217021"/>
              <a:ext cx="32000" cy="31830"/>
            </a:xfrm>
            <a:custGeom>
              <a:avLst/>
              <a:gdLst/>
              <a:ahLst/>
              <a:cxnLst/>
              <a:rect l="l" t="t" r="r" b="b"/>
              <a:pathLst>
                <a:path w="1341" h="1335" extrusionOk="0">
                  <a:moveTo>
                    <a:pt x="671" y="1"/>
                  </a:moveTo>
                  <a:cubicBezTo>
                    <a:pt x="297" y="1"/>
                    <a:pt x="0" y="298"/>
                    <a:pt x="0" y="671"/>
                  </a:cubicBezTo>
                  <a:cubicBezTo>
                    <a:pt x="0" y="1037"/>
                    <a:pt x="297" y="1334"/>
                    <a:pt x="671" y="1334"/>
                  </a:cubicBezTo>
                  <a:cubicBezTo>
                    <a:pt x="1036" y="1334"/>
                    <a:pt x="1341" y="1037"/>
                    <a:pt x="1341" y="671"/>
                  </a:cubicBezTo>
                  <a:cubicBezTo>
                    <a:pt x="1341"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7"/>
            <p:cNvSpPr/>
            <p:nvPr/>
          </p:nvSpPr>
          <p:spPr>
            <a:xfrm>
              <a:off x="2504836" y="2175082"/>
              <a:ext cx="13291" cy="13280"/>
            </a:xfrm>
            <a:custGeom>
              <a:avLst/>
              <a:gdLst/>
              <a:ahLst/>
              <a:cxnLst/>
              <a:rect l="l" t="t" r="r" b="b"/>
              <a:pathLst>
                <a:path w="557" h="557" extrusionOk="0">
                  <a:moveTo>
                    <a:pt x="282" y="0"/>
                  </a:moveTo>
                  <a:cubicBezTo>
                    <a:pt x="122" y="0"/>
                    <a:pt x="0" y="122"/>
                    <a:pt x="0" y="282"/>
                  </a:cubicBezTo>
                  <a:cubicBezTo>
                    <a:pt x="0" y="435"/>
                    <a:pt x="122" y="556"/>
                    <a:pt x="282" y="556"/>
                  </a:cubicBezTo>
                  <a:cubicBezTo>
                    <a:pt x="434" y="556"/>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 name="Google Shape;173;p17"/>
          <p:cNvGrpSpPr/>
          <p:nvPr/>
        </p:nvGrpSpPr>
        <p:grpSpPr>
          <a:xfrm>
            <a:off x="3565325" y="2178413"/>
            <a:ext cx="456633" cy="439203"/>
            <a:chOff x="3266838" y="2089868"/>
            <a:chExt cx="456633" cy="439203"/>
          </a:xfrm>
        </p:grpSpPr>
        <p:sp>
          <p:nvSpPr>
            <p:cNvPr id="174" name="Google Shape;174;p17"/>
            <p:cNvSpPr/>
            <p:nvPr/>
          </p:nvSpPr>
          <p:spPr>
            <a:xfrm>
              <a:off x="3317736" y="2156531"/>
              <a:ext cx="371921" cy="319132"/>
            </a:xfrm>
            <a:custGeom>
              <a:avLst/>
              <a:gdLst/>
              <a:ahLst/>
              <a:cxnLst/>
              <a:rect l="l" t="t" r="r" b="b"/>
              <a:pathLst>
                <a:path w="15586" h="13385" extrusionOk="0">
                  <a:moveTo>
                    <a:pt x="12814" y="0"/>
                  </a:moveTo>
                  <a:cubicBezTo>
                    <a:pt x="12791" y="0"/>
                    <a:pt x="12768" y="0"/>
                    <a:pt x="12745" y="1"/>
                  </a:cubicBezTo>
                  <a:cubicBezTo>
                    <a:pt x="11290" y="31"/>
                    <a:pt x="10101" y="1204"/>
                    <a:pt x="10040" y="2659"/>
                  </a:cubicBezTo>
                  <a:cubicBezTo>
                    <a:pt x="10010" y="3452"/>
                    <a:pt x="10315" y="4175"/>
                    <a:pt x="10825" y="4701"/>
                  </a:cubicBezTo>
                  <a:lnTo>
                    <a:pt x="10825" y="7199"/>
                  </a:lnTo>
                  <a:cubicBezTo>
                    <a:pt x="10825" y="8418"/>
                    <a:pt x="9835" y="9409"/>
                    <a:pt x="8608" y="9409"/>
                  </a:cubicBezTo>
                  <a:lnTo>
                    <a:pt x="1989" y="9409"/>
                  </a:lnTo>
                  <a:cubicBezTo>
                    <a:pt x="892" y="9409"/>
                    <a:pt x="0" y="10300"/>
                    <a:pt x="0" y="11397"/>
                  </a:cubicBezTo>
                  <a:cubicBezTo>
                    <a:pt x="0" y="12494"/>
                    <a:pt x="892" y="13385"/>
                    <a:pt x="1989" y="13385"/>
                  </a:cubicBezTo>
                  <a:lnTo>
                    <a:pt x="10086" y="13385"/>
                  </a:lnTo>
                  <a:cubicBezTo>
                    <a:pt x="12691" y="13385"/>
                    <a:pt x="14801" y="11275"/>
                    <a:pt x="14801" y="8677"/>
                  </a:cubicBezTo>
                  <a:lnTo>
                    <a:pt x="14801" y="4701"/>
                  </a:lnTo>
                  <a:cubicBezTo>
                    <a:pt x="15289" y="4206"/>
                    <a:pt x="15586" y="3520"/>
                    <a:pt x="15586" y="2774"/>
                  </a:cubicBezTo>
                  <a:cubicBezTo>
                    <a:pt x="15586" y="1243"/>
                    <a:pt x="14344" y="0"/>
                    <a:pt x="128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3317736" y="2328173"/>
              <a:ext cx="258312" cy="147490"/>
            </a:xfrm>
            <a:custGeom>
              <a:avLst/>
              <a:gdLst/>
              <a:ahLst/>
              <a:cxnLst/>
              <a:rect l="l" t="t" r="r" b="b"/>
              <a:pathLst>
                <a:path w="10825" h="6186" extrusionOk="0">
                  <a:moveTo>
                    <a:pt x="10825" y="0"/>
                  </a:moveTo>
                  <a:cubicBezTo>
                    <a:pt x="10825" y="1219"/>
                    <a:pt x="9835" y="2210"/>
                    <a:pt x="8608" y="2210"/>
                  </a:cubicBezTo>
                  <a:lnTo>
                    <a:pt x="1989" y="2210"/>
                  </a:lnTo>
                  <a:cubicBezTo>
                    <a:pt x="892" y="2210"/>
                    <a:pt x="0" y="3101"/>
                    <a:pt x="0" y="4198"/>
                  </a:cubicBezTo>
                  <a:cubicBezTo>
                    <a:pt x="0" y="5295"/>
                    <a:pt x="892" y="6186"/>
                    <a:pt x="1989" y="6186"/>
                  </a:cubicBezTo>
                  <a:lnTo>
                    <a:pt x="8837" y="6186"/>
                  </a:lnTo>
                  <a:cubicBezTo>
                    <a:pt x="9934" y="6186"/>
                    <a:pt x="10825" y="5295"/>
                    <a:pt x="10825" y="4198"/>
                  </a:cubicBezTo>
                  <a:lnTo>
                    <a:pt x="108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7"/>
            <p:cNvSpPr/>
            <p:nvPr/>
          </p:nvSpPr>
          <p:spPr>
            <a:xfrm>
              <a:off x="3528586" y="2156531"/>
              <a:ext cx="161072" cy="319132"/>
            </a:xfrm>
            <a:custGeom>
              <a:avLst/>
              <a:gdLst/>
              <a:ahLst/>
              <a:cxnLst/>
              <a:rect l="l" t="t" r="r" b="b"/>
              <a:pathLst>
                <a:path w="6750" h="13385" extrusionOk="0">
                  <a:moveTo>
                    <a:pt x="3978" y="0"/>
                  </a:moveTo>
                  <a:cubicBezTo>
                    <a:pt x="3955" y="0"/>
                    <a:pt x="3932" y="0"/>
                    <a:pt x="3909" y="1"/>
                  </a:cubicBezTo>
                  <a:cubicBezTo>
                    <a:pt x="3657" y="9"/>
                    <a:pt x="3406" y="47"/>
                    <a:pt x="3177" y="115"/>
                  </a:cubicBezTo>
                  <a:cubicBezTo>
                    <a:pt x="4152" y="435"/>
                    <a:pt x="4861" y="1349"/>
                    <a:pt x="4861" y="2431"/>
                  </a:cubicBezTo>
                  <a:cubicBezTo>
                    <a:pt x="4861" y="2888"/>
                    <a:pt x="4731" y="3307"/>
                    <a:pt x="4518" y="3673"/>
                  </a:cubicBezTo>
                  <a:cubicBezTo>
                    <a:pt x="4290" y="4061"/>
                    <a:pt x="4168" y="4503"/>
                    <a:pt x="4168" y="4952"/>
                  </a:cubicBezTo>
                  <a:lnTo>
                    <a:pt x="4168" y="7626"/>
                  </a:lnTo>
                  <a:cubicBezTo>
                    <a:pt x="4168" y="9195"/>
                    <a:pt x="3284" y="10566"/>
                    <a:pt x="1989" y="11267"/>
                  </a:cubicBezTo>
                  <a:lnTo>
                    <a:pt x="1989" y="11397"/>
                  </a:lnTo>
                  <a:cubicBezTo>
                    <a:pt x="1989" y="12494"/>
                    <a:pt x="1098" y="13385"/>
                    <a:pt x="1" y="13385"/>
                  </a:cubicBezTo>
                  <a:lnTo>
                    <a:pt x="1250" y="13385"/>
                  </a:lnTo>
                  <a:cubicBezTo>
                    <a:pt x="3855" y="13385"/>
                    <a:pt x="5965" y="11275"/>
                    <a:pt x="5965" y="8677"/>
                  </a:cubicBezTo>
                  <a:lnTo>
                    <a:pt x="5965" y="4701"/>
                  </a:lnTo>
                  <a:cubicBezTo>
                    <a:pt x="6453" y="4206"/>
                    <a:pt x="6750" y="3520"/>
                    <a:pt x="6750" y="2774"/>
                  </a:cubicBezTo>
                  <a:cubicBezTo>
                    <a:pt x="6750" y="1243"/>
                    <a:pt x="5508" y="0"/>
                    <a:pt x="397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7"/>
            <p:cNvSpPr/>
            <p:nvPr/>
          </p:nvSpPr>
          <p:spPr>
            <a:xfrm>
              <a:off x="3317736" y="2411360"/>
              <a:ext cx="258312" cy="64303"/>
            </a:xfrm>
            <a:custGeom>
              <a:avLst/>
              <a:gdLst/>
              <a:ahLst/>
              <a:cxnLst/>
              <a:rect l="l" t="t" r="r" b="b"/>
              <a:pathLst>
                <a:path w="10825" h="2697" extrusionOk="0">
                  <a:moveTo>
                    <a:pt x="130" y="0"/>
                  </a:moveTo>
                  <a:cubicBezTo>
                    <a:pt x="122" y="23"/>
                    <a:pt x="115" y="54"/>
                    <a:pt x="107" y="77"/>
                  </a:cubicBezTo>
                  <a:cubicBezTo>
                    <a:pt x="107" y="77"/>
                    <a:pt x="99" y="84"/>
                    <a:pt x="99" y="84"/>
                  </a:cubicBezTo>
                  <a:cubicBezTo>
                    <a:pt x="92" y="107"/>
                    <a:pt x="84" y="137"/>
                    <a:pt x="77" y="160"/>
                  </a:cubicBezTo>
                  <a:cubicBezTo>
                    <a:pt x="77" y="168"/>
                    <a:pt x="77" y="168"/>
                    <a:pt x="77" y="176"/>
                  </a:cubicBezTo>
                  <a:cubicBezTo>
                    <a:pt x="69" y="198"/>
                    <a:pt x="61" y="221"/>
                    <a:pt x="54" y="244"/>
                  </a:cubicBezTo>
                  <a:cubicBezTo>
                    <a:pt x="54" y="252"/>
                    <a:pt x="54" y="259"/>
                    <a:pt x="54" y="267"/>
                  </a:cubicBezTo>
                  <a:cubicBezTo>
                    <a:pt x="46" y="290"/>
                    <a:pt x="39" y="313"/>
                    <a:pt x="39" y="336"/>
                  </a:cubicBezTo>
                  <a:cubicBezTo>
                    <a:pt x="39" y="343"/>
                    <a:pt x="31" y="351"/>
                    <a:pt x="31" y="366"/>
                  </a:cubicBezTo>
                  <a:cubicBezTo>
                    <a:pt x="31" y="381"/>
                    <a:pt x="23" y="404"/>
                    <a:pt x="23" y="427"/>
                  </a:cubicBezTo>
                  <a:cubicBezTo>
                    <a:pt x="16" y="435"/>
                    <a:pt x="16" y="450"/>
                    <a:pt x="16" y="465"/>
                  </a:cubicBezTo>
                  <a:cubicBezTo>
                    <a:pt x="16" y="480"/>
                    <a:pt x="8" y="503"/>
                    <a:pt x="8" y="518"/>
                  </a:cubicBezTo>
                  <a:cubicBezTo>
                    <a:pt x="8" y="534"/>
                    <a:pt x="8" y="556"/>
                    <a:pt x="8" y="572"/>
                  </a:cubicBezTo>
                  <a:cubicBezTo>
                    <a:pt x="8" y="587"/>
                    <a:pt x="0" y="602"/>
                    <a:pt x="0" y="617"/>
                  </a:cubicBezTo>
                  <a:cubicBezTo>
                    <a:pt x="0" y="648"/>
                    <a:pt x="0" y="678"/>
                    <a:pt x="0" y="709"/>
                  </a:cubicBezTo>
                  <a:cubicBezTo>
                    <a:pt x="0" y="1806"/>
                    <a:pt x="892" y="2697"/>
                    <a:pt x="1989" y="2697"/>
                  </a:cubicBezTo>
                  <a:lnTo>
                    <a:pt x="8837" y="2697"/>
                  </a:lnTo>
                  <a:cubicBezTo>
                    <a:pt x="9934" y="2697"/>
                    <a:pt x="10825" y="1806"/>
                    <a:pt x="10825" y="709"/>
                  </a:cubicBezTo>
                  <a:lnTo>
                    <a:pt x="10825" y="579"/>
                  </a:lnTo>
                  <a:cubicBezTo>
                    <a:pt x="10238" y="892"/>
                    <a:pt x="9576" y="1074"/>
                    <a:pt x="8867" y="1074"/>
                  </a:cubicBezTo>
                  <a:lnTo>
                    <a:pt x="1745" y="1074"/>
                  </a:lnTo>
                  <a:cubicBezTo>
                    <a:pt x="1021" y="1074"/>
                    <a:pt x="397" y="633"/>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7"/>
            <p:cNvSpPr/>
            <p:nvPr/>
          </p:nvSpPr>
          <p:spPr>
            <a:xfrm>
              <a:off x="3274116" y="2313463"/>
              <a:ext cx="118358" cy="80659"/>
            </a:xfrm>
            <a:custGeom>
              <a:avLst/>
              <a:gdLst/>
              <a:ahLst/>
              <a:cxnLst/>
              <a:rect l="l" t="t" r="r" b="b"/>
              <a:pathLst>
                <a:path w="4960" h="3383" extrusionOk="0">
                  <a:moveTo>
                    <a:pt x="4109" y="0"/>
                  </a:moveTo>
                  <a:cubicBezTo>
                    <a:pt x="3840" y="0"/>
                    <a:pt x="3577" y="146"/>
                    <a:pt x="3443" y="397"/>
                  </a:cubicBezTo>
                  <a:lnTo>
                    <a:pt x="2834" y="1554"/>
                  </a:lnTo>
                  <a:cubicBezTo>
                    <a:pt x="2771" y="1675"/>
                    <a:pt x="2651" y="1741"/>
                    <a:pt x="2524" y="1741"/>
                  </a:cubicBezTo>
                  <a:cubicBezTo>
                    <a:pt x="2467" y="1741"/>
                    <a:pt x="2409" y="1728"/>
                    <a:pt x="2354" y="1699"/>
                  </a:cubicBezTo>
                  <a:lnTo>
                    <a:pt x="1204" y="1097"/>
                  </a:lnTo>
                  <a:cubicBezTo>
                    <a:pt x="1092" y="1039"/>
                    <a:pt x="972" y="1012"/>
                    <a:pt x="854" y="1012"/>
                  </a:cubicBezTo>
                  <a:cubicBezTo>
                    <a:pt x="584" y="1012"/>
                    <a:pt x="323" y="1156"/>
                    <a:pt x="191" y="1410"/>
                  </a:cubicBezTo>
                  <a:cubicBezTo>
                    <a:pt x="0" y="1775"/>
                    <a:pt x="137" y="2225"/>
                    <a:pt x="503" y="2415"/>
                  </a:cubicBezTo>
                  <a:lnTo>
                    <a:pt x="2339" y="3383"/>
                  </a:lnTo>
                  <a:lnTo>
                    <a:pt x="3908" y="2720"/>
                  </a:lnTo>
                  <a:lnTo>
                    <a:pt x="4769" y="1097"/>
                  </a:lnTo>
                  <a:cubicBezTo>
                    <a:pt x="4959" y="732"/>
                    <a:pt x="4815" y="282"/>
                    <a:pt x="4449" y="84"/>
                  </a:cubicBezTo>
                  <a:cubicBezTo>
                    <a:pt x="4341" y="27"/>
                    <a:pt x="4225" y="0"/>
                    <a:pt x="41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7"/>
            <p:cNvSpPr/>
            <p:nvPr/>
          </p:nvSpPr>
          <p:spPr>
            <a:xfrm>
              <a:off x="3266838" y="2089868"/>
              <a:ext cx="456633" cy="439203"/>
            </a:xfrm>
            <a:custGeom>
              <a:avLst/>
              <a:gdLst/>
              <a:ahLst/>
              <a:cxnLst/>
              <a:rect l="l" t="t" r="r" b="b"/>
              <a:pathLst>
                <a:path w="19136" h="18421" extrusionOk="0">
                  <a:moveTo>
                    <a:pt x="4402" y="9751"/>
                  </a:moveTo>
                  <a:cubicBezTo>
                    <a:pt x="4465" y="9751"/>
                    <a:pt x="4527" y="9768"/>
                    <a:pt x="4586" y="9797"/>
                  </a:cubicBezTo>
                  <a:cubicBezTo>
                    <a:pt x="4670" y="9843"/>
                    <a:pt x="4739" y="9919"/>
                    <a:pt x="4762" y="10018"/>
                  </a:cubicBezTo>
                  <a:cubicBezTo>
                    <a:pt x="4792" y="10110"/>
                    <a:pt x="4784" y="10209"/>
                    <a:pt x="4739" y="10300"/>
                  </a:cubicBezTo>
                  <a:lnTo>
                    <a:pt x="3924" y="11847"/>
                  </a:lnTo>
                  <a:cubicBezTo>
                    <a:pt x="3451" y="11885"/>
                    <a:pt x="3009" y="12060"/>
                    <a:pt x="2659" y="12342"/>
                  </a:cubicBezTo>
                  <a:lnTo>
                    <a:pt x="983" y="11466"/>
                  </a:lnTo>
                  <a:cubicBezTo>
                    <a:pt x="899" y="11420"/>
                    <a:pt x="831" y="11336"/>
                    <a:pt x="800" y="11245"/>
                  </a:cubicBezTo>
                  <a:cubicBezTo>
                    <a:pt x="770" y="11146"/>
                    <a:pt x="785" y="11047"/>
                    <a:pt x="831" y="10963"/>
                  </a:cubicBezTo>
                  <a:cubicBezTo>
                    <a:pt x="895" y="10835"/>
                    <a:pt x="1027" y="10763"/>
                    <a:pt x="1163" y="10763"/>
                  </a:cubicBezTo>
                  <a:cubicBezTo>
                    <a:pt x="1220" y="10763"/>
                    <a:pt x="1279" y="10776"/>
                    <a:pt x="1334" y="10803"/>
                  </a:cubicBezTo>
                  <a:lnTo>
                    <a:pt x="2484" y="11412"/>
                  </a:lnTo>
                  <a:cubicBezTo>
                    <a:pt x="2593" y="11468"/>
                    <a:pt x="2710" y="11495"/>
                    <a:pt x="2825" y="11495"/>
                  </a:cubicBezTo>
                  <a:cubicBezTo>
                    <a:pt x="3087" y="11495"/>
                    <a:pt x="3339" y="11356"/>
                    <a:pt x="3467" y="11108"/>
                  </a:cubicBezTo>
                  <a:lnTo>
                    <a:pt x="4084" y="9950"/>
                  </a:lnTo>
                  <a:cubicBezTo>
                    <a:pt x="4129" y="9866"/>
                    <a:pt x="4205" y="9797"/>
                    <a:pt x="4297" y="9767"/>
                  </a:cubicBezTo>
                  <a:cubicBezTo>
                    <a:pt x="4332" y="9756"/>
                    <a:pt x="4367" y="9751"/>
                    <a:pt x="4402" y="9751"/>
                  </a:cubicBezTo>
                  <a:close/>
                  <a:moveTo>
                    <a:pt x="14943" y="3170"/>
                  </a:moveTo>
                  <a:cubicBezTo>
                    <a:pt x="15577" y="3170"/>
                    <a:pt x="16171" y="3412"/>
                    <a:pt x="16622" y="3848"/>
                  </a:cubicBezTo>
                  <a:cubicBezTo>
                    <a:pt x="17087" y="4305"/>
                    <a:pt x="17346" y="4915"/>
                    <a:pt x="17346" y="5570"/>
                  </a:cubicBezTo>
                  <a:cubicBezTo>
                    <a:pt x="17346" y="6194"/>
                    <a:pt x="17102" y="6789"/>
                    <a:pt x="16668" y="7238"/>
                  </a:cubicBezTo>
                  <a:cubicBezTo>
                    <a:pt x="16599" y="7307"/>
                    <a:pt x="16561" y="7398"/>
                    <a:pt x="16561" y="7497"/>
                  </a:cubicBezTo>
                  <a:lnTo>
                    <a:pt x="16561" y="11473"/>
                  </a:lnTo>
                  <a:cubicBezTo>
                    <a:pt x="16561" y="13698"/>
                    <a:pt x="14878" y="15533"/>
                    <a:pt x="12722" y="15777"/>
                  </a:cubicBezTo>
                  <a:cubicBezTo>
                    <a:pt x="13103" y="15358"/>
                    <a:pt x="13331" y="14802"/>
                    <a:pt x="13331" y="14193"/>
                  </a:cubicBezTo>
                  <a:lnTo>
                    <a:pt x="13331" y="13461"/>
                  </a:lnTo>
                  <a:cubicBezTo>
                    <a:pt x="13484" y="13492"/>
                    <a:pt x="13628" y="13507"/>
                    <a:pt x="13781" y="13507"/>
                  </a:cubicBezTo>
                  <a:cubicBezTo>
                    <a:pt x="14139" y="13507"/>
                    <a:pt x="14489" y="13423"/>
                    <a:pt x="14741" y="13263"/>
                  </a:cubicBezTo>
                  <a:cubicBezTo>
                    <a:pt x="14916" y="13157"/>
                    <a:pt x="14969" y="12928"/>
                    <a:pt x="14862" y="12753"/>
                  </a:cubicBezTo>
                  <a:cubicBezTo>
                    <a:pt x="14788" y="12639"/>
                    <a:pt x="14665" y="12576"/>
                    <a:pt x="14539" y="12576"/>
                  </a:cubicBezTo>
                  <a:cubicBezTo>
                    <a:pt x="14473" y="12576"/>
                    <a:pt x="14405" y="12594"/>
                    <a:pt x="14344" y="12631"/>
                  </a:cubicBezTo>
                  <a:cubicBezTo>
                    <a:pt x="14220" y="12709"/>
                    <a:pt x="14011" y="12754"/>
                    <a:pt x="13784" y="12754"/>
                  </a:cubicBezTo>
                  <a:cubicBezTo>
                    <a:pt x="13634" y="12754"/>
                    <a:pt x="13477" y="12735"/>
                    <a:pt x="13331" y="12692"/>
                  </a:cubicBezTo>
                  <a:lnTo>
                    <a:pt x="13331" y="11641"/>
                  </a:lnTo>
                  <a:cubicBezTo>
                    <a:pt x="13484" y="11671"/>
                    <a:pt x="13628" y="11687"/>
                    <a:pt x="13781" y="11687"/>
                  </a:cubicBezTo>
                  <a:cubicBezTo>
                    <a:pt x="14139" y="11687"/>
                    <a:pt x="14489" y="11610"/>
                    <a:pt x="14741" y="11450"/>
                  </a:cubicBezTo>
                  <a:cubicBezTo>
                    <a:pt x="14916" y="11336"/>
                    <a:pt x="14969" y="11108"/>
                    <a:pt x="14862" y="10932"/>
                  </a:cubicBezTo>
                  <a:cubicBezTo>
                    <a:pt x="14788" y="10818"/>
                    <a:pt x="14665" y="10756"/>
                    <a:pt x="14539" y="10756"/>
                  </a:cubicBezTo>
                  <a:cubicBezTo>
                    <a:pt x="14473" y="10756"/>
                    <a:pt x="14405" y="10773"/>
                    <a:pt x="14344" y="10811"/>
                  </a:cubicBezTo>
                  <a:cubicBezTo>
                    <a:pt x="14220" y="10894"/>
                    <a:pt x="14008" y="10941"/>
                    <a:pt x="13778" y="10941"/>
                  </a:cubicBezTo>
                  <a:cubicBezTo>
                    <a:pt x="13630" y="10941"/>
                    <a:pt x="13475" y="10921"/>
                    <a:pt x="13331" y="10879"/>
                  </a:cubicBezTo>
                  <a:lnTo>
                    <a:pt x="13331" y="9995"/>
                  </a:lnTo>
                  <a:lnTo>
                    <a:pt x="13331" y="9828"/>
                  </a:lnTo>
                  <a:cubicBezTo>
                    <a:pt x="13484" y="9851"/>
                    <a:pt x="13628" y="9866"/>
                    <a:pt x="13781" y="9866"/>
                  </a:cubicBezTo>
                  <a:cubicBezTo>
                    <a:pt x="14139" y="9866"/>
                    <a:pt x="14489" y="9790"/>
                    <a:pt x="14741" y="9630"/>
                  </a:cubicBezTo>
                  <a:cubicBezTo>
                    <a:pt x="14916" y="9523"/>
                    <a:pt x="14969" y="9287"/>
                    <a:pt x="14862" y="9112"/>
                  </a:cubicBezTo>
                  <a:cubicBezTo>
                    <a:pt x="14789" y="8999"/>
                    <a:pt x="14669" y="8937"/>
                    <a:pt x="14546" y="8937"/>
                  </a:cubicBezTo>
                  <a:cubicBezTo>
                    <a:pt x="14477" y="8937"/>
                    <a:pt x="14407" y="8957"/>
                    <a:pt x="14344" y="8998"/>
                  </a:cubicBezTo>
                  <a:cubicBezTo>
                    <a:pt x="14220" y="9076"/>
                    <a:pt x="14011" y="9120"/>
                    <a:pt x="13784" y="9120"/>
                  </a:cubicBezTo>
                  <a:cubicBezTo>
                    <a:pt x="13634" y="9120"/>
                    <a:pt x="13477" y="9101"/>
                    <a:pt x="13331" y="9059"/>
                  </a:cubicBezTo>
                  <a:lnTo>
                    <a:pt x="13331" y="7497"/>
                  </a:lnTo>
                  <a:cubicBezTo>
                    <a:pt x="13331" y="7398"/>
                    <a:pt x="13293" y="7307"/>
                    <a:pt x="13225" y="7238"/>
                  </a:cubicBezTo>
                  <a:cubicBezTo>
                    <a:pt x="12768" y="6758"/>
                    <a:pt x="12524" y="6133"/>
                    <a:pt x="12547" y="5471"/>
                  </a:cubicBezTo>
                  <a:cubicBezTo>
                    <a:pt x="12600" y="4206"/>
                    <a:pt x="13628" y="3201"/>
                    <a:pt x="14885" y="3170"/>
                  </a:cubicBezTo>
                  <a:cubicBezTo>
                    <a:pt x="14905" y="3170"/>
                    <a:pt x="14924" y="3170"/>
                    <a:pt x="14943" y="3170"/>
                  </a:cubicBezTo>
                  <a:close/>
                  <a:moveTo>
                    <a:pt x="12585" y="11816"/>
                  </a:moveTo>
                  <a:lnTo>
                    <a:pt x="12585" y="14193"/>
                  </a:lnTo>
                  <a:cubicBezTo>
                    <a:pt x="12585" y="15084"/>
                    <a:pt x="11861" y="15808"/>
                    <a:pt x="10970" y="15808"/>
                  </a:cubicBezTo>
                  <a:lnTo>
                    <a:pt x="4122" y="15808"/>
                  </a:lnTo>
                  <a:cubicBezTo>
                    <a:pt x="3230" y="15808"/>
                    <a:pt x="2507" y="15084"/>
                    <a:pt x="2507" y="14193"/>
                  </a:cubicBezTo>
                  <a:cubicBezTo>
                    <a:pt x="2507" y="13309"/>
                    <a:pt x="3230" y="12585"/>
                    <a:pt x="4122" y="12585"/>
                  </a:cubicBezTo>
                  <a:lnTo>
                    <a:pt x="10741" y="12585"/>
                  </a:lnTo>
                  <a:cubicBezTo>
                    <a:pt x="11465" y="12585"/>
                    <a:pt x="12112" y="12288"/>
                    <a:pt x="12585" y="11816"/>
                  </a:cubicBezTo>
                  <a:close/>
                  <a:moveTo>
                    <a:pt x="13472" y="1"/>
                  </a:moveTo>
                  <a:cubicBezTo>
                    <a:pt x="13458" y="1"/>
                    <a:pt x="13444" y="1"/>
                    <a:pt x="13430" y="1"/>
                  </a:cubicBezTo>
                  <a:cubicBezTo>
                    <a:pt x="12798" y="17"/>
                    <a:pt x="12295" y="550"/>
                    <a:pt x="12318" y="1190"/>
                  </a:cubicBezTo>
                  <a:cubicBezTo>
                    <a:pt x="12318" y="1391"/>
                    <a:pt x="12485" y="1548"/>
                    <a:pt x="12685" y="1548"/>
                  </a:cubicBezTo>
                  <a:cubicBezTo>
                    <a:pt x="12690" y="1548"/>
                    <a:pt x="12694" y="1548"/>
                    <a:pt x="12699" y="1548"/>
                  </a:cubicBezTo>
                  <a:cubicBezTo>
                    <a:pt x="12905" y="1540"/>
                    <a:pt x="13072" y="1372"/>
                    <a:pt x="13065" y="1167"/>
                  </a:cubicBezTo>
                  <a:cubicBezTo>
                    <a:pt x="13057" y="938"/>
                    <a:pt x="13232" y="755"/>
                    <a:pt x="13453" y="748"/>
                  </a:cubicBezTo>
                  <a:cubicBezTo>
                    <a:pt x="13458" y="748"/>
                    <a:pt x="13463" y="748"/>
                    <a:pt x="13467" y="748"/>
                  </a:cubicBezTo>
                  <a:cubicBezTo>
                    <a:pt x="13689" y="748"/>
                    <a:pt x="13865" y="920"/>
                    <a:pt x="13872" y="1136"/>
                  </a:cubicBezTo>
                  <a:lnTo>
                    <a:pt x="13880" y="2606"/>
                  </a:lnTo>
                  <a:cubicBezTo>
                    <a:pt x="12707" y="3033"/>
                    <a:pt x="11853" y="4130"/>
                    <a:pt x="11800" y="5440"/>
                  </a:cubicBezTo>
                  <a:cubicBezTo>
                    <a:pt x="11770" y="6255"/>
                    <a:pt x="12044" y="7032"/>
                    <a:pt x="12585" y="7642"/>
                  </a:cubicBezTo>
                  <a:lnTo>
                    <a:pt x="12585" y="9995"/>
                  </a:lnTo>
                  <a:cubicBezTo>
                    <a:pt x="12585" y="11009"/>
                    <a:pt x="11762" y="11831"/>
                    <a:pt x="10741" y="11831"/>
                  </a:cubicBezTo>
                  <a:lnTo>
                    <a:pt x="4777" y="11831"/>
                  </a:lnTo>
                  <a:lnTo>
                    <a:pt x="5401" y="10651"/>
                  </a:lnTo>
                  <a:cubicBezTo>
                    <a:pt x="5691" y="10102"/>
                    <a:pt x="5478" y="9424"/>
                    <a:pt x="4929" y="9135"/>
                  </a:cubicBezTo>
                  <a:cubicBezTo>
                    <a:pt x="4770" y="9050"/>
                    <a:pt x="4593" y="9006"/>
                    <a:pt x="4413" y="9006"/>
                  </a:cubicBezTo>
                  <a:cubicBezTo>
                    <a:pt x="4301" y="9006"/>
                    <a:pt x="4187" y="9023"/>
                    <a:pt x="4076" y="9059"/>
                  </a:cubicBezTo>
                  <a:cubicBezTo>
                    <a:pt x="3794" y="9142"/>
                    <a:pt x="3558" y="9340"/>
                    <a:pt x="3421" y="9599"/>
                  </a:cubicBezTo>
                  <a:lnTo>
                    <a:pt x="2819" y="10742"/>
                  </a:lnTo>
                  <a:lnTo>
                    <a:pt x="1684" y="10140"/>
                  </a:lnTo>
                  <a:cubicBezTo>
                    <a:pt x="1518" y="10052"/>
                    <a:pt x="1340" y="10011"/>
                    <a:pt x="1164" y="10011"/>
                  </a:cubicBezTo>
                  <a:cubicBezTo>
                    <a:pt x="760" y="10011"/>
                    <a:pt x="370" y="10230"/>
                    <a:pt x="168" y="10613"/>
                  </a:cubicBezTo>
                  <a:cubicBezTo>
                    <a:pt x="31" y="10879"/>
                    <a:pt x="1" y="11176"/>
                    <a:pt x="84" y="11466"/>
                  </a:cubicBezTo>
                  <a:cubicBezTo>
                    <a:pt x="176" y="11755"/>
                    <a:pt x="374" y="11984"/>
                    <a:pt x="633" y="12128"/>
                  </a:cubicBezTo>
                  <a:lnTo>
                    <a:pt x="2141" y="12913"/>
                  </a:lnTo>
                  <a:cubicBezTo>
                    <a:pt x="1897" y="13286"/>
                    <a:pt x="1760" y="13720"/>
                    <a:pt x="1760" y="14193"/>
                  </a:cubicBezTo>
                  <a:cubicBezTo>
                    <a:pt x="1760" y="15373"/>
                    <a:pt x="2621" y="16349"/>
                    <a:pt x="3748" y="16524"/>
                  </a:cubicBezTo>
                  <a:lnTo>
                    <a:pt x="3748" y="18047"/>
                  </a:lnTo>
                  <a:cubicBezTo>
                    <a:pt x="3748" y="18253"/>
                    <a:pt x="3916" y="18420"/>
                    <a:pt x="4122" y="18420"/>
                  </a:cubicBezTo>
                  <a:cubicBezTo>
                    <a:pt x="4327" y="18420"/>
                    <a:pt x="4495" y="18253"/>
                    <a:pt x="4495" y="18047"/>
                  </a:cubicBezTo>
                  <a:lnTo>
                    <a:pt x="4495" y="16554"/>
                  </a:lnTo>
                  <a:lnTo>
                    <a:pt x="5599" y="16554"/>
                  </a:lnTo>
                  <a:lnTo>
                    <a:pt x="5599" y="18047"/>
                  </a:lnTo>
                  <a:cubicBezTo>
                    <a:pt x="5599" y="18253"/>
                    <a:pt x="5767" y="18420"/>
                    <a:pt x="5973" y="18420"/>
                  </a:cubicBezTo>
                  <a:cubicBezTo>
                    <a:pt x="6178" y="18420"/>
                    <a:pt x="6346" y="18253"/>
                    <a:pt x="6346" y="18047"/>
                  </a:cubicBezTo>
                  <a:lnTo>
                    <a:pt x="6346" y="16554"/>
                  </a:lnTo>
                  <a:lnTo>
                    <a:pt x="7443" y="16554"/>
                  </a:lnTo>
                  <a:lnTo>
                    <a:pt x="7443" y="18047"/>
                  </a:lnTo>
                  <a:cubicBezTo>
                    <a:pt x="7443" y="18253"/>
                    <a:pt x="7610" y="18420"/>
                    <a:pt x="7816" y="18420"/>
                  </a:cubicBezTo>
                  <a:cubicBezTo>
                    <a:pt x="8022" y="18420"/>
                    <a:pt x="8189" y="18253"/>
                    <a:pt x="8189" y="18047"/>
                  </a:cubicBezTo>
                  <a:lnTo>
                    <a:pt x="8189" y="16554"/>
                  </a:lnTo>
                  <a:lnTo>
                    <a:pt x="9294" y="16554"/>
                  </a:lnTo>
                  <a:lnTo>
                    <a:pt x="9294" y="18047"/>
                  </a:lnTo>
                  <a:cubicBezTo>
                    <a:pt x="9294" y="18253"/>
                    <a:pt x="9462" y="18420"/>
                    <a:pt x="9667" y="18420"/>
                  </a:cubicBezTo>
                  <a:cubicBezTo>
                    <a:pt x="9873" y="18420"/>
                    <a:pt x="10040" y="18253"/>
                    <a:pt x="10040" y="18047"/>
                  </a:cubicBezTo>
                  <a:lnTo>
                    <a:pt x="10040" y="16554"/>
                  </a:lnTo>
                  <a:lnTo>
                    <a:pt x="11145" y="16554"/>
                  </a:lnTo>
                  <a:lnTo>
                    <a:pt x="11145" y="18047"/>
                  </a:lnTo>
                  <a:cubicBezTo>
                    <a:pt x="11145" y="18253"/>
                    <a:pt x="11313" y="18420"/>
                    <a:pt x="11518" y="18420"/>
                  </a:cubicBezTo>
                  <a:cubicBezTo>
                    <a:pt x="11724" y="18420"/>
                    <a:pt x="11892" y="18253"/>
                    <a:pt x="11892" y="18047"/>
                  </a:cubicBezTo>
                  <a:lnTo>
                    <a:pt x="11892" y="16554"/>
                  </a:lnTo>
                  <a:lnTo>
                    <a:pt x="12219" y="16554"/>
                  </a:lnTo>
                  <a:cubicBezTo>
                    <a:pt x="12486" y="16554"/>
                    <a:pt x="12745" y="16539"/>
                    <a:pt x="12996" y="16501"/>
                  </a:cubicBezTo>
                  <a:lnTo>
                    <a:pt x="12996" y="18047"/>
                  </a:lnTo>
                  <a:cubicBezTo>
                    <a:pt x="12996" y="18253"/>
                    <a:pt x="13164" y="18420"/>
                    <a:pt x="13369" y="18420"/>
                  </a:cubicBezTo>
                  <a:cubicBezTo>
                    <a:pt x="13575" y="18420"/>
                    <a:pt x="13743" y="18253"/>
                    <a:pt x="13743" y="18047"/>
                  </a:cubicBezTo>
                  <a:lnTo>
                    <a:pt x="13743" y="16326"/>
                  </a:lnTo>
                  <a:cubicBezTo>
                    <a:pt x="14459" y="16097"/>
                    <a:pt x="15114" y="15716"/>
                    <a:pt x="15662" y="15214"/>
                  </a:cubicBezTo>
                  <a:cubicBezTo>
                    <a:pt x="16089" y="15701"/>
                    <a:pt x="16759" y="16158"/>
                    <a:pt x="17338" y="16364"/>
                  </a:cubicBezTo>
                  <a:cubicBezTo>
                    <a:pt x="17376" y="16379"/>
                    <a:pt x="17422" y="16387"/>
                    <a:pt x="17460" y="16387"/>
                  </a:cubicBezTo>
                  <a:cubicBezTo>
                    <a:pt x="17612" y="16387"/>
                    <a:pt x="17757" y="16288"/>
                    <a:pt x="17810" y="16135"/>
                  </a:cubicBezTo>
                  <a:cubicBezTo>
                    <a:pt x="17879" y="15945"/>
                    <a:pt x="17780" y="15732"/>
                    <a:pt x="17582" y="15655"/>
                  </a:cubicBezTo>
                  <a:cubicBezTo>
                    <a:pt x="17102" y="15488"/>
                    <a:pt x="16515" y="15076"/>
                    <a:pt x="16173" y="14665"/>
                  </a:cubicBezTo>
                  <a:cubicBezTo>
                    <a:pt x="16508" y="14254"/>
                    <a:pt x="16774" y="13789"/>
                    <a:pt x="16972" y="13294"/>
                  </a:cubicBezTo>
                  <a:cubicBezTo>
                    <a:pt x="17262" y="13431"/>
                    <a:pt x="17605" y="13507"/>
                    <a:pt x="17948" y="13507"/>
                  </a:cubicBezTo>
                  <a:cubicBezTo>
                    <a:pt x="18306" y="13507"/>
                    <a:pt x="18648" y="13423"/>
                    <a:pt x="18907" y="13263"/>
                  </a:cubicBezTo>
                  <a:cubicBezTo>
                    <a:pt x="19083" y="13157"/>
                    <a:pt x="19136" y="12928"/>
                    <a:pt x="19022" y="12753"/>
                  </a:cubicBezTo>
                  <a:cubicBezTo>
                    <a:pt x="18952" y="12639"/>
                    <a:pt x="18831" y="12576"/>
                    <a:pt x="18706" y="12576"/>
                  </a:cubicBezTo>
                  <a:cubicBezTo>
                    <a:pt x="18639" y="12576"/>
                    <a:pt x="18572" y="12594"/>
                    <a:pt x="18511" y="12631"/>
                  </a:cubicBezTo>
                  <a:cubicBezTo>
                    <a:pt x="18384" y="12712"/>
                    <a:pt x="18174" y="12758"/>
                    <a:pt x="17946" y="12758"/>
                  </a:cubicBezTo>
                  <a:cubicBezTo>
                    <a:pt x="17723" y="12758"/>
                    <a:pt x="17485" y="12714"/>
                    <a:pt x="17292" y="12616"/>
                  </a:cubicBezTo>
                  <a:cubicBezTo>
                    <a:pt x="17254" y="12601"/>
                    <a:pt x="17224" y="12585"/>
                    <a:pt x="17186" y="12578"/>
                  </a:cubicBezTo>
                  <a:cubicBezTo>
                    <a:pt x="17254" y="12266"/>
                    <a:pt x="17300" y="11938"/>
                    <a:pt x="17308" y="11603"/>
                  </a:cubicBezTo>
                  <a:cubicBezTo>
                    <a:pt x="17513" y="11656"/>
                    <a:pt x="17727" y="11687"/>
                    <a:pt x="17948" y="11687"/>
                  </a:cubicBezTo>
                  <a:cubicBezTo>
                    <a:pt x="18306" y="11687"/>
                    <a:pt x="18648" y="11610"/>
                    <a:pt x="18907" y="11450"/>
                  </a:cubicBezTo>
                  <a:cubicBezTo>
                    <a:pt x="19083" y="11336"/>
                    <a:pt x="19136" y="11108"/>
                    <a:pt x="19022" y="10932"/>
                  </a:cubicBezTo>
                  <a:cubicBezTo>
                    <a:pt x="18952" y="10818"/>
                    <a:pt x="18831" y="10756"/>
                    <a:pt x="18706" y="10756"/>
                  </a:cubicBezTo>
                  <a:cubicBezTo>
                    <a:pt x="18639" y="10756"/>
                    <a:pt x="18572" y="10773"/>
                    <a:pt x="18511" y="10811"/>
                  </a:cubicBezTo>
                  <a:cubicBezTo>
                    <a:pt x="18383" y="10892"/>
                    <a:pt x="18173" y="10938"/>
                    <a:pt x="17946" y="10938"/>
                  </a:cubicBezTo>
                  <a:cubicBezTo>
                    <a:pt x="17730" y="10938"/>
                    <a:pt x="17498" y="10896"/>
                    <a:pt x="17308" y="10803"/>
                  </a:cubicBezTo>
                  <a:lnTo>
                    <a:pt x="17308" y="9782"/>
                  </a:lnTo>
                  <a:cubicBezTo>
                    <a:pt x="17513" y="9836"/>
                    <a:pt x="17734" y="9866"/>
                    <a:pt x="17948" y="9866"/>
                  </a:cubicBezTo>
                  <a:cubicBezTo>
                    <a:pt x="18306" y="9866"/>
                    <a:pt x="18648" y="9790"/>
                    <a:pt x="18907" y="9630"/>
                  </a:cubicBezTo>
                  <a:cubicBezTo>
                    <a:pt x="19083" y="9523"/>
                    <a:pt x="19136" y="9287"/>
                    <a:pt x="19022" y="9112"/>
                  </a:cubicBezTo>
                  <a:cubicBezTo>
                    <a:pt x="18953" y="8999"/>
                    <a:pt x="18835" y="8937"/>
                    <a:pt x="18712" y="8937"/>
                  </a:cubicBezTo>
                  <a:cubicBezTo>
                    <a:pt x="18644" y="8937"/>
                    <a:pt x="18574" y="8957"/>
                    <a:pt x="18511" y="8998"/>
                  </a:cubicBezTo>
                  <a:cubicBezTo>
                    <a:pt x="18384" y="9075"/>
                    <a:pt x="18177" y="9119"/>
                    <a:pt x="17953" y="9119"/>
                  </a:cubicBezTo>
                  <a:cubicBezTo>
                    <a:pt x="17735" y="9119"/>
                    <a:pt x="17500" y="9077"/>
                    <a:pt x="17308" y="8982"/>
                  </a:cubicBezTo>
                  <a:lnTo>
                    <a:pt x="17308" y="7642"/>
                  </a:lnTo>
                  <a:cubicBezTo>
                    <a:pt x="17810" y="7070"/>
                    <a:pt x="18092" y="6339"/>
                    <a:pt x="18092" y="5570"/>
                  </a:cubicBezTo>
                  <a:cubicBezTo>
                    <a:pt x="18092" y="4709"/>
                    <a:pt x="17757" y="3917"/>
                    <a:pt x="17148" y="3315"/>
                  </a:cubicBezTo>
                  <a:cubicBezTo>
                    <a:pt x="16866" y="3048"/>
                    <a:pt x="16546" y="2835"/>
                    <a:pt x="16203" y="2683"/>
                  </a:cubicBezTo>
                  <a:lnTo>
                    <a:pt x="16203" y="1144"/>
                  </a:lnTo>
                  <a:cubicBezTo>
                    <a:pt x="16203" y="1037"/>
                    <a:pt x="16241" y="938"/>
                    <a:pt x="16325" y="862"/>
                  </a:cubicBezTo>
                  <a:cubicBezTo>
                    <a:pt x="16401" y="786"/>
                    <a:pt x="16500" y="748"/>
                    <a:pt x="16607" y="748"/>
                  </a:cubicBezTo>
                  <a:cubicBezTo>
                    <a:pt x="16835" y="748"/>
                    <a:pt x="17011" y="931"/>
                    <a:pt x="17011" y="1159"/>
                  </a:cubicBezTo>
                  <a:cubicBezTo>
                    <a:pt x="17011" y="1365"/>
                    <a:pt x="17178" y="1532"/>
                    <a:pt x="17384" y="1532"/>
                  </a:cubicBezTo>
                  <a:cubicBezTo>
                    <a:pt x="17589" y="1532"/>
                    <a:pt x="17757" y="1365"/>
                    <a:pt x="17757" y="1159"/>
                  </a:cubicBezTo>
                  <a:cubicBezTo>
                    <a:pt x="17765" y="527"/>
                    <a:pt x="17254" y="1"/>
                    <a:pt x="16614" y="1"/>
                  </a:cubicBezTo>
                  <a:lnTo>
                    <a:pt x="16607" y="1"/>
                  </a:lnTo>
                  <a:cubicBezTo>
                    <a:pt x="15975" y="1"/>
                    <a:pt x="15457" y="512"/>
                    <a:pt x="15449" y="1144"/>
                  </a:cubicBezTo>
                  <a:lnTo>
                    <a:pt x="15457" y="2462"/>
                  </a:lnTo>
                  <a:cubicBezTo>
                    <a:pt x="15299" y="2437"/>
                    <a:pt x="15136" y="2422"/>
                    <a:pt x="14972" y="2422"/>
                  </a:cubicBezTo>
                  <a:cubicBezTo>
                    <a:pt x="14938" y="2422"/>
                    <a:pt x="14904" y="2422"/>
                    <a:pt x="14870" y="2424"/>
                  </a:cubicBezTo>
                  <a:cubicBezTo>
                    <a:pt x="14786" y="2424"/>
                    <a:pt x="14710" y="2431"/>
                    <a:pt x="14626" y="2439"/>
                  </a:cubicBezTo>
                  <a:lnTo>
                    <a:pt x="14619" y="1129"/>
                  </a:lnTo>
                  <a:cubicBezTo>
                    <a:pt x="14619" y="1121"/>
                    <a:pt x="14619" y="1121"/>
                    <a:pt x="14619" y="1121"/>
                  </a:cubicBezTo>
                  <a:cubicBezTo>
                    <a:pt x="14604" y="495"/>
                    <a:pt x="14093" y="1"/>
                    <a:pt x="1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7"/>
            <p:cNvSpPr/>
            <p:nvPr/>
          </p:nvSpPr>
          <p:spPr>
            <a:xfrm>
              <a:off x="3582944" y="2214922"/>
              <a:ext cx="17658" cy="16404"/>
            </a:xfrm>
            <a:custGeom>
              <a:avLst/>
              <a:gdLst/>
              <a:ahLst/>
              <a:cxnLst/>
              <a:rect l="l" t="t" r="r" b="b"/>
              <a:pathLst>
                <a:path w="740" h="688" extrusionOk="0">
                  <a:moveTo>
                    <a:pt x="366" y="0"/>
                  </a:moveTo>
                  <a:cubicBezTo>
                    <a:pt x="204" y="0"/>
                    <a:pt x="58" y="122"/>
                    <a:pt x="31" y="287"/>
                  </a:cubicBezTo>
                  <a:cubicBezTo>
                    <a:pt x="0" y="477"/>
                    <a:pt x="130" y="652"/>
                    <a:pt x="313" y="683"/>
                  </a:cubicBezTo>
                  <a:cubicBezTo>
                    <a:pt x="331" y="686"/>
                    <a:pt x="350" y="687"/>
                    <a:pt x="368" y="687"/>
                  </a:cubicBezTo>
                  <a:cubicBezTo>
                    <a:pt x="536" y="687"/>
                    <a:pt x="681" y="565"/>
                    <a:pt x="709" y="393"/>
                  </a:cubicBezTo>
                  <a:cubicBezTo>
                    <a:pt x="739" y="210"/>
                    <a:pt x="610" y="28"/>
                    <a:pt x="419" y="5"/>
                  </a:cubicBezTo>
                  <a:cubicBezTo>
                    <a:pt x="401" y="2"/>
                    <a:pt x="384" y="0"/>
                    <a:pt x="3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7"/>
            <p:cNvSpPr/>
            <p:nvPr/>
          </p:nvSpPr>
          <p:spPr>
            <a:xfrm>
              <a:off x="3611842" y="2223910"/>
              <a:ext cx="27466" cy="19479"/>
            </a:xfrm>
            <a:custGeom>
              <a:avLst/>
              <a:gdLst/>
              <a:ahLst/>
              <a:cxnLst/>
              <a:rect l="l" t="t" r="r" b="b"/>
              <a:pathLst>
                <a:path w="1151" h="817" extrusionOk="0">
                  <a:moveTo>
                    <a:pt x="231" y="1"/>
                  </a:moveTo>
                  <a:cubicBezTo>
                    <a:pt x="115" y="1"/>
                    <a:pt x="16" y="97"/>
                    <a:pt x="8" y="214"/>
                  </a:cubicBezTo>
                  <a:cubicBezTo>
                    <a:pt x="1" y="367"/>
                    <a:pt x="54" y="511"/>
                    <a:pt x="161" y="626"/>
                  </a:cubicBezTo>
                  <a:cubicBezTo>
                    <a:pt x="260" y="740"/>
                    <a:pt x="397" y="808"/>
                    <a:pt x="549" y="816"/>
                  </a:cubicBezTo>
                  <a:lnTo>
                    <a:pt x="580" y="816"/>
                  </a:lnTo>
                  <a:cubicBezTo>
                    <a:pt x="877" y="816"/>
                    <a:pt x="1128" y="580"/>
                    <a:pt x="1151" y="275"/>
                  </a:cubicBezTo>
                  <a:cubicBezTo>
                    <a:pt x="1151" y="153"/>
                    <a:pt x="1060" y="47"/>
                    <a:pt x="938" y="39"/>
                  </a:cubicBezTo>
                  <a:cubicBezTo>
                    <a:pt x="933" y="39"/>
                    <a:pt x="928" y="39"/>
                    <a:pt x="924" y="39"/>
                  </a:cubicBezTo>
                  <a:cubicBezTo>
                    <a:pt x="801" y="39"/>
                    <a:pt x="701" y="135"/>
                    <a:pt x="701" y="252"/>
                  </a:cubicBezTo>
                  <a:cubicBezTo>
                    <a:pt x="694" y="313"/>
                    <a:pt x="641" y="367"/>
                    <a:pt x="572" y="367"/>
                  </a:cubicBezTo>
                  <a:cubicBezTo>
                    <a:pt x="542" y="359"/>
                    <a:pt x="511" y="351"/>
                    <a:pt x="488" y="329"/>
                  </a:cubicBezTo>
                  <a:cubicBezTo>
                    <a:pt x="465" y="298"/>
                    <a:pt x="458" y="268"/>
                    <a:pt x="458" y="237"/>
                  </a:cubicBezTo>
                  <a:cubicBezTo>
                    <a:pt x="465" y="115"/>
                    <a:pt x="374" y="9"/>
                    <a:pt x="244" y="1"/>
                  </a:cubicBezTo>
                  <a:cubicBezTo>
                    <a:pt x="240" y="1"/>
                    <a:pt x="236" y="1"/>
                    <a:pt x="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7"/>
            <p:cNvSpPr/>
            <p:nvPr/>
          </p:nvSpPr>
          <p:spPr>
            <a:xfrm>
              <a:off x="3647111" y="2212919"/>
              <a:ext cx="17658" cy="16404"/>
            </a:xfrm>
            <a:custGeom>
              <a:avLst/>
              <a:gdLst/>
              <a:ahLst/>
              <a:cxnLst/>
              <a:rect l="l" t="t" r="r" b="b"/>
              <a:pathLst>
                <a:path w="740" h="688" extrusionOk="0">
                  <a:moveTo>
                    <a:pt x="371" y="1"/>
                  </a:moveTo>
                  <a:cubicBezTo>
                    <a:pt x="204" y="1"/>
                    <a:pt x="58" y="122"/>
                    <a:pt x="31" y="287"/>
                  </a:cubicBezTo>
                  <a:cubicBezTo>
                    <a:pt x="0" y="477"/>
                    <a:pt x="130" y="652"/>
                    <a:pt x="320" y="683"/>
                  </a:cubicBezTo>
                  <a:cubicBezTo>
                    <a:pt x="339" y="686"/>
                    <a:pt x="358" y="687"/>
                    <a:pt x="376" y="687"/>
                  </a:cubicBezTo>
                  <a:cubicBezTo>
                    <a:pt x="544" y="687"/>
                    <a:pt x="689" y="565"/>
                    <a:pt x="717" y="393"/>
                  </a:cubicBezTo>
                  <a:cubicBezTo>
                    <a:pt x="739" y="211"/>
                    <a:pt x="610" y="35"/>
                    <a:pt x="427" y="5"/>
                  </a:cubicBezTo>
                  <a:cubicBezTo>
                    <a:pt x="408" y="2"/>
                    <a:pt x="390"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7"/>
            <p:cNvSpPr/>
            <p:nvPr/>
          </p:nvSpPr>
          <p:spPr>
            <a:xfrm>
              <a:off x="3516058" y="2418799"/>
              <a:ext cx="10738" cy="21268"/>
            </a:xfrm>
            <a:custGeom>
              <a:avLst/>
              <a:gdLst/>
              <a:ahLst/>
              <a:cxnLst/>
              <a:rect l="l" t="t" r="r" b="b"/>
              <a:pathLst>
                <a:path w="450" h="892" extrusionOk="0">
                  <a:moveTo>
                    <a:pt x="229" y="1"/>
                  </a:moveTo>
                  <a:cubicBezTo>
                    <a:pt x="99" y="1"/>
                    <a:pt x="0" y="107"/>
                    <a:pt x="0" y="229"/>
                  </a:cubicBezTo>
                  <a:lnTo>
                    <a:pt x="0" y="663"/>
                  </a:lnTo>
                  <a:cubicBezTo>
                    <a:pt x="0" y="793"/>
                    <a:pt x="99" y="892"/>
                    <a:pt x="229" y="892"/>
                  </a:cubicBezTo>
                  <a:cubicBezTo>
                    <a:pt x="351" y="892"/>
                    <a:pt x="450" y="793"/>
                    <a:pt x="450" y="663"/>
                  </a:cubicBezTo>
                  <a:lnTo>
                    <a:pt x="450" y="229"/>
                  </a:lnTo>
                  <a:cubicBezTo>
                    <a:pt x="450" y="107"/>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7"/>
            <p:cNvSpPr/>
            <p:nvPr/>
          </p:nvSpPr>
          <p:spPr>
            <a:xfrm>
              <a:off x="3488067" y="2405733"/>
              <a:ext cx="10738" cy="21077"/>
            </a:xfrm>
            <a:custGeom>
              <a:avLst/>
              <a:gdLst/>
              <a:ahLst/>
              <a:cxnLst/>
              <a:rect l="l" t="t" r="r" b="b"/>
              <a:pathLst>
                <a:path w="450" h="884" extrusionOk="0">
                  <a:moveTo>
                    <a:pt x="229" y="0"/>
                  </a:moveTo>
                  <a:cubicBezTo>
                    <a:pt x="107" y="0"/>
                    <a:pt x="0" y="99"/>
                    <a:pt x="0" y="221"/>
                  </a:cubicBezTo>
                  <a:lnTo>
                    <a:pt x="0" y="663"/>
                  </a:lnTo>
                  <a:cubicBezTo>
                    <a:pt x="0" y="785"/>
                    <a:pt x="107" y="884"/>
                    <a:pt x="229" y="884"/>
                  </a:cubicBezTo>
                  <a:cubicBezTo>
                    <a:pt x="351" y="884"/>
                    <a:pt x="450" y="785"/>
                    <a:pt x="450" y="66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7"/>
            <p:cNvSpPr/>
            <p:nvPr/>
          </p:nvSpPr>
          <p:spPr>
            <a:xfrm>
              <a:off x="3463155" y="2426977"/>
              <a:ext cx="10738" cy="21268"/>
            </a:xfrm>
            <a:custGeom>
              <a:avLst/>
              <a:gdLst/>
              <a:ahLst/>
              <a:cxnLst/>
              <a:rect l="l" t="t" r="r" b="b"/>
              <a:pathLst>
                <a:path w="450" h="892" extrusionOk="0">
                  <a:moveTo>
                    <a:pt x="221" y="0"/>
                  </a:moveTo>
                  <a:cubicBezTo>
                    <a:pt x="100" y="0"/>
                    <a:pt x="0" y="99"/>
                    <a:pt x="0" y="229"/>
                  </a:cubicBezTo>
                  <a:lnTo>
                    <a:pt x="0" y="663"/>
                  </a:lnTo>
                  <a:cubicBezTo>
                    <a:pt x="0" y="785"/>
                    <a:pt x="100" y="892"/>
                    <a:pt x="221" y="892"/>
                  </a:cubicBezTo>
                  <a:cubicBezTo>
                    <a:pt x="343" y="892"/>
                    <a:pt x="450" y="785"/>
                    <a:pt x="450" y="663"/>
                  </a:cubicBezTo>
                  <a:lnTo>
                    <a:pt x="450" y="229"/>
                  </a:lnTo>
                  <a:cubicBezTo>
                    <a:pt x="450"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7"/>
            <p:cNvSpPr/>
            <p:nvPr/>
          </p:nvSpPr>
          <p:spPr>
            <a:xfrm>
              <a:off x="3389348" y="2402085"/>
              <a:ext cx="53643" cy="17834"/>
            </a:xfrm>
            <a:custGeom>
              <a:avLst/>
              <a:gdLst/>
              <a:ahLst/>
              <a:cxnLst/>
              <a:rect l="l" t="t" r="r" b="b"/>
              <a:pathLst>
                <a:path w="2248" h="748" extrusionOk="0">
                  <a:moveTo>
                    <a:pt x="374" y="1"/>
                  </a:moveTo>
                  <a:cubicBezTo>
                    <a:pt x="168" y="1"/>
                    <a:pt x="1" y="168"/>
                    <a:pt x="1" y="374"/>
                  </a:cubicBezTo>
                  <a:cubicBezTo>
                    <a:pt x="1" y="580"/>
                    <a:pt x="168" y="747"/>
                    <a:pt x="374" y="747"/>
                  </a:cubicBezTo>
                  <a:lnTo>
                    <a:pt x="1875" y="747"/>
                  </a:lnTo>
                  <a:cubicBezTo>
                    <a:pt x="2080" y="747"/>
                    <a:pt x="2248" y="580"/>
                    <a:pt x="2248" y="374"/>
                  </a:cubicBezTo>
                  <a:cubicBezTo>
                    <a:pt x="2248" y="168"/>
                    <a:pt x="2080"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7"/>
            <p:cNvSpPr/>
            <p:nvPr/>
          </p:nvSpPr>
          <p:spPr>
            <a:xfrm>
              <a:off x="3357730" y="2402085"/>
              <a:ext cx="20021" cy="17834"/>
            </a:xfrm>
            <a:custGeom>
              <a:avLst/>
              <a:gdLst/>
              <a:ahLst/>
              <a:cxnLst/>
              <a:rect l="l" t="t" r="r" b="b"/>
              <a:pathLst>
                <a:path w="839" h="748" extrusionOk="0">
                  <a:moveTo>
                    <a:pt x="374" y="1"/>
                  </a:moveTo>
                  <a:cubicBezTo>
                    <a:pt x="160" y="1"/>
                    <a:pt x="0" y="168"/>
                    <a:pt x="0" y="374"/>
                  </a:cubicBezTo>
                  <a:cubicBezTo>
                    <a:pt x="0" y="580"/>
                    <a:pt x="160" y="747"/>
                    <a:pt x="374" y="747"/>
                  </a:cubicBezTo>
                  <a:lnTo>
                    <a:pt x="457" y="747"/>
                  </a:lnTo>
                  <a:cubicBezTo>
                    <a:pt x="671" y="747"/>
                    <a:pt x="838" y="580"/>
                    <a:pt x="838" y="374"/>
                  </a:cubicBezTo>
                  <a:cubicBezTo>
                    <a:pt x="838" y="168"/>
                    <a:pt x="671" y="1"/>
                    <a:pt x="4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7"/>
            <p:cNvSpPr/>
            <p:nvPr/>
          </p:nvSpPr>
          <p:spPr>
            <a:xfrm>
              <a:off x="3275929" y="2150189"/>
              <a:ext cx="65646" cy="72314"/>
            </a:xfrm>
            <a:custGeom>
              <a:avLst/>
              <a:gdLst/>
              <a:ahLst/>
              <a:cxnLst/>
              <a:rect l="l" t="t" r="r" b="b"/>
              <a:pathLst>
                <a:path w="2751" h="3033" extrusionOk="0">
                  <a:moveTo>
                    <a:pt x="1379" y="0"/>
                  </a:moveTo>
                  <a:cubicBezTo>
                    <a:pt x="1330" y="0"/>
                    <a:pt x="1280" y="31"/>
                    <a:pt x="1257" y="92"/>
                  </a:cubicBezTo>
                  <a:lnTo>
                    <a:pt x="953" y="953"/>
                  </a:lnTo>
                  <a:cubicBezTo>
                    <a:pt x="937" y="991"/>
                    <a:pt x="915" y="1021"/>
                    <a:pt x="876" y="1036"/>
                  </a:cubicBezTo>
                  <a:lnTo>
                    <a:pt x="115" y="1379"/>
                  </a:lnTo>
                  <a:cubicBezTo>
                    <a:pt x="0" y="1432"/>
                    <a:pt x="0" y="1600"/>
                    <a:pt x="115" y="1653"/>
                  </a:cubicBezTo>
                  <a:lnTo>
                    <a:pt x="876" y="1996"/>
                  </a:lnTo>
                  <a:cubicBezTo>
                    <a:pt x="915" y="2011"/>
                    <a:pt x="937" y="2042"/>
                    <a:pt x="953" y="2080"/>
                  </a:cubicBezTo>
                  <a:lnTo>
                    <a:pt x="1257" y="2941"/>
                  </a:lnTo>
                  <a:cubicBezTo>
                    <a:pt x="1280" y="3002"/>
                    <a:pt x="1330" y="3032"/>
                    <a:pt x="1379" y="3032"/>
                  </a:cubicBezTo>
                  <a:cubicBezTo>
                    <a:pt x="1429" y="3032"/>
                    <a:pt x="1478" y="3002"/>
                    <a:pt x="1501" y="2941"/>
                  </a:cubicBezTo>
                  <a:lnTo>
                    <a:pt x="1806" y="2080"/>
                  </a:lnTo>
                  <a:cubicBezTo>
                    <a:pt x="1821" y="2042"/>
                    <a:pt x="1844" y="2011"/>
                    <a:pt x="1874" y="1996"/>
                  </a:cubicBezTo>
                  <a:lnTo>
                    <a:pt x="2644" y="1653"/>
                  </a:lnTo>
                  <a:cubicBezTo>
                    <a:pt x="2750" y="1600"/>
                    <a:pt x="2750" y="1432"/>
                    <a:pt x="2644" y="1379"/>
                  </a:cubicBezTo>
                  <a:lnTo>
                    <a:pt x="1874" y="1036"/>
                  </a:lnTo>
                  <a:cubicBezTo>
                    <a:pt x="1844" y="1021"/>
                    <a:pt x="1821" y="991"/>
                    <a:pt x="1806" y="953"/>
                  </a:cubicBezTo>
                  <a:lnTo>
                    <a:pt x="1501" y="92"/>
                  </a:lnTo>
                  <a:cubicBezTo>
                    <a:pt x="1478" y="31"/>
                    <a:pt x="1429" y="0"/>
                    <a:pt x="13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7"/>
            <p:cNvSpPr/>
            <p:nvPr/>
          </p:nvSpPr>
          <p:spPr>
            <a:xfrm>
              <a:off x="3438982" y="2221025"/>
              <a:ext cx="48727" cy="53765"/>
            </a:xfrm>
            <a:custGeom>
              <a:avLst/>
              <a:gdLst/>
              <a:ahLst/>
              <a:cxnLst/>
              <a:rect l="l" t="t" r="r" b="b"/>
              <a:pathLst>
                <a:path w="2042" h="2255" extrusionOk="0">
                  <a:moveTo>
                    <a:pt x="1024" y="0"/>
                  </a:moveTo>
                  <a:cubicBezTo>
                    <a:pt x="987" y="0"/>
                    <a:pt x="949" y="23"/>
                    <a:pt x="930" y="69"/>
                  </a:cubicBezTo>
                  <a:lnTo>
                    <a:pt x="701" y="709"/>
                  </a:lnTo>
                  <a:cubicBezTo>
                    <a:pt x="694" y="739"/>
                    <a:pt x="678" y="762"/>
                    <a:pt x="648" y="770"/>
                  </a:cubicBezTo>
                  <a:lnTo>
                    <a:pt x="84" y="1029"/>
                  </a:lnTo>
                  <a:cubicBezTo>
                    <a:pt x="0" y="1067"/>
                    <a:pt x="0" y="1196"/>
                    <a:pt x="84" y="1227"/>
                  </a:cubicBezTo>
                  <a:lnTo>
                    <a:pt x="648" y="1486"/>
                  </a:lnTo>
                  <a:cubicBezTo>
                    <a:pt x="678" y="1493"/>
                    <a:pt x="694" y="1516"/>
                    <a:pt x="701" y="1547"/>
                  </a:cubicBezTo>
                  <a:lnTo>
                    <a:pt x="930" y="2186"/>
                  </a:lnTo>
                  <a:cubicBezTo>
                    <a:pt x="949" y="2232"/>
                    <a:pt x="987" y="2255"/>
                    <a:pt x="1024" y="2255"/>
                  </a:cubicBezTo>
                  <a:cubicBezTo>
                    <a:pt x="1061" y="2255"/>
                    <a:pt x="1097" y="2232"/>
                    <a:pt x="1113" y="2186"/>
                  </a:cubicBezTo>
                  <a:lnTo>
                    <a:pt x="1341" y="1547"/>
                  </a:lnTo>
                  <a:cubicBezTo>
                    <a:pt x="1349" y="1516"/>
                    <a:pt x="1372" y="1493"/>
                    <a:pt x="1394" y="1486"/>
                  </a:cubicBezTo>
                  <a:lnTo>
                    <a:pt x="1958" y="1227"/>
                  </a:lnTo>
                  <a:cubicBezTo>
                    <a:pt x="2042" y="1196"/>
                    <a:pt x="2042" y="1067"/>
                    <a:pt x="1958" y="1029"/>
                  </a:cubicBezTo>
                  <a:lnTo>
                    <a:pt x="1394" y="770"/>
                  </a:lnTo>
                  <a:cubicBezTo>
                    <a:pt x="1372" y="762"/>
                    <a:pt x="1349" y="739"/>
                    <a:pt x="1341" y="709"/>
                  </a:cubicBezTo>
                  <a:lnTo>
                    <a:pt x="1113" y="69"/>
                  </a:lnTo>
                  <a:cubicBezTo>
                    <a:pt x="1097" y="23"/>
                    <a:pt x="1061" y="0"/>
                    <a:pt x="10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7"/>
            <p:cNvSpPr/>
            <p:nvPr/>
          </p:nvSpPr>
          <p:spPr>
            <a:xfrm>
              <a:off x="3466782" y="2098785"/>
              <a:ext cx="32214" cy="31997"/>
            </a:xfrm>
            <a:custGeom>
              <a:avLst/>
              <a:gdLst/>
              <a:ahLst/>
              <a:cxnLst/>
              <a:rect l="l" t="t" r="r" b="b"/>
              <a:pathLst>
                <a:path w="1350" h="1342" extrusionOk="0">
                  <a:moveTo>
                    <a:pt x="671" y="1"/>
                  </a:moveTo>
                  <a:cubicBezTo>
                    <a:pt x="306" y="1"/>
                    <a:pt x="1" y="298"/>
                    <a:pt x="1" y="671"/>
                  </a:cubicBezTo>
                  <a:cubicBezTo>
                    <a:pt x="1" y="1037"/>
                    <a:pt x="306" y="1341"/>
                    <a:pt x="671" y="1341"/>
                  </a:cubicBezTo>
                  <a:cubicBezTo>
                    <a:pt x="1044" y="1341"/>
                    <a:pt x="1349" y="1037"/>
                    <a:pt x="1349" y="671"/>
                  </a:cubicBezTo>
                  <a:cubicBezTo>
                    <a:pt x="1349"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7"/>
            <p:cNvSpPr/>
            <p:nvPr/>
          </p:nvSpPr>
          <p:spPr>
            <a:xfrm>
              <a:off x="3398272" y="2150189"/>
              <a:ext cx="13291" cy="13447"/>
            </a:xfrm>
            <a:custGeom>
              <a:avLst/>
              <a:gdLst/>
              <a:ahLst/>
              <a:cxnLst/>
              <a:rect l="l" t="t" r="r" b="b"/>
              <a:pathLst>
                <a:path w="557" h="564" extrusionOk="0">
                  <a:moveTo>
                    <a:pt x="282" y="0"/>
                  </a:moveTo>
                  <a:cubicBezTo>
                    <a:pt x="122" y="0"/>
                    <a:pt x="0" y="122"/>
                    <a:pt x="0" y="282"/>
                  </a:cubicBezTo>
                  <a:cubicBezTo>
                    <a:pt x="0" y="435"/>
                    <a:pt x="122" y="564"/>
                    <a:pt x="282" y="564"/>
                  </a:cubicBezTo>
                  <a:cubicBezTo>
                    <a:pt x="434" y="564"/>
                    <a:pt x="556" y="435"/>
                    <a:pt x="556" y="282"/>
                  </a:cubicBezTo>
                  <a:cubicBezTo>
                    <a:pt x="556" y="122"/>
                    <a:pt x="434"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17"/>
          <p:cNvGrpSpPr/>
          <p:nvPr/>
        </p:nvGrpSpPr>
        <p:grpSpPr>
          <a:xfrm>
            <a:off x="3567255" y="3067086"/>
            <a:ext cx="455010" cy="454080"/>
            <a:chOff x="3305030" y="2939609"/>
            <a:chExt cx="455010" cy="454080"/>
          </a:xfrm>
        </p:grpSpPr>
        <p:sp>
          <p:nvSpPr>
            <p:cNvPr id="193" name="Google Shape;193;p17"/>
            <p:cNvSpPr/>
            <p:nvPr/>
          </p:nvSpPr>
          <p:spPr>
            <a:xfrm>
              <a:off x="3389551" y="2996760"/>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7"/>
            <p:cNvSpPr/>
            <p:nvPr/>
          </p:nvSpPr>
          <p:spPr>
            <a:xfrm>
              <a:off x="3447727" y="2996736"/>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a:off x="3305936" y="3071959"/>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7"/>
            <p:cNvSpPr/>
            <p:nvPr/>
          </p:nvSpPr>
          <p:spPr>
            <a:xfrm>
              <a:off x="3306151" y="3071959"/>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7"/>
            <p:cNvSpPr/>
            <p:nvPr/>
          </p:nvSpPr>
          <p:spPr>
            <a:xfrm>
              <a:off x="3465529" y="3140125"/>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p:nvPr/>
          </p:nvSpPr>
          <p:spPr>
            <a:xfrm>
              <a:off x="3471900" y="3205143"/>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7"/>
            <p:cNvSpPr/>
            <p:nvPr/>
          </p:nvSpPr>
          <p:spPr>
            <a:xfrm>
              <a:off x="3498974" y="3042575"/>
              <a:ext cx="183275" cy="19932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7"/>
            <p:cNvSpPr/>
            <p:nvPr/>
          </p:nvSpPr>
          <p:spPr>
            <a:xfrm>
              <a:off x="3512443" y="3020078"/>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7"/>
            <p:cNvSpPr/>
            <p:nvPr/>
          </p:nvSpPr>
          <p:spPr>
            <a:xfrm>
              <a:off x="3512443" y="3020078"/>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7"/>
            <p:cNvSpPr/>
            <p:nvPr/>
          </p:nvSpPr>
          <p:spPr>
            <a:xfrm>
              <a:off x="3466436" y="3239477"/>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7"/>
            <p:cNvSpPr/>
            <p:nvPr/>
          </p:nvSpPr>
          <p:spPr>
            <a:xfrm>
              <a:off x="3615505" y="3220760"/>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7"/>
            <p:cNvSpPr/>
            <p:nvPr/>
          </p:nvSpPr>
          <p:spPr>
            <a:xfrm>
              <a:off x="3537331" y="3243101"/>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7"/>
            <p:cNvSpPr/>
            <p:nvPr/>
          </p:nvSpPr>
          <p:spPr>
            <a:xfrm>
              <a:off x="3546972" y="3091009"/>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7"/>
            <p:cNvSpPr/>
            <p:nvPr/>
          </p:nvSpPr>
          <p:spPr>
            <a:xfrm>
              <a:off x="3586607" y="3106340"/>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7"/>
            <p:cNvSpPr/>
            <p:nvPr/>
          </p:nvSpPr>
          <p:spPr>
            <a:xfrm>
              <a:off x="3635501" y="3093251"/>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7"/>
            <p:cNvSpPr/>
            <p:nvPr/>
          </p:nvSpPr>
          <p:spPr>
            <a:xfrm>
              <a:off x="3305030" y="2939609"/>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7"/>
            <p:cNvSpPr/>
            <p:nvPr/>
          </p:nvSpPr>
          <p:spPr>
            <a:xfrm>
              <a:off x="3579687" y="3202068"/>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7"/>
            <p:cNvSpPr/>
            <p:nvPr/>
          </p:nvSpPr>
          <p:spPr>
            <a:xfrm>
              <a:off x="3554250" y="3042585"/>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7"/>
            <p:cNvSpPr/>
            <p:nvPr/>
          </p:nvSpPr>
          <p:spPr>
            <a:xfrm>
              <a:off x="3313024" y="2955608"/>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7"/>
            <p:cNvSpPr/>
            <p:nvPr/>
          </p:nvSpPr>
          <p:spPr>
            <a:xfrm>
              <a:off x="3700026" y="3019887"/>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7"/>
            <p:cNvSpPr/>
            <p:nvPr/>
          </p:nvSpPr>
          <p:spPr>
            <a:xfrm>
              <a:off x="3728016" y="2967219"/>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7"/>
            <p:cNvSpPr/>
            <p:nvPr/>
          </p:nvSpPr>
          <p:spPr>
            <a:xfrm>
              <a:off x="3420453" y="2956681"/>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17"/>
          <p:cNvGrpSpPr/>
          <p:nvPr/>
        </p:nvGrpSpPr>
        <p:grpSpPr>
          <a:xfrm>
            <a:off x="5120903" y="2191037"/>
            <a:ext cx="455177" cy="413953"/>
            <a:chOff x="4705178" y="2485990"/>
            <a:chExt cx="455177" cy="413953"/>
          </a:xfrm>
        </p:grpSpPr>
        <p:sp>
          <p:nvSpPr>
            <p:cNvPr id="216" name="Google Shape;216;p17"/>
            <p:cNvSpPr/>
            <p:nvPr/>
          </p:nvSpPr>
          <p:spPr>
            <a:xfrm>
              <a:off x="5030567" y="2818379"/>
              <a:ext cx="36366" cy="72481"/>
            </a:xfrm>
            <a:custGeom>
              <a:avLst/>
              <a:gdLst/>
              <a:ahLst/>
              <a:cxnLst/>
              <a:rect l="l" t="t" r="r" b="b"/>
              <a:pathLst>
                <a:path w="1524" h="3040" extrusionOk="0">
                  <a:moveTo>
                    <a:pt x="0" y="0"/>
                  </a:moveTo>
                  <a:lnTo>
                    <a:pt x="0" y="2278"/>
                  </a:lnTo>
                  <a:cubicBezTo>
                    <a:pt x="0" y="2704"/>
                    <a:pt x="343" y="3039"/>
                    <a:pt x="762" y="3039"/>
                  </a:cubicBezTo>
                  <a:cubicBezTo>
                    <a:pt x="1188"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7"/>
            <p:cNvSpPr/>
            <p:nvPr/>
          </p:nvSpPr>
          <p:spPr>
            <a:xfrm>
              <a:off x="4958216" y="2818379"/>
              <a:ext cx="36366" cy="72481"/>
            </a:xfrm>
            <a:custGeom>
              <a:avLst/>
              <a:gdLst/>
              <a:ahLst/>
              <a:cxnLst/>
              <a:rect l="l" t="t" r="r" b="b"/>
              <a:pathLst>
                <a:path w="1524" h="3040" extrusionOk="0">
                  <a:moveTo>
                    <a:pt x="0" y="0"/>
                  </a:moveTo>
                  <a:lnTo>
                    <a:pt x="0" y="2278"/>
                  </a:lnTo>
                  <a:cubicBezTo>
                    <a:pt x="0" y="2704"/>
                    <a:pt x="335"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7"/>
            <p:cNvSpPr/>
            <p:nvPr/>
          </p:nvSpPr>
          <p:spPr>
            <a:xfrm>
              <a:off x="4885674" y="2818379"/>
              <a:ext cx="36390" cy="72481"/>
            </a:xfrm>
            <a:custGeom>
              <a:avLst/>
              <a:gdLst/>
              <a:ahLst/>
              <a:cxnLst/>
              <a:rect l="l" t="t" r="r" b="b"/>
              <a:pathLst>
                <a:path w="1525" h="3040" extrusionOk="0">
                  <a:moveTo>
                    <a:pt x="1" y="0"/>
                  </a:moveTo>
                  <a:lnTo>
                    <a:pt x="1" y="2278"/>
                  </a:lnTo>
                  <a:cubicBezTo>
                    <a:pt x="1" y="2704"/>
                    <a:pt x="344" y="3039"/>
                    <a:pt x="763" y="3039"/>
                  </a:cubicBezTo>
                  <a:cubicBezTo>
                    <a:pt x="1182"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7"/>
            <p:cNvSpPr/>
            <p:nvPr/>
          </p:nvSpPr>
          <p:spPr>
            <a:xfrm>
              <a:off x="4813156" y="2818379"/>
              <a:ext cx="36557" cy="72481"/>
            </a:xfrm>
            <a:custGeom>
              <a:avLst/>
              <a:gdLst/>
              <a:ahLst/>
              <a:cxnLst/>
              <a:rect l="l" t="t" r="r" b="b"/>
              <a:pathLst>
                <a:path w="1532" h="3040" extrusionOk="0">
                  <a:moveTo>
                    <a:pt x="0" y="0"/>
                  </a:moveTo>
                  <a:lnTo>
                    <a:pt x="0" y="2278"/>
                  </a:lnTo>
                  <a:cubicBezTo>
                    <a:pt x="0" y="2704"/>
                    <a:pt x="343" y="3039"/>
                    <a:pt x="770" y="3039"/>
                  </a:cubicBezTo>
                  <a:cubicBezTo>
                    <a:pt x="1189" y="3039"/>
                    <a:pt x="1532" y="2704"/>
                    <a:pt x="1532" y="2278"/>
                  </a:cubicBezTo>
                  <a:lnTo>
                    <a:pt x="153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7"/>
            <p:cNvSpPr/>
            <p:nvPr/>
          </p:nvSpPr>
          <p:spPr>
            <a:xfrm>
              <a:off x="4740805" y="2818379"/>
              <a:ext cx="36390" cy="72481"/>
            </a:xfrm>
            <a:custGeom>
              <a:avLst/>
              <a:gdLst/>
              <a:ahLst/>
              <a:cxnLst/>
              <a:rect l="l" t="t" r="r" b="b"/>
              <a:pathLst>
                <a:path w="1525" h="3040" extrusionOk="0">
                  <a:moveTo>
                    <a:pt x="1" y="0"/>
                  </a:moveTo>
                  <a:lnTo>
                    <a:pt x="1" y="2278"/>
                  </a:lnTo>
                  <a:cubicBezTo>
                    <a:pt x="1" y="2704"/>
                    <a:pt x="343" y="3039"/>
                    <a:pt x="762" y="3039"/>
                  </a:cubicBezTo>
                  <a:cubicBezTo>
                    <a:pt x="1181" y="3039"/>
                    <a:pt x="1524" y="2704"/>
                    <a:pt x="1524" y="2278"/>
                  </a:cubicBezTo>
                  <a:lnTo>
                    <a:pt x="15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7"/>
            <p:cNvSpPr/>
            <p:nvPr/>
          </p:nvSpPr>
          <p:spPr>
            <a:xfrm>
              <a:off x="4713554" y="2633480"/>
              <a:ext cx="380655" cy="190168"/>
            </a:xfrm>
            <a:custGeom>
              <a:avLst/>
              <a:gdLst/>
              <a:ahLst/>
              <a:cxnLst/>
              <a:rect l="l" t="t" r="r" b="b"/>
              <a:pathLst>
                <a:path w="15952" h="7976" extrusionOk="0">
                  <a:moveTo>
                    <a:pt x="7976" y="0"/>
                  </a:moveTo>
                  <a:cubicBezTo>
                    <a:pt x="3877" y="0"/>
                    <a:pt x="510" y="3093"/>
                    <a:pt x="53" y="7069"/>
                  </a:cubicBezTo>
                  <a:cubicBezTo>
                    <a:pt x="0" y="7549"/>
                    <a:pt x="381" y="7976"/>
                    <a:pt x="868" y="7976"/>
                  </a:cubicBezTo>
                  <a:lnTo>
                    <a:pt x="15083" y="7976"/>
                  </a:lnTo>
                  <a:cubicBezTo>
                    <a:pt x="15570" y="7976"/>
                    <a:pt x="15951" y="7549"/>
                    <a:pt x="15898" y="7069"/>
                  </a:cubicBezTo>
                  <a:cubicBezTo>
                    <a:pt x="15448" y="3093"/>
                    <a:pt x="12074" y="0"/>
                    <a:pt x="79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7"/>
            <p:cNvSpPr/>
            <p:nvPr/>
          </p:nvSpPr>
          <p:spPr>
            <a:xfrm>
              <a:off x="4713554" y="2633480"/>
              <a:ext cx="380655" cy="190168"/>
            </a:xfrm>
            <a:custGeom>
              <a:avLst/>
              <a:gdLst/>
              <a:ahLst/>
              <a:cxnLst/>
              <a:rect l="l" t="t" r="r" b="b"/>
              <a:pathLst>
                <a:path w="15952" h="7976" extrusionOk="0">
                  <a:moveTo>
                    <a:pt x="8090" y="0"/>
                  </a:moveTo>
                  <a:cubicBezTo>
                    <a:pt x="8090" y="0"/>
                    <a:pt x="9469" y="876"/>
                    <a:pt x="9979" y="2811"/>
                  </a:cubicBezTo>
                  <a:cubicBezTo>
                    <a:pt x="10276" y="3946"/>
                    <a:pt x="9415" y="5051"/>
                    <a:pt x="8242" y="5051"/>
                  </a:cubicBezTo>
                  <a:lnTo>
                    <a:pt x="556" y="5051"/>
                  </a:lnTo>
                  <a:cubicBezTo>
                    <a:pt x="305" y="5691"/>
                    <a:pt x="137" y="6369"/>
                    <a:pt x="53" y="7069"/>
                  </a:cubicBezTo>
                  <a:cubicBezTo>
                    <a:pt x="0" y="7549"/>
                    <a:pt x="381" y="7976"/>
                    <a:pt x="868" y="7976"/>
                  </a:cubicBezTo>
                  <a:lnTo>
                    <a:pt x="15083" y="7976"/>
                  </a:lnTo>
                  <a:cubicBezTo>
                    <a:pt x="15570" y="7976"/>
                    <a:pt x="15951" y="7549"/>
                    <a:pt x="15898" y="7069"/>
                  </a:cubicBezTo>
                  <a:cubicBezTo>
                    <a:pt x="15448" y="3131"/>
                    <a:pt x="12135" y="61"/>
                    <a:pt x="80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7"/>
            <p:cNvSpPr/>
            <p:nvPr/>
          </p:nvSpPr>
          <p:spPr>
            <a:xfrm>
              <a:off x="4964039" y="2700120"/>
              <a:ext cx="187249" cy="140432"/>
            </a:xfrm>
            <a:custGeom>
              <a:avLst/>
              <a:gdLst/>
              <a:ahLst/>
              <a:cxnLst/>
              <a:rect l="l" t="t" r="r" b="b"/>
              <a:pathLst>
                <a:path w="7847" h="5890" extrusionOk="0">
                  <a:moveTo>
                    <a:pt x="3923" y="1"/>
                  </a:moveTo>
                  <a:cubicBezTo>
                    <a:pt x="1760" y="1"/>
                    <a:pt x="0" y="2096"/>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p:nvPr/>
          </p:nvSpPr>
          <p:spPr>
            <a:xfrm>
              <a:off x="4964039" y="2700120"/>
              <a:ext cx="187249" cy="140432"/>
            </a:xfrm>
            <a:custGeom>
              <a:avLst/>
              <a:gdLst/>
              <a:ahLst/>
              <a:cxnLst/>
              <a:rect l="l" t="t" r="r" b="b"/>
              <a:pathLst>
                <a:path w="7847" h="5890" extrusionOk="0">
                  <a:moveTo>
                    <a:pt x="3923" y="1"/>
                  </a:moveTo>
                  <a:cubicBezTo>
                    <a:pt x="3786" y="1"/>
                    <a:pt x="3649" y="9"/>
                    <a:pt x="3512" y="24"/>
                  </a:cubicBezTo>
                  <a:cubicBezTo>
                    <a:pt x="5073" y="237"/>
                    <a:pt x="6285" y="1768"/>
                    <a:pt x="6285" y="2979"/>
                  </a:cubicBezTo>
                  <a:cubicBezTo>
                    <a:pt x="6285" y="4282"/>
                    <a:pt x="4875" y="4709"/>
                    <a:pt x="3138" y="4709"/>
                  </a:cubicBezTo>
                  <a:cubicBezTo>
                    <a:pt x="1569" y="4709"/>
                    <a:pt x="259" y="4351"/>
                    <a:pt x="38" y="3315"/>
                  </a:cubicBezTo>
                  <a:cubicBezTo>
                    <a:pt x="15" y="3452"/>
                    <a:pt x="0" y="3589"/>
                    <a:pt x="0" y="3718"/>
                  </a:cubicBezTo>
                  <a:cubicBezTo>
                    <a:pt x="0" y="5349"/>
                    <a:pt x="1760" y="5889"/>
                    <a:pt x="3923" y="5889"/>
                  </a:cubicBezTo>
                  <a:cubicBezTo>
                    <a:pt x="6094" y="5889"/>
                    <a:pt x="7846" y="5349"/>
                    <a:pt x="7846" y="3718"/>
                  </a:cubicBezTo>
                  <a:cubicBezTo>
                    <a:pt x="7846" y="2096"/>
                    <a:pt x="6094" y="1"/>
                    <a:pt x="3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7"/>
            <p:cNvSpPr/>
            <p:nvPr/>
          </p:nvSpPr>
          <p:spPr>
            <a:xfrm>
              <a:off x="4705178" y="2624587"/>
              <a:ext cx="455177" cy="275357"/>
            </a:xfrm>
            <a:custGeom>
              <a:avLst/>
              <a:gdLst/>
              <a:ahLst/>
              <a:cxnLst/>
              <a:rect l="l" t="t" r="r" b="b"/>
              <a:pathLst>
                <a:path w="19075" h="11549" extrusionOk="0">
                  <a:moveTo>
                    <a:pt x="10985" y="1234"/>
                  </a:moveTo>
                  <a:cubicBezTo>
                    <a:pt x="11732" y="1508"/>
                    <a:pt x="12432" y="1904"/>
                    <a:pt x="13065" y="2415"/>
                  </a:cubicBezTo>
                  <a:lnTo>
                    <a:pt x="13065" y="3184"/>
                  </a:lnTo>
                  <a:cubicBezTo>
                    <a:pt x="12585" y="3413"/>
                    <a:pt x="12135" y="3740"/>
                    <a:pt x="11732" y="4152"/>
                  </a:cubicBezTo>
                  <a:cubicBezTo>
                    <a:pt x="11023" y="4875"/>
                    <a:pt x="10574" y="5774"/>
                    <a:pt x="10490" y="6597"/>
                  </a:cubicBezTo>
                  <a:lnTo>
                    <a:pt x="10985" y="1234"/>
                  </a:lnTo>
                  <a:close/>
                  <a:moveTo>
                    <a:pt x="1745" y="4540"/>
                  </a:moveTo>
                  <a:lnTo>
                    <a:pt x="2248" y="7968"/>
                  </a:lnTo>
                  <a:lnTo>
                    <a:pt x="1219" y="7968"/>
                  </a:lnTo>
                  <a:cubicBezTo>
                    <a:pt x="1090" y="7968"/>
                    <a:pt x="976" y="7915"/>
                    <a:pt x="892" y="7823"/>
                  </a:cubicBezTo>
                  <a:cubicBezTo>
                    <a:pt x="808" y="7732"/>
                    <a:pt x="770" y="7610"/>
                    <a:pt x="778" y="7481"/>
                  </a:cubicBezTo>
                  <a:cubicBezTo>
                    <a:pt x="899" y="6414"/>
                    <a:pt x="1242" y="5424"/>
                    <a:pt x="1745" y="4540"/>
                  </a:cubicBezTo>
                  <a:close/>
                  <a:moveTo>
                    <a:pt x="3543" y="2445"/>
                  </a:moveTo>
                  <a:lnTo>
                    <a:pt x="4320" y="7968"/>
                  </a:lnTo>
                  <a:lnTo>
                    <a:pt x="2705" y="7968"/>
                  </a:lnTo>
                  <a:lnTo>
                    <a:pt x="2118" y="3961"/>
                  </a:lnTo>
                  <a:cubicBezTo>
                    <a:pt x="2522" y="3390"/>
                    <a:pt x="3002" y="2880"/>
                    <a:pt x="3543" y="2445"/>
                  </a:cubicBezTo>
                  <a:close/>
                  <a:moveTo>
                    <a:pt x="5615" y="1249"/>
                  </a:moveTo>
                  <a:lnTo>
                    <a:pt x="6232" y="7968"/>
                  </a:lnTo>
                  <a:lnTo>
                    <a:pt x="4777" y="7968"/>
                  </a:lnTo>
                  <a:lnTo>
                    <a:pt x="3954" y="2156"/>
                  </a:lnTo>
                  <a:cubicBezTo>
                    <a:pt x="3954" y="2148"/>
                    <a:pt x="3954" y="2141"/>
                    <a:pt x="3947" y="2133"/>
                  </a:cubicBezTo>
                  <a:cubicBezTo>
                    <a:pt x="4465" y="1775"/>
                    <a:pt x="5021" y="1478"/>
                    <a:pt x="5615" y="1249"/>
                  </a:cubicBezTo>
                  <a:close/>
                  <a:moveTo>
                    <a:pt x="8106" y="754"/>
                  </a:moveTo>
                  <a:lnTo>
                    <a:pt x="8106" y="7877"/>
                  </a:lnTo>
                  <a:cubicBezTo>
                    <a:pt x="8106" y="7915"/>
                    <a:pt x="8113" y="7945"/>
                    <a:pt x="8121" y="7968"/>
                  </a:cubicBezTo>
                  <a:lnTo>
                    <a:pt x="6681" y="7968"/>
                  </a:lnTo>
                  <a:lnTo>
                    <a:pt x="6049" y="1097"/>
                  </a:lnTo>
                  <a:cubicBezTo>
                    <a:pt x="6704" y="891"/>
                    <a:pt x="7390" y="777"/>
                    <a:pt x="8106" y="754"/>
                  </a:cubicBezTo>
                  <a:close/>
                  <a:moveTo>
                    <a:pt x="8555" y="754"/>
                  </a:moveTo>
                  <a:cubicBezTo>
                    <a:pt x="9233" y="777"/>
                    <a:pt x="9903" y="884"/>
                    <a:pt x="10543" y="1082"/>
                  </a:cubicBezTo>
                  <a:lnTo>
                    <a:pt x="9911" y="7968"/>
                  </a:lnTo>
                  <a:lnTo>
                    <a:pt x="8532" y="7968"/>
                  </a:lnTo>
                  <a:cubicBezTo>
                    <a:pt x="8548" y="7945"/>
                    <a:pt x="8555" y="7915"/>
                    <a:pt x="8555" y="7877"/>
                  </a:cubicBezTo>
                  <a:lnTo>
                    <a:pt x="8555" y="754"/>
                  </a:lnTo>
                  <a:close/>
                  <a:moveTo>
                    <a:pt x="10479" y="6704"/>
                  </a:moveTo>
                  <a:cubicBezTo>
                    <a:pt x="10475" y="6764"/>
                    <a:pt x="10475" y="6828"/>
                    <a:pt x="10475" y="6886"/>
                  </a:cubicBezTo>
                  <a:cubicBezTo>
                    <a:pt x="10475" y="7290"/>
                    <a:pt x="10566" y="7656"/>
                    <a:pt x="10749" y="7968"/>
                  </a:cubicBezTo>
                  <a:lnTo>
                    <a:pt x="10360" y="7968"/>
                  </a:lnTo>
                  <a:lnTo>
                    <a:pt x="10479" y="6704"/>
                  </a:lnTo>
                  <a:close/>
                  <a:moveTo>
                    <a:pt x="14771" y="3542"/>
                  </a:moveTo>
                  <a:cubicBezTo>
                    <a:pt x="15670" y="3542"/>
                    <a:pt x="16561" y="3946"/>
                    <a:pt x="17277" y="4677"/>
                  </a:cubicBezTo>
                  <a:cubicBezTo>
                    <a:pt x="17925" y="5340"/>
                    <a:pt x="18321" y="6186"/>
                    <a:pt x="18321" y="6886"/>
                  </a:cubicBezTo>
                  <a:cubicBezTo>
                    <a:pt x="18321" y="8372"/>
                    <a:pt x="16394" y="8676"/>
                    <a:pt x="14771" y="8676"/>
                  </a:cubicBezTo>
                  <a:cubicBezTo>
                    <a:pt x="13156" y="8676"/>
                    <a:pt x="11221" y="8372"/>
                    <a:pt x="11221" y="6886"/>
                  </a:cubicBezTo>
                  <a:cubicBezTo>
                    <a:pt x="11221" y="6186"/>
                    <a:pt x="11625" y="5340"/>
                    <a:pt x="12265" y="4677"/>
                  </a:cubicBezTo>
                  <a:cubicBezTo>
                    <a:pt x="12981" y="3946"/>
                    <a:pt x="13872" y="3542"/>
                    <a:pt x="14771" y="3542"/>
                  </a:cubicBezTo>
                  <a:close/>
                  <a:moveTo>
                    <a:pt x="2644" y="8722"/>
                  </a:moveTo>
                  <a:lnTo>
                    <a:pt x="2644" y="10406"/>
                  </a:lnTo>
                  <a:cubicBezTo>
                    <a:pt x="2644" y="10512"/>
                    <a:pt x="2606" y="10611"/>
                    <a:pt x="2530" y="10680"/>
                  </a:cubicBezTo>
                  <a:cubicBezTo>
                    <a:pt x="2453" y="10756"/>
                    <a:pt x="2362" y="10794"/>
                    <a:pt x="2255" y="10794"/>
                  </a:cubicBezTo>
                  <a:cubicBezTo>
                    <a:pt x="2149" y="10794"/>
                    <a:pt x="2057" y="10756"/>
                    <a:pt x="1981" y="10680"/>
                  </a:cubicBezTo>
                  <a:cubicBezTo>
                    <a:pt x="1905" y="10611"/>
                    <a:pt x="1867" y="10512"/>
                    <a:pt x="1867" y="10406"/>
                  </a:cubicBezTo>
                  <a:lnTo>
                    <a:pt x="1867" y="8722"/>
                  </a:lnTo>
                  <a:close/>
                  <a:moveTo>
                    <a:pt x="5676" y="8722"/>
                  </a:moveTo>
                  <a:lnTo>
                    <a:pt x="5676" y="10406"/>
                  </a:lnTo>
                  <a:cubicBezTo>
                    <a:pt x="5676" y="10512"/>
                    <a:pt x="5638" y="10611"/>
                    <a:pt x="5569" y="10680"/>
                  </a:cubicBezTo>
                  <a:cubicBezTo>
                    <a:pt x="5493" y="10756"/>
                    <a:pt x="5394" y="10794"/>
                    <a:pt x="5295" y="10794"/>
                  </a:cubicBezTo>
                  <a:cubicBezTo>
                    <a:pt x="5188" y="10794"/>
                    <a:pt x="5089" y="10756"/>
                    <a:pt x="5021" y="10680"/>
                  </a:cubicBezTo>
                  <a:cubicBezTo>
                    <a:pt x="4944" y="10611"/>
                    <a:pt x="4906" y="10512"/>
                    <a:pt x="4906" y="10406"/>
                  </a:cubicBezTo>
                  <a:lnTo>
                    <a:pt x="4906" y="8722"/>
                  </a:lnTo>
                  <a:close/>
                  <a:moveTo>
                    <a:pt x="8715" y="8722"/>
                  </a:moveTo>
                  <a:lnTo>
                    <a:pt x="8715" y="10406"/>
                  </a:lnTo>
                  <a:cubicBezTo>
                    <a:pt x="8715" y="10512"/>
                    <a:pt x="8677" y="10611"/>
                    <a:pt x="8601" y="10680"/>
                  </a:cubicBezTo>
                  <a:cubicBezTo>
                    <a:pt x="8525" y="10756"/>
                    <a:pt x="8433" y="10794"/>
                    <a:pt x="8327" y="10794"/>
                  </a:cubicBezTo>
                  <a:cubicBezTo>
                    <a:pt x="8228" y="10794"/>
                    <a:pt x="8129" y="10756"/>
                    <a:pt x="8052" y="10680"/>
                  </a:cubicBezTo>
                  <a:cubicBezTo>
                    <a:pt x="7984" y="10611"/>
                    <a:pt x="7938" y="10512"/>
                    <a:pt x="7938" y="10406"/>
                  </a:cubicBezTo>
                  <a:lnTo>
                    <a:pt x="7938" y="8722"/>
                  </a:lnTo>
                  <a:close/>
                  <a:moveTo>
                    <a:pt x="11480" y="8722"/>
                  </a:moveTo>
                  <a:cubicBezTo>
                    <a:pt x="11564" y="8776"/>
                    <a:pt x="11655" y="8829"/>
                    <a:pt x="11755" y="8875"/>
                  </a:cubicBezTo>
                  <a:lnTo>
                    <a:pt x="11755" y="10406"/>
                  </a:lnTo>
                  <a:cubicBezTo>
                    <a:pt x="11755" y="10512"/>
                    <a:pt x="11709" y="10611"/>
                    <a:pt x="11640" y="10680"/>
                  </a:cubicBezTo>
                  <a:cubicBezTo>
                    <a:pt x="11564" y="10756"/>
                    <a:pt x="11465" y="10794"/>
                    <a:pt x="11366" y="10794"/>
                  </a:cubicBezTo>
                  <a:cubicBezTo>
                    <a:pt x="11259" y="10794"/>
                    <a:pt x="11160" y="10756"/>
                    <a:pt x="11092" y="10680"/>
                  </a:cubicBezTo>
                  <a:cubicBezTo>
                    <a:pt x="11016" y="10611"/>
                    <a:pt x="10978" y="10512"/>
                    <a:pt x="10978" y="10406"/>
                  </a:cubicBezTo>
                  <a:lnTo>
                    <a:pt x="10978" y="8722"/>
                  </a:lnTo>
                  <a:close/>
                  <a:moveTo>
                    <a:pt x="14009" y="9408"/>
                  </a:moveTo>
                  <a:cubicBezTo>
                    <a:pt x="14253" y="9423"/>
                    <a:pt x="14504" y="9431"/>
                    <a:pt x="14771" y="9431"/>
                  </a:cubicBezTo>
                  <a:lnTo>
                    <a:pt x="14786" y="9431"/>
                  </a:lnTo>
                  <a:lnTo>
                    <a:pt x="14786" y="10406"/>
                  </a:lnTo>
                  <a:cubicBezTo>
                    <a:pt x="14786" y="10512"/>
                    <a:pt x="14748" y="10611"/>
                    <a:pt x="14672" y="10680"/>
                  </a:cubicBezTo>
                  <a:cubicBezTo>
                    <a:pt x="14603" y="10756"/>
                    <a:pt x="14504" y="10794"/>
                    <a:pt x="14398" y="10794"/>
                  </a:cubicBezTo>
                  <a:cubicBezTo>
                    <a:pt x="14299" y="10794"/>
                    <a:pt x="14200" y="10756"/>
                    <a:pt x="14124" y="10680"/>
                  </a:cubicBezTo>
                  <a:cubicBezTo>
                    <a:pt x="14055" y="10611"/>
                    <a:pt x="14009" y="10512"/>
                    <a:pt x="14009" y="10406"/>
                  </a:cubicBezTo>
                  <a:lnTo>
                    <a:pt x="14009" y="9408"/>
                  </a:lnTo>
                  <a:close/>
                  <a:moveTo>
                    <a:pt x="8327" y="0"/>
                  </a:moveTo>
                  <a:cubicBezTo>
                    <a:pt x="6262" y="0"/>
                    <a:pt x="4282" y="762"/>
                    <a:pt x="2751" y="2141"/>
                  </a:cubicBezTo>
                  <a:cubicBezTo>
                    <a:pt x="1227" y="3504"/>
                    <a:pt x="267" y="5370"/>
                    <a:pt x="39" y="7397"/>
                  </a:cubicBezTo>
                  <a:cubicBezTo>
                    <a:pt x="1" y="7732"/>
                    <a:pt x="107" y="8067"/>
                    <a:pt x="328" y="8326"/>
                  </a:cubicBezTo>
                  <a:cubicBezTo>
                    <a:pt x="534" y="8547"/>
                    <a:pt x="816" y="8692"/>
                    <a:pt x="1120" y="8715"/>
                  </a:cubicBezTo>
                  <a:lnTo>
                    <a:pt x="1120" y="10406"/>
                  </a:lnTo>
                  <a:cubicBezTo>
                    <a:pt x="1120" y="11038"/>
                    <a:pt x="1631" y="11548"/>
                    <a:pt x="2255" y="11548"/>
                  </a:cubicBezTo>
                  <a:cubicBezTo>
                    <a:pt x="2880" y="11548"/>
                    <a:pt x="3390" y="11038"/>
                    <a:pt x="3390" y="10406"/>
                  </a:cubicBezTo>
                  <a:lnTo>
                    <a:pt x="3390" y="8722"/>
                  </a:lnTo>
                  <a:lnTo>
                    <a:pt x="4152" y="8722"/>
                  </a:lnTo>
                  <a:lnTo>
                    <a:pt x="4152" y="10406"/>
                  </a:lnTo>
                  <a:cubicBezTo>
                    <a:pt x="4152" y="11038"/>
                    <a:pt x="4663" y="11548"/>
                    <a:pt x="5295" y="11548"/>
                  </a:cubicBezTo>
                  <a:cubicBezTo>
                    <a:pt x="5919" y="11548"/>
                    <a:pt x="6430" y="11038"/>
                    <a:pt x="6430" y="10406"/>
                  </a:cubicBezTo>
                  <a:lnTo>
                    <a:pt x="6430" y="8722"/>
                  </a:lnTo>
                  <a:lnTo>
                    <a:pt x="7192" y="8722"/>
                  </a:lnTo>
                  <a:lnTo>
                    <a:pt x="7192" y="10406"/>
                  </a:lnTo>
                  <a:cubicBezTo>
                    <a:pt x="7192" y="11038"/>
                    <a:pt x="7702" y="11548"/>
                    <a:pt x="8327" y="11548"/>
                  </a:cubicBezTo>
                  <a:cubicBezTo>
                    <a:pt x="8959" y="11548"/>
                    <a:pt x="9469" y="11038"/>
                    <a:pt x="9469" y="10406"/>
                  </a:cubicBezTo>
                  <a:lnTo>
                    <a:pt x="9469" y="8722"/>
                  </a:lnTo>
                  <a:lnTo>
                    <a:pt x="10223" y="8722"/>
                  </a:lnTo>
                  <a:lnTo>
                    <a:pt x="10223" y="10406"/>
                  </a:lnTo>
                  <a:cubicBezTo>
                    <a:pt x="10223" y="11038"/>
                    <a:pt x="10734" y="11548"/>
                    <a:pt x="11366" y="11548"/>
                  </a:cubicBezTo>
                  <a:cubicBezTo>
                    <a:pt x="11991" y="11548"/>
                    <a:pt x="12501" y="11038"/>
                    <a:pt x="12501" y="10406"/>
                  </a:cubicBezTo>
                  <a:lnTo>
                    <a:pt x="12501" y="9164"/>
                  </a:lnTo>
                  <a:cubicBezTo>
                    <a:pt x="12737" y="9233"/>
                    <a:pt x="12989" y="9286"/>
                    <a:pt x="13263" y="9324"/>
                  </a:cubicBezTo>
                  <a:cubicBezTo>
                    <a:pt x="13263" y="9339"/>
                    <a:pt x="13263" y="9347"/>
                    <a:pt x="13263" y="9362"/>
                  </a:cubicBezTo>
                  <a:lnTo>
                    <a:pt x="13263" y="10406"/>
                  </a:lnTo>
                  <a:cubicBezTo>
                    <a:pt x="13263" y="11038"/>
                    <a:pt x="13773" y="11548"/>
                    <a:pt x="14398" y="11548"/>
                  </a:cubicBezTo>
                  <a:cubicBezTo>
                    <a:pt x="15030" y="11548"/>
                    <a:pt x="15540" y="11038"/>
                    <a:pt x="15540" y="10406"/>
                  </a:cubicBezTo>
                  <a:lnTo>
                    <a:pt x="15540" y="9408"/>
                  </a:lnTo>
                  <a:cubicBezTo>
                    <a:pt x="16424" y="9347"/>
                    <a:pt x="17155" y="9187"/>
                    <a:pt x="17711" y="8920"/>
                  </a:cubicBezTo>
                  <a:cubicBezTo>
                    <a:pt x="18603" y="8494"/>
                    <a:pt x="19075" y="7793"/>
                    <a:pt x="19075" y="6886"/>
                  </a:cubicBezTo>
                  <a:cubicBezTo>
                    <a:pt x="19075" y="5980"/>
                    <a:pt x="18603" y="4959"/>
                    <a:pt x="17818" y="4152"/>
                  </a:cubicBezTo>
                  <a:cubicBezTo>
                    <a:pt x="17551" y="3885"/>
                    <a:pt x="17270" y="3657"/>
                    <a:pt x="16973" y="3466"/>
                  </a:cubicBezTo>
                  <a:lnTo>
                    <a:pt x="16973" y="1310"/>
                  </a:lnTo>
                  <a:cubicBezTo>
                    <a:pt x="16973" y="1112"/>
                    <a:pt x="17140" y="945"/>
                    <a:pt x="17346" y="945"/>
                  </a:cubicBezTo>
                  <a:cubicBezTo>
                    <a:pt x="17551" y="945"/>
                    <a:pt x="17719" y="1112"/>
                    <a:pt x="17719" y="1310"/>
                  </a:cubicBezTo>
                  <a:cubicBezTo>
                    <a:pt x="17719" y="1524"/>
                    <a:pt x="17887" y="1691"/>
                    <a:pt x="18092" y="1691"/>
                  </a:cubicBezTo>
                  <a:cubicBezTo>
                    <a:pt x="18298" y="1691"/>
                    <a:pt x="18466" y="1524"/>
                    <a:pt x="18466" y="1310"/>
                  </a:cubicBezTo>
                  <a:cubicBezTo>
                    <a:pt x="18466" y="693"/>
                    <a:pt x="17963" y="191"/>
                    <a:pt x="17346" y="191"/>
                  </a:cubicBezTo>
                  <a:cubicBezTo>
                    <a:pt x="16729" y="191"/>
                    <a:pt x="16226" y="693"/>
                    <a:pt x="16226" y="1310"/>
                  </a:cubicBezTo>
                  <a:lnTo>
                    <a:pt x="16226" y="3078"/>
                  </a:lnTo>
                  <a:cubicBezTo>
                    <a:pt x="15754" y="2887"/>
                    <a:pt x="15266" y="2788"/>
                    <a:pt x="14771" y="2788"/>
                  </a:cubicBezTo>
                  <a:cubicBezTo>
                    <a:pt x="14703" y="2788"/>
                    <a:pt x="14634" y="2796"/>
                    <a:pt x="14558" y="2796"/>
                  </a:cubicBezTo>
                  <a:cubicBezTo>
                    <a:pt x="14329" y="2537"/>
                    <a:pt x="14078" y="2285"/>
                    <a:pt x="13819" y="2057"/>
                  </a:cubicBezTo>
                  <a:lnTo>
                    <a:pt x="13819" y="1310"/>
                  </a:lnTo>
                  <a:cubicBezTo>
                    <a:pt x="13819" y="1112"/>
                    <a:pt x="13986" y="945"/>
                    <a:pt x="14192" y="945"/>
                  </a:cubicBezTo>
                  <a:cubicBezTo>
                    <a:pt x="14390" y="945"/>
                    <a:pt x="14558" y="1112"/>
                    <a:pt x="14558" y="1310"/>
                  </a:cubicBezTo>
                  <a:cubicBezTo>
                    <a:pt x="14558" y="1524"/>
                    <a:pt x="14725" y="1691"/>
                    <a:pt x="14939" y="1691"/>
                  </a:cubicBezTo>
                  <a:cubicBezTo>
                    <a:pt x="15144" y="1691"/>
                    <a:pt x="15312" y="1524"/>
                    <a:pt x="15312" y="1310"/>
                  </a:cubicBezTo>
                  <a:cubicBezTo>
                    <a:pt x="15312" y="693"/>
                    <a:pt x="14809" y="191"/>
                    <a:pt x="14192" y="191"/>
                  </a:cubicBezTo>
                  <a:cubicBezTo>
                    <a:pt x="13567" y="191"/>
                    <a:pt x="13065" y="693"/>
                    <a:pt x="13065" y="1310"/>
                  </a:cubicBezTo>
                  <a:lnTo>
                    <a:pt x="13065" y="1478"/>
                  </a:lnTo>
                  <a:cubicBezTo>
                    <a:pt x="11686" y="526"/>
                    <a:pt x="10041" y="0"/>
                    <a:pt x="8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7"/>
            <p:cNvSpPr/>
            <p:nvPr/>
          </p:nvSpPr>
          <p:spPr>
            <a:xfrm>
              <a:off x="4996563" y="2770455"/>
              <a:ext cx="27657" cy="25750"/>
            </a:xfrm>
            <a:custGeom>
              <a:avLst/>
              <a:gdLst/>
              <a:ahLst/>
              <a:cxnLst/>
              <a:rect l="l" t="t" r="r" b="b"/>
              <a:pathLst>
                <a:path w="1159" h="1080" extrusionOk="0">
                  <a:moveTo>
                    <a:pt x="580" y="0"/>
                  </a:moveTo>
                  <a:cubicBezTo>
                    <a:pt x="317" y="0"/>
                    <a:pt x="88" y="194"/>
                    <a:pt x="46" y="456"/>
                  </a:cubicBezTo>
                  <a:cubicBezTo>
                    <a:pt x="1" y="753"/>
                    <a:pt x="206" y="1027"/>
                    <a:pt x="496" y="1073"/>
                  </a:cubicBezTo>
                  <a:cubicBezTo>
                    <a:pt x="524" y="1077"/>
                    <a:pt x="553" y="1080"/>
                    <a:pt x="581" y="1080"/>
                  </a:cubicBezTo>
                  <a:cubicBezTo>
                    <a:pt x="844" y="1080"/>
                    <a:pt x="1071" y="892"/>
                    <a:pt x="1113" y="624"/>
                  </a:cubicBezTo>
                  <a:cubicBezTo>
                    <a:pt x="1158" y="327"/>
                    <a:pt x="960" y="52"/>
                    <a:pt x="663" y="7"/>
                  </a:cubicBezTo>
                  <a:cubicBezTo>
                    <a:pt x="635" y="2"/>
                    <a:pt x="608" y="0"/>
                    <a:pt x="5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7"/>
            <p:cNvSpPr/>
            <p:nvPr/>
          </p:nvSpPr>
          <p:spPr>
            <a:xfrm>
              <a:off x="5044742" y="2787669"/>
              <a:ext cx="37106" cy="24367"/>
            </a:xfrm>
            <a:custGeom>
              <a:avLst/>
              <a:gdLst/>
              <a:ahLst/>
              <a:cxnLst/>
              <a:rect l="l" t="t" r="r" b="b"/>
              <a:pathLst>
                <a:path w="1555" h="1022" extrusionOk="0">
                  <a:moveTo>
                    <a:pt x="259" y="1"/>
                  </a:moveTo>
                  <a:cubicBezTo>
                    <a:pt x="137" y="1"/>
                    <a:pt x="31" y="92"/>
                    <a:pt x="23" y="214"/>
                  </a:cubicBezTo>
                  <a:cubicBezTo>
                    <a:pt x="0" y="641"/>
                    <a:pt x="328" y="999"/>
                    <a:pt x="747" y="1021"/>
                  </a:cubicBezTo>
                  <a:lnTo>
                    <a:pt x="785" y="1021"/>
                  </a:lnTo>
                  <a:cubicBezTo>
                    <a:pt x="1189" y="1021"/>
                    <a:pt x="1531" y="701"/>
                    <a:pt x="1554" y="298"/>
                  </a:cubicBezTo>
                  <a:cubicBezTo>
                    <a:pt x="1554" y="168"/>
                    <a:pt x="1463" y="62"/>
                    <a:pt x="1341" y="62"/>
                  </a:cubicBezTo>
                  <a:cubicBezTo>
                    <a:pt x="1336" y="61"/>
                    <a:pt x="1331" y="61"/>
                    <a:pt x="1326" y="61"/>
                  </a:cubicBezTo>
                  <a:cubicBezTo>
                    <a:pt x="1203" y="61"/>
                    <a:pt x="1105" y="150"/>
                    <a:pt x="1105" y="275"/>
                  </a:cubicBezTo>
                  <a:cubicBezTo>
                    <a:pt x="1090" y="438"/>
                    <a:pt x="952" y="572"/>
                    <a:pt x="784" y="572"/>
                  </a:cubicBezTo>
                  <a:cubicBezTo>
                    <a:pt x="779" y="572"/>
                    <a:pt x="774" y="572"/>
                    <a:pt x="770" y="572"/>
                  </a:cubicBezTo>
                  <a:cubicBezTo>
                    <a:pt x="602" y="557"/>
                    <a:pt x="465" y="412"/>
                    <a:pt x="473" y="237"/>
                  </a:cubicBezTo>
                  <a:cubicBezTo>
                    <a:pt x="480" y="115"/>
                    <a:pt x="381" y="8"/>
                    <a:pt x="2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7"/>
            <p:cNvSpPr/>
            <p:nvPr/>
          </p:nvSpPr>
          <p:spPr>
            <a:xfrm>
              <a:off x="5097263" y="2767356"/>
              <a:ext cx="27657" cy="25750"/>
            </a:xfrm>
            <a:custGeom>
              <a:avLst/>
              <a:gdLst/>
              <a:ahLst/>
              <a:cxnLst/>
              <a:rect l="l" t="t" r="r" b="b"/>
              <a:pathLst>
                <a:path w="1159" h="1080" extrusionOk="0">
                  <a:moveTo>
                    <a:pt x="578" y="1"/>
                  </a:moveTo>
                  <a:cubicBezTo>
                    <a:pt x="316" y="1"/>
                    <a:pt x="88" y="188"/>
                    <a:pt x="46" y="457"/>
                  </a:cubicBezTo>
                  <a:cubicBezTo>
                    <a:pt x="1" y="754"/>
                    <a:pt x="199" y="1028"/>
                    <a:pt x="496" y="1074"/>
                  </a:cubicBezTo>
                  <a:cubicBezTo>
                    <a:pt x="524" y="1078"/>
                    <a:pt x="551" y="1080"/>
                    <a:pt x="579" y="1080"/>
                  </a:cubicBezTo>
                  <a:cubicBezTo>
                    <a:pt x="842" y="1080"/>
                    <a:pt x="1071" y="886"/>
                    <a:pt x="1113" y="624"/>
                  </a:cubicBezTo>
                  <a:cubicBezTo>
                    <a:pt x="1159" y="327"/>
                    <a:pt x="953" y="53"/>
                    <a:pt x="663" y="7"/>
                  </a:cubicBezTo>
                  <a:cubicBezTo>
                    <a:pt x="635" y="3"/>
                    <a:pt x="606" y="1"/>
                    <a:pt x="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7"/>
            <p:cNvSpPr/>
            <p:nvPr/>
          </p:nvSpPr>
          <p:spPr>
            <a:xfrm>
              <a:off x="4931681" y="2669792"/>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7"/>
            <p:cNvSpPr/>
            <p:nvPr/>
          </p:nvSpPr>
          <p:spPr>
            <a:xfrm>
              <a:off x="4872597" y="2705389"/>
              <a:ext cx="10738" cy="20552"/>
            </a:xfrm>
            <a:custGeom>
              <a:avLst/>
              <a:gdLst/>
              <a:ahLst/>
              <a:cxnLst/>
              <a:rect l="l" t="t" r="r" b="b"/>
              <a:pathLst>
                <a:path w="450" h="862" extrusionOk="0">
                  <a:moveTo>
                    <a:pt x="221" y="1"/>
                  </a:moveTo>
                  <a:cubicBezTo>
                    <a:pt x="99" y="1"/>
                    <a:pt x="0" y="100"/>
                    <a:pt x="0" y="222"/>
                  </a:cubicBezTo>
                  <a:lnTo>
                    <a:pt x="0" y="633"/>
                  </a:lnTo>
                  <a:cubicBezTo>
                    <a:pt x="0" y="763"/>
                    <a:pt x="99" y="862"/>
                    <a:pt x="221" y="862"/>
                  </a:cubicBezTo>
                  <a:cubicBezTo>
                    <a:pt x="351" y="862"/>
                    <a:pt x="450" y="763"/>
                    <a:pt x="450" y="633"/>
                  </a:cubicBezTo>
                  <a:lnTo>
                    <a:pt x="450" y="222"/>
                  </a:lnTo>
                  <a:cubicBezTo>
                    <a:pt x="450" y="100"/>
                    <a:pt x="351" y="1"/>
                    <a:pt x="2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7"/>
            <p:cNvSpPr/>
            <p:nvPr/>
          </p:nvSpPr>
          <p:spPr>
            <a:xfrm>
              <a:off x="4919678" y="2732283"/>
              <a:ext cx="10738" cy="20719"/>
            </a:xfrm>
            <a:custGeom>
              <a:avLst/>
              <a:gdLst/>
              <a:ahLst/>
              <a:cxnLst/>
              <a:rect l="l" t="t" r="r" b="b"/>
              <a:pathLst>
                <a:path w="450" h="869" extrusionOk="0">
                  <a:moveTo>
                    <a:pt x="221" y="0"/>
                  </a:moveTo>
                  <a:cubicBezTo>
                    <a:pt x="99" y="0"/>
                    <a:pt x="0" y="107"/>
                    <a:pt x="0" y="229"/>
                  </a:cubicBezTo>
                  <a:lnTo>
                    <a:pt x="0" y="640"/>
                  </a:lnTo>
                  <a:cubicBezTo>
                    <a:pt x="0" y="762"/>
                    <a:pt x="99" y="869"/>
                    <a:pt x="221" y="869"/>
                  </a:cubicBezTo>
                  <a:cubicBezTo>
                    <a:pt x="351" y="869"/>
                    <a:pt x="450" y="762"/>
                    <a:pt x="450" y="640"/>
                  </a:cubicBezTo>
                  <a:lnTo>
                    <a:pt x="450" y="229"/>
                  </a:lnTo>
                  <a:cubicBezTo>
                    <a:pt x="450" y="107"/>
                    <a:pt x="351"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7"/>
            <p:cNvSpPr/>
            <p:nvPr/>
          </p:nvSpPr>
          <p:spPr>
            <a:xfrm>
              <a:off x="4824968" y="2756984"/>
              <a:ext cx="10762" cy="20719"/>
            </a:xfrm>
            <a:custGeom>
              <a:avLst/>
              <a:gdLst/>
              <a:ahLst/>
              <a:cxnLst/>
              <a:rect l="l" t="t" r="r" b="b"/>
              <a:pathLst>
                <a:path w="451" h="869" extrusionOk="0">
                  <a:moveTo>
                    <a:pt x="229" y="0"/>
                  </a:moveTo>
                  <a:cubicBezTo>
                    <a:pt x="100" y="0"/>
                    <a:pt x="1" y="107"/>
                    <a:pt x="1" y="229"/>
                  </a:cubicBezTo>
                  <a:lnTo>
                    <a:pt x="1" y="640"/>
                  </a:lnTo>
                  <a:cubicBezTo>
                    <a:pt x="1" y="770"/>
                    <a:pt x="100" y="869"/>
                    <a:pt x="229" y="869"/>
                  </a:cubicBezTo>
                  <a:cubicBezTo>
                    <a:pt x="351" y="869"/>
                    <a:pt x="450" y="770"/>
                    <a:pt x="450" y="640"/>
                  </a:cubicBezTo>
                  <a:lnTo>
                    <a:pt x="450" y="229"/>
                  </a:lnTo>
                  <a:cubicBezTo>
                    <a:pt x="450" y="107"/>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7"/>
            <p:cNvSpPr/>
            <p:nvPr/>
          </p:nvSpPr>
          <p:spPr>
            <a:xfrm>
              <a:off x="5044002" y="2723390"/>
              <a:ext cx="45840" cy="21983"/>
            </a:xfrm>
            <a:custGeom>
              <a:avLst/>
              <a:gdLst/>
              <a:ahLst/>
              <a:cxnLst/>
              <a:rect l="l" t="t" r="r" b="b"/>
              <a:pathLst>
                <a:path w="1921" h="922" extrusionOk="0">
                  <a:moveTo>
                    <a:pt x="573" y="0"/>
                  </a:moveTo>
                  <a:cubicBezTo>
                    <a:pt x="501" y="0"/>
                    <a:pt x="430" y="3"/>
                    <a:pt x="359" y="8"/>
                  </a:cubicBezTo>
                  <a:cubicBezTo>
                    <a:pt x="153" y="23"/>
                    <a:pt x="1" y="198"/>
                    <a:pt x="16" y="411"/>
                  </a:cubicBezTo>
                  <a:cubicBezTo>
                    <a:pt x="31" y="608"/>
                    <a:pt x="191" y="755"/>
                    <a:pt x="384" y="755"/>
                  </a:cubicBezTo>
                  <a:cubicBezTo>
                    <a:pt x="393" y="755"/>
                    <a:pt x="403" y="755"/>
                    <a:pt x="412" y="754"/>
                  </a:cubicBezTo>
                  <a:cubicBezTo>
                    <a:pt x="465" y="750"/>
                    <a:pt x="518" y="748"/>
                    <a:pt x="571" y="748"/>
                  </a:cubicBezTo>
                  <a:cubicBezTo>
                    <a:pt x="838" y="748"/>
                    <a:pt x="1104" y="797"/>
                    <a:pt x="1364" y="899"/>
                  </a:cubicBezTo>
                  <a:cubicBezTo>
                    <a:pt x="1410" y="914"/>
                    <a:pt x="1456" y="922"/>
                    <a:pt x="1501" y="922"/>
                  </a:cubicBezTo>
                  <a:cubicBezTo>
                    <a:pt x="1646" y="922"/>
                    <a:pt x="1791" y="830"/>
                    <a:pt x="1852" y="678"/>
                  </a:cubicBezTo>
                  <a:cubicBezTo>
                    <a:pt x="1920" y="488"/>
                    <a:pt x="1821" y="267"/>
                    <a:pt x="1631" y="190"/>
                  </a:cubicBezTo>
                  <a:cubicBezTo>
                    <a:pt x="1288" y="64"/>
                    <a:pt x="929" y="0"/>
                    <a:pt x="5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7"/>
            <p:cNvSpPr/>
            <p:nvPr/>
          </p:nvSpPr>
          <p:spPr>
            <a:xfrm>
              <a:off x="5008924" y="2734596"/>
              <a:ext cx="23099" cy="19861"/>
            </a:xfrm>
            <a:custGeom>
              <a:avLst/>
              <a:gdLst/>
              <a:ahLst/>
              <a:cxnLst/>
              <a:rect l="l" t="t" r="r" b="b"/>
              <a:pathLst>
                <a:path w="968" h="833" extrusionOk="0">
                  <a:moveTo>
                    <a:pt x="536" y="1"/>
                  </a:moveTo>
                  <a:cubicBezTo>
                    <a:pt x="465" y="1"/>
                    <a:pt x="393" y="21"/>
                    <a:pt x="328" y="63"/>
                  </a:cubicBezTo>
                  <a:cubicBezTo>
                    <a:pt x="290" y="94"/>
                    <a:pt x="244" y="124"/>
                    <a:pt x="206" y="155"/>
                  </a:cubicBezTo>
                  <a:cubicBezTo>
                    <a:pt x="39" y="277"/>
                    <a:pt x="1" y="513"/>
                    <a:pt x="122" y="680"/>
                  </a:cubicBezTo>
                  <a:cubicBezTo>
                    <a:pt x="199" y="779"/>
                    <a:pt x="313" y="833"/>
                    <a:pt x="427" y="833"/>
                  </a:cubicBezTo>
                  <a:cubicBezTo>
                    <a:pt x="503" y="833"/>
                    <a:pt x="579" y="810"/>
                    <a:pt x="648" y="756"/>
                  </a:cubicBezTo>
                  <a:cubicBezTo>
                    <a:pt x="679" y="734"/>
                    <a:pt x="717" y="711"/>
                    <a:pt x="747" y="688"/>
                  </a:cubicBezTo>
                  <a:cubicBezTo>
                    <a:pt x="922" y="574"/>
                    <a:pt x="968" y="337"/>
                    <a:pt x="854" y="170"/>
                  </a:cubicBezTo>
                  <a:cubicBezTo>
                    <a:pt x="777" y="60"/>
                    <a:pt x="658" y="1"/>
                    <a:pt x="5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7"/>
            <p:cNvSpPr/>
            <p:nvPr/>
          </p:nvSpPr>
          <p:spPr>
            <a:xfrm>
              <a:off x="4744265" y="2527262"/>
              <a:ext cx="65813" cy="72648"/>
            </a:xfrm>
            <a:custGeom>
              <a:avLst/>
              <a:gdLst/>
              <a:ahLst/>
              <a:cxnLst/>
              <a:rect l="l" t="t" r="r" b="b"/>
              <a:pathLst>
                <a:path w="2758" h="3047" extrusionOk="0">
                  <a:moveTo>
                    <a:pt x="1381" y="0"/>
                  </a:moveTo>
                  <a:cubicBezTo>
                    <a:pt x="1331" y="0"/>
                    <a:pt x="1280" y="32"/>
                    <a:pt x="1257" y="98"/>
                  </a:cubicBezTo>
                  <a:lnTo>
                    <a:pt x="953" y="959"/>
                  </a:lnTo>
                  <a:cubicBezTo>
                    <a:pt x="937" y="997"/>
                    <a:pt x="914" y="1027"/>
                    <a:pt x="876" y="1043"/>
                  </a:cubicBezTo>
                  <a:lnTo>
                    <a:pt x="107" y="1393"/>
                  </a:lnTo>
                  <a:cubicBezTo>
                    <a:pt x="0" y="1439"/>
                    <a:pt x="0" y="1614"/>
                    <a:pt x="107" y="1660"/>
                  </a:cubicBezTo>
                  <a:lnTo>
                    <a:pt x="876" y="2010"/>
                  </a:lnTo>
                  <a:cubicBezTo>
                    <a:pt x="914" y="2025"/>
                    <a:pt x="937" y="2056"/>
                    <a:pt x="953" y="2086"/>
                  </a:cubicBezTo>
                  <a:lnTo>
                    <a:pt x="1257" y="2955"/>
                  </a:lnTo>
                  <a:cubicBezTo>
                    <a:pt x="1280" y="3016"/>
                    <a:pt x="1330" y="3046"/>
                    <a:pt x="1379" y="3046"/>
                  </a:cubicBezTo>
                  <a:cubicBezTo>
                    <a:pt x="1429" y="3046"/>
                    <a:pt x="1478" y="3016"/>
                    <a:pt x="1501" y="2955"/>
                  </a:cubicBezTo>
                  <a:lnTo>
                    <a:pt x="1806" y="2086"/>
                  </a:lnTo>
                  <a:cubicBezTo>
                    <a:pt x="1821" y="2056"/>
                    <a:pt x="1851" y="2025"/>
                    <a:pt x="1882" y="2010"/>
                  </a:cubicBezTo>
                  <a:lnTo>
                    <a:pt x="2651" y="1660"/>
                  </a:lnTo>
                  <a:cubicBezTo>
                    <a:pt x="2758" y="1614"/>
                    <a:pt x="2758" y="1439"/>
                    <a:pt x="2651" y="1393"/>
                  </a:cubicBezTo>
                  <a:lnTo>
                    <a:pt x="1882" y="1043"/>
                  </a:lnTo>
                  <a:cubicBezTo>
                    <a:pt x="1851" y="1027"/>
                    <a:pt x="1821" y="997"/>
                    <a:pt x="1806" y="959"/>
                  </a:cubicBezTo>
                  <a:lnTo>
                    <a:pt x="1501" y="91"/>
                  </a:lnTo>
                  <a:cubicBezTo>
                    <a:pt x="1479" y="30"/>
                    <a:pt x="1430" y="0"/>
                    <a:pt x="1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7"/>
            <p:cNvSpPr/>
            <p:nvPr/>
          </p:nvSpPr>
          <p:spPr>
            <a:xfrm>
              <a:off x="4953849" y="2485990"/>
              <a:ext cx="48918" cy="53789"/>
            </a:xfrm>
            <a:custGeom>
              <a:avLst/>
              <a:gdLst/>
              <a:ahLst/>
              <a:cxnLst/>
              <a:rect l="l" t="t" r="r" b="b"/>
              <a:pathLst>
                <a:path w="2050" h="2256" extrusionOk="0">
                  <a:moveTo>
                    <a:pt x="1024" y="1"/>
                  </a:moveTo>
                  <a:cubicBezTo>
                    <a:pt x="987" y="1"/>
                    <a:pt x="949" y="24"/>
                    <a:pt x="930" y="69"/>
                  </a:cubicBezTo>
                  <a:lnTo>
                    <a:pt x="701" y="709"/>
                  </a:lnTo>
                  <a:cubicBezTo>
                    <a:pt x="694" y="740"/>
                    <a:pt x="671" y="763"/>
                    <a:pt x="648" y="770"/>
                  </a:cubicBezTo>
                  <a:lnTo>
                    <a:pt x="77" y="1029"/>
                  </a:lnTo>
                  <a:cubicBezTo>
                    <a:pt x="0" y="1067"/>
                    <a:pt x="0" y="1197"/>
                    <a:pt x="77" y="1227"/>
                  </a:cubicBezTo>
                  <a:lnTo>
                    <a:pt x="648" y="1486"/>
                  </a:lnTo>
                  <a:cubicBezTo>
                    <a:pt x="678" y="1502"/>
                    <a:pt x="694" y="1517"/>
                    <a:pt x="701" y="1547"/>
                  </a:cubicBezTo>
                  <a:lnTo>
                    <a:pt x="930" y="2187"/>
                  </a:lnTo>
                  <a:cubicBezTo>
                    <a:pt x="949" y="2233"/>
                    <a:pt x="987" y="2256"/>
                    <a:pt x="1024" y="2256"/>
                  </a:cubicBezTo>
                  <a:cubicBezTo>
                    <a:pt x="1061" y="2256"/>
                    <a:pt x="1097" y="2233"/>
                    <a:pt x="1113" y="2187"/>
                  </a:cubicBezTo>
                  <a:lnTo>
                    <a:pt x="1341" y="1547"/>
                  </a:lnTo>
                  <a:cubicBezTo>
                    <a:pt x="1349" y="1517"/>
                    <a:pt x="1372" y="1502"/>
                    <a:pt x="1394" y="1486"/>
                  </a:cubicBezTo>
                  <a:lnTo>
                    <a:pt x="1966" y="1227"/>
                  </a:lnTo>
                  <a:cubicBezTo>
                    <a:pt x="2050" y="1197"/>
                    <a:pt x="2050" y="1067"/>
                    <a:pt x="1966" y="1029"/>
                  </a:cubicBezTo>
                  <a:lnTo>
                    <a:pt x="1394" y="770"/>
                  </a:lnTo>
                  <a:cubicBezTo>
                    <a:pt x="1372" y="763"/>
                    <a:pt x="1349" y="740"/>
                    <a:pt x="1341" y="709"/>
                  </a:cubicBezTo>
                  <a:lnTo>
                    <a:pt x="1113" y="69"/>
                  </a:lnTo>
                  <a:cubicBezTo>
                    <a:pt x="1097" y="24"/>
                    <a:pt x="1061" y="1"/>
                    <a:pt x="10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7"/>
            <p:cNvSpPr/>
            <p:nvPr/>
          </p:nvSpPr>
          <p:spPr>
            <a:xfrm>
              <a:off x="5063641" y="2547575"/>
              <a:ext cx="32191" cy="32164"/>
            </a:xfrm>
            <a:custGeom>
              <a:avLst/>
              <a:gdLst/>
              <a:ahLst/>
              <a:cxnLst/>
              <a:rect l="l" t="t" r="r" b="b"/>
              <a:pathLst>
                <a:path w="1349" h="1349" extrusionOk="0">
                  <a:moveTo>
                    <a:pt x="678" y="0"/>
                  </a:moveTo>
                  <a:cubicBezTo>
                    <a:pt x="305" y="0"/>
                    <a:pt x="0" y="305"/>
                    <a:pt x="0" y="671"/>
                  </a:cubicBezTo>
                  <a:cubicBezTo>
                    <a:pt x="0" y="1044"/>
                    <a:pt x="305" y="1349"/>
                    <a:pt x="678" y="1349"/>
                  </a:cubicBezTo>
                  <a:cubicBezTo>
                    <a:pt x="1044" y="1349"/>
                    <a:pt x="1349" y="1044"/>
                    <a:pt x="1349" y="671"/>
                  </a:cubicBezTo>
                  <a:cubicBezTo>
                    <a:pt x="1349" y="305"/>
                    <a:pt x="1044" y="0"/>
                    <a:pt x="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7"/>
            <p:cNvSpPr/>
            <p:nvPr/>
          </p:nvSpPr>
          <p:spPr>
            <a:xfrm>
              <a:off x="4836064" y="2493620"/>
              <a:ext cx="13458" cy="13471"/>
            </a:xfrm>
            <a:custGeom>
              <a:avLst/>
              <a:gdLst/>
              <a:ahLst/>
              <a:cxnLst/>
              <a:rect l="l" t="t" r="r" b="b"/>
              <a:pathLst>
                <a:path w="564" h="565" extrusionOk="0">
                  <a:moveTo>
                    <a:pt x="282" y="1"/>
                  </a:moveTo>
                  <a:cubicBezTo>
                    <a:pt x="130" y="1"/>
                    <a:pt x="0" y="123"/>
                    <a:pt x="0" y="283"/>
                  </a:cubicBezTo>
                  <a:cubicBezTo>
                    <a:pt x="0" y="435"/>
                    <a:pt x="130" y="565"/>
                    <a:pt x="282" y="565"/>
                  </a:cubicBezTo>
                  <a:cubicBezTo>
                    <a:pt x="442" y="565"/>
                    <a:pt x="564" y="435"/>
                    <a:pt x="564" y="283"/>
                  </a:cubicBezTo>
                  <a:cubicBezTo>
                    <a:pt x="564" y="123"/>
                    <a:pt x="442" y="1"/>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7"/>
          <p:cNvGrpSpPr/>
          <p:nvPr/>
        </p:nvGrpSpPr>
        <p:grpSpPr>
          <a:xfrm>
            <a:off x="5111605" y="3067098"/>
            <a:ext cx="473766" cy="454057"/>
            <a:chOff x="2310542" y="2989951"/>
            <a:chExt cx="473766" cy="454057"/>
          </a:xfrm>
        </p:grpSpPr>
        <p:sp>
          <p:nvSpPr>
            <p:cNvPr id="240" name="Google Shape;240;p17"/>
            <p:cNvSpPr/>
            <p:nvPr/>
          </p:nvSpPr>
          <p:spPr>
            <a:xfrm>
              <a:off x="2310542" y="3112716"/>
              <a:ext cx="208511" cy="179820"/>
            </a:xfrm>
            <a:custGeom>
              <a:avLst/>
              <a:gdLst/>
              <a:ahLst/>
              <a:cxnLst/>
              <a:rect l="l" t="t" r="r" b="b"/>
              <a:pathLst>
                <a:path w="8738" h="7542" extrusionOk="0">
                  <a:moveTo>
                    <a:pt x="2522" y="1"/>
                  </a:moveTo>
                  <a:cubicBezTo>
                    <a:pt x="0" y="1"/>
                    <a:pt x="732" y="2469"/>
                    <a:pt x="1189" y="4731"/>
                  </a:cubicBezTo>
                  <a:cubicBezTo>
                    <a:pt x="1722" y="7390"/>
                    <a:pt x="1905" y="7542"/>
                    <a:pt x="4312" y="7542"/>
                  </a:cubicBezTo>
                  <a:cubicBezTo>
                    <a:pt x="6056" y="7542"/>
                    <a:pt x="7732" y="7352"/>
                    <a:pt x="8738" y="6719"/>
                  </a:cubicBezTo>
                  <a:lnTo>
                    <a:pt x="8738" y="4388"/>
                  </a:lnTo>
                  <a:cubicBezTo>
                    <a:pt x="7686" y="2415"/>
                    <a:pt x="4205" y="1"/>
                    <a:pt x="2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7"/>
            <p:cNvSpPr/>
            <p:nvPr/>
          </p:nvSpPr>
          <p:spPr>
            <a:xfrm>
              <a:off x="2310542" y="3112716"/>
              <a:ext cx="200159" cy="177460"/>
            </a:xfrm>
            <a:custGeom>
              <a:avLst/>
              <a:gdLst/>
              <a:ahLst/>
              <a:cxnLst/>
              <a:rect l="l" t="t" r="r" b="b"/>
              <a:pathLst>
                <a:path w="8388" h="7443" extrusionOk="0">
                  <a:moveTo>
                    <a:pt x="2522" y="1"/>
                  </a:moveTo>
                  <a:cubicBezTo>
                    <a:pt x="0" y="1"/>
                    <a:pt x="732" y="2469"/>
                    <a:pt x="1189" y="4731"/>
                  </a:cubicBezTo>
                  <a:cubicBezTo>
                    <a:pt x="1562" y="6613"/>
                    <a:pt x="1768" y="7237"/>
                    <a:pt x="2712" y="7443"/>
                  </a:cubicBezTo>
                  <a:cubicBezTo>
                    <a:pt x="2308" y="6064"/>
                    <a:pt x="2278" y="4967"/>
                    <a:pt x="2522" y="4244"/>
                  </a:cubicBezTo>
                  <a:cubicBezTo>
                    <a:pt x="2728" y="3635"/>
                    <a:pt x="3640" y="2939"/>
                    <a:pt x="5141" y="2939"/>
                  </a:cubicBezTo>
                  <a:cubicBezTo>
                    <a:pt x="6026" y="2939"/>
                    <a:pt x="7116" y="3181"/>
                    <a:pt x="8387" y="3825"/>
                  </a:cubicBezTo>
                  <a:cubicBezTo>
                    <a:pt x="7054" y="1981"/>
                    <a:pt x="4045" y="1"/>
                    <a:pt x="25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7"/>
            <p:cNvSpPr/>
            <p:nvPr/>
          </p:nvSpPr>
          <p:spPr>
            <a:xfrm>
              <a:off x="2367622" y="3189179"/>
              <a:ext cx="151431" cy="103357"/>
            </a:xfrm>
            <a:custGeom>
              <a:avLst/>
              <a:gdLst/>
              <a:ahLst/>
              <a:cxnLst/>
              <a:rect l="l" t="t" r="r" b="b"/>
              <a:pathLst>
                <a:path w="6346" h="4335" extrusionOk="0">
                  <a:moveTo>
                    <a:pt x="4464" y="1"/>
                  </a:moveTo>
                  <a:cubicBezTo>
                    <a:pt x="4517" y="77"/>
                    <a:pt x="4556" y="145"/>
                    <a:pt x="4601" y="221"/>
                  </a:cubicBezTo>
                  <a:lnTo>
                    <a:pt x="4914" y="2293"/>
                  </a:lnTo>
                  <a:cubicBezTo>
                    <a:pt x="4601" y="2560"/>
                    <a:pt x="2499" y="2690"/>
                    <a:pt x="1135" y="2690"/>
                  </a:cubicBezTo>
                  <a:cubicBezTo>
                    <a:pt x="655" y="2690"/>
                    <a:pt x="290" y="2682"/>
                    <a:pt x="0" y="2636"/>
                  </a:cubicBezTo>
                  <a:lnTo>
                    <a:pt x="0" y="2636"/>
                  </a:lnTo>
                  <a:cubicBezTo>
                    <a:pt x="46" y="3109"/>
                    <a:pt x="145" y="3649"/>
                    <a:pt x="320" y="4236"/>
                  </a:cubicBezTo>
                  <a:cubicBezTo>
                    <a:pt x="259" y="4228"/>
                    <a:pt x="206" y="4213"/>
                    <a:pt x="153" y="4198"/>
                  </a:cubicBezTo>
                  <a:lnTo>
                    <a:pt x="153" y="4198"/>
                  </a:lnTo>
                  <a:cubicBezTo>
                    <a:pt x="556" y="4320"/>
                    <a:pt x="1112" y="4335"/>
                    <a:pt x="1920" y="4335"/>
                  </a:cubicBezTo>
                  <a:cubicBezTo>
                    <a:pt x="3664" y="4335"/>
                    <a:pt x="5340" y="4145"/>
                    <a:pt x="6346" y="3512"/>
                  </a:cubicBezTo>
                  <a:lnTo>
                    <a:pt x="6346" y="1181"/>
                  </a:lnTo>
                  <a:cubicBezTo>
                    <a:pt x="6250" y="997"/>
                    <a:pt x="6125" y="805"/>
                    <a:pt x="5985" y="613"/>
                  </a:cubicBezTo>
                  <a:lnTo>
                    <a:pt x="5985" y="613"/>
                  </a:lnTo>
                  <a:cubicBezTo>
                    <a:pt x="5989" y="614"/>
                    <a:pt x="5992" y="616"/>
                    <a:pt x="5995" y="618"/>
                  </a:cubicBezTo>
                  <a:cubicBezTo>
                    <a:pt x="5988" y="610"/>
                    <a:pt x="5980" y="602"/>
                    <a:pt x="5972" y="595"/>
                  </a:cubicBezTo>
                  <a:lnTo>
                    <a:pt x="5972" y="595"/>
                  </a:lnTo>
                  <a:cubicBezTo>
                    <a:pt x="5977" y="601"/>
                    <a:pt x="5981" y="607"/>
                    <a:pt x="5985" y="613"/>
                  </a:cubicBezTo>
                  <a:lnTo>
                    <a:pt x="5985" y="613"/>
                  </a:lnTo>
                  <a:cubicBezTo>
                    <a:pt x="5448" y="341"/>
                    <a:pt x="4941" y="137"/>
                    <a:pt x="4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7"/>
            <p:cNvSpPr/>
            <p:nvPr/>
          </p:nvSpPr>
          <p:spPr>
            <a:xfrm>
              <a:off x="2324717" y="3112907"/>
              <a:ext cx="149618" cy="139145"/>
            </a:xfrm>
            <a:custGeom>
              <a:avLst/>
              <a:gdLst/>
              <a:ahLst/>
              <a:cxnLst/>
              <a:rect l="l" t="t" r="r" b="b"/>
              <a:pathLst>
                <a:path w="6270" h="5836" extrusionOk="0">
                  <a:moveTo>
                    <a:pt x="1692" y="0"/>
                  </a:moveTo>
                  <a:cubicBezTo>
                    <a:pt x="153" y="107"/>
                    <a:pt x="0" y="1265"/>
                    <a:pt x="199" y="2697"/>
                  </a:cubicBezTo>
                  <a:cubicBezTo>
                    <a:pt x="145" y="2308"/>
                    <a:pt x="122" y="1943"/>
                    <a:pt x="138" y="1607"/>
                  </a:cubicBezTo>
                  <a:lnTo>
                    <a:pt x="138" y="1607"/>
                  </a:lnTo>
                  <a:cubicBezTo>
                    <a:pt x="168" y="2240"/>
                    <a:pt x="351" y="2979"/>
                    <a:pt x="496" y="3695"/>
                  </a:cubicBezTo>
                  <a:cubicBezTo>
                    <a:pt x="800" y="5233"/>
                    <a:pt x="960" y="5698"/>
                    <a:pt x="1798" y="5835"/>
                  </a:cubicBezTo>
                  <a:cubicBezTo>
                    <a:pt x="1737" y="5188"/>
                    <a:pt x="1783" y="4647"/>
                    <a:pt x="1928" y="4236"/>
                  </a:cubicBezTo>
                  <a:cubicBezTo>
                    <a:pt x="2133" y="3627"/>
                    <a:pt x="3043" y="2929"/>
                    <a:pt x="4545" y="2929"/>
                  </a:cubicBezTo>
                  <a:cubicBezTo>
                    <a:pt x="5053" y="2929"/>
                    <a:pt x="5630" y="3009"/>
                    <a:pt x="6270" y="3200"/>
                  </a:cubicBezTo>
                  <a:cubicBezTo>
                    <a:pt x="5356" y="1760"/>
                    <a:pt x="2987" y="122"/>
                    <a:pt x="169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7"/>
            <p:cNvSpPr/>
            <p:nvPr/>
          </p:nvSpPr>
          <p:spPr>
            <a:xfrm>
              <a:off x="2341993" y="3240226"/>
              <a:ext cx="33288" cy="49950"/>
            </a:xfrm>
            <a:custGeom>
              <a:avLst/>
              <a:gdLst/>
              <a:ahLst/>
              <a:cxnLst/>
              <a:rect l="l" t="t" r="r" b="b"/>
              <a:pathLst>
                <a:path w="1395" h="2095" extrusionOk="0">
                  <a:moveTo>
                    <a:pt x="0" y="0"/>
                  </a:moveTo>
                  <a:cubicBezTo>
                    <a:pt x="183" y="830"/>
                    <a:pt x="389" y="1943"/>
                    <a:pt x="1394" y="2095"/>
                  </a:cubicBezTo>
                  <a:cubicBezTo>
                    <a:pt x="1219" y="1508"/>
                    <a:pt x="1120" y="968"/>
                    <a:pt x="1074" y="495"/>
                  </a:cubicBezTo>
                  <a:cubicBezTo>
                    <a:pt x="678" y="427"/>
                    <a:pt x="434" y="290"/>
                    <a:pt x="25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7"/>
            <p:cNvSpPr/>
            <p:nvPr/>
          </p:nvSpPr>
          <p:spPr>
            <a:xfrm>
              <a:off x="2345262" y="3277444"/>
              <a:ext cx="178706" cy="157814"/>
            </a:xfrm>
            <a:custGeom>
              <a:avLst/>
              <a:gdLst/>
              <a:ahLst/>
              <a:cxnLst/>
              <a:rect l="l" t="t" r="r" b="b"/>
              <a:pathLst>
                <a:path w="7489" h="6619" extrusionOk="0">
                  <a:moveTo>
                    <a:pt x="7283" y="1"/>
                  </a:moveTo>
                  <a:cubicBezTo>
                    <a:pt x="6612" y="343"/>
                    <a:pt x="3024" y="633"/>
                    <a:pt x="3024" y="633"/>
                  </a:cubicBezTo>
                  <a:cubicBezTo>
                    <a:pt x="1630" y="1174"/>
                    <a:pt x="701" y="2027"/>
                    <a:pt x="473" y="2773"/>
                  </a:cubicBezTo>
                  <a:cubicBezTo>
                    <a:pt x="0" y="4282"/>
                    <a:pt x="526" y="5165"/>
                    <a:pt x="1432" y="5996"/>
                  </a:cubicBezTo>
                  <a:cubicBezTo>
                    <a:pt x="1889" y="6411"/>
                    <a:pt x="2485" y="6618"/>
                    <a:pt x="3082" y="6618"/>
                  </a:cubicBezTo>
                  <a:cubicBezTo>
                    <a:pt x="3678" y="6618"/>
                    <a:pt x="4274" y="6411"/>
                    <a:pt x="4731" y="5996"/>
                  </a:cubicBezTo>
                  <a:cubicBezTo>
                    <a:pt x="5294" y="5478"/>
                    <a:pt x="6925" y="3010"/>
                    <a:pt x="7488" y="1699"/>
                  </a:cubicBezTo>
                  <a:lnTo>
                    <a:pt x="7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7"/>
            <p:cNvSpPr/>
            <p:nvPr/>
          </p:nvSpPr>
          <p:spPr>
            <a:xfrm>
              <a:off x="2345262" y="3296328"/>
              <a:ext cx="122176" cy="138930"/>
            </a:xfrm>
            <a:custGeom>
              <a:avLst/>
              <a:gdLst/>
              <a:ahLst/>
              <a:cxnLst/>
              <a:rect l="l" t="t" r="r" b="b"/>
              <a:pathLst>
                <a:path w="5120" h="5827" extrusionOk="0">
                  <a:moveTo>
                    <a:pt x="2644" y="1"/>
                  </a:moveTo>
                  <a:lnTo>
                    <a:pt x="2644" y="1"/>
                  </a:lnTo>
                  <a:cubicBezTo>
                    <a:pt x="1463" y="542"/>
                    <a:pt x="686" y="1311"/>
                    <a:pt x="473" y="1981"/>
                  </a:cubicBezTo>
                  <a:cubicBezTo>
                    <a:pt x="0" y="3490"/>
                    <a:pt x="526" y="4373"/>
                    <a:pt x="1432" y="5204"/>
                  </a:cubicBezTo>
                  <a:cubicBezTo>
                    <a:pt x="1889" y="5619"/>
                    <a:pt x="2485" y="5826"/>
                    <a:pt x="3082" y="5826"/>
                  </a:cubicBezTo>
                  <a:cubicBezTo>
                    <a:pt x="3678" y="5826"/>
                    <a:pt x="4274" y="5619"/>
                    <a:pt x="4731" y="5204"/>
                  </a:cubicBezTo>
                  <a:cubicBezTo>
                    <a:pt x="4830" y="5112"/>
                    <a:pt x="4967" y="4952"/>
                    <a:pt x="5119" y="4754"/>
                  </a:cubicBezTo>
                  <a:cubicBezTo>
                    <a:pt x="183" y="4693"/>
                    <a:pt x="2278" y="641"/>
                    <a:pt x="2644"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7"/>
            <p:cNvSpPr/>
            <p:nvPr/>
          </p:nvSpPr>
          <p:spPr>
            <a:xfrm>
              <a:off x="2419045" y="3277444"/>
              <a:ext cx="104923" cy="132254"/>
            </a:xfrm>
            <a:custGeom>
              <a:avLst/>
              <a:gdLst/>
              <a:ahLst/>
              <a:cxnLst/>
              <a:rect l="l" t="t" r="r" b="b"/>
              <a:pathLst>
                <a:path w="4397" h="5547" extrusionOk="0">
                  <a:moveTo>
                    <a:pt x="4191" y="1"/>
                  </a:moveTo>
                  <a:cubicBezTo>
                    <a:pt x="3985" y="107"/>
                    <a:pt x="3505" y="206"/>
                    <a:pt x="2941" y="298"/>
                  </a:cubicBezTo>
                  <a:lnTo>
                    <a:pt x="3086" y="1471"/>
                  </a:lnTo>
                  <a:cubicBezTo>
                    <a:pt x="2660" y="2461"/>
                    <a:pt x="1425" y="4320"/>
                    <a:pt x="999" y="4716"/>
                  </a:cubicBezTo>
                  <a:cubicBezTo>
                    <a:pt x="717" y="4967"/>
                    <a:pt x="367" y="5120"/>
                    <a:pt x="1" y="5165"/>
                  </a:cubicBezTo>
                  <a:cubicBezTo>
                    <a:pt x="481" y="5394"/>
                    <a:pt x="1144" y="5531"/>
                    <a:pt x="2027" y="5546"/>
                  </a:cubicBezTo>
                  <a:cubicBezTo>
                    <a:pt x="2751" y="4632"/>
                    <a:pt x="3932" y="2773"/>
                    <a:pt x="4396" y="1699"/>
                  </a:cubicBez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7"/>
            <p:cNvSpPr/>
            <p:nvPr/>
          </p:nvSpPr>
          <p:spPr>
            <a:xfrm>
              <a:off x="2357790" y="3296328"/>
              <a:ext cx="61279" cy="104669"/>
            </a:xfrm>
            <a:custGeom>
              <a:avLst/>
              <a:gdLst/>
              <a:ahLst/>
              <a:cxnLst/>
              <a:rect l="l" t="t" r="r" b="b"/>
              <a:pathLst>
                <a:path w="2568" h="4390" extrusionOk="0">
                  <a:moveTo>
                    <a:pt x="2119" y="1"/>
                  </a:moveTo>
                  <a:lnTo>
                    <a:pt x="2119" y="1"/>
                  </a:lnTo>
                  <a:cubicBezTo>
                    <a:pt x="1547" y="260"/>
                    <a:pt x="1075" y="572"/>
                    <a:pt x="709" y="900"/>
                  </a:cubicBezTo>
                  <a:cubicBezTo>
                    <a:pt x="534" y="1098"/>
                    <a:pt x="420" y="1304"/>
                    <a:pt x="359" y="1494"/>
                  </a:cubicBezTo>
                  <a:cubicBezTo>
                    <a:pt x="1" y="2629"/>
                    <a:pt x="397" y="3292"/>
                    <a:pt x="1083" y="3924"/>
                  </a:cubicBezTo>
                  <a:cubicBezTo>
                    <a:pt x="1423" y="4233"/>
                    <a:pt x="1873" y="4389"/>
                    <a:pt x="2321" y="4389"/>
                  </a:cubicBezTo>
                  <a:cubicBezTo>
                    <a:pt x="2404" y="4389"/>
                    <a:pt x="2486" y="4384"/>
                    <a:pt x="2568" y="4373"/>
                  </a:cubicBezTo>
                  <a:cubicBezTo>
                    <a:pt x="359" y="3345"/>
                    <a:pt x="1821" y="527"/>
                    <a:pt x="2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7"/>
            <p:cNvSpPr/>
            <p:nvPr/>
          </p:nvSpPr>
          <p:spPr>
            <a:xfrm>
              <a:off x="2323428" y="3317762"/>
              <a:ext cx="144010" cy="117758"/>
            </a:xfrm>
            <a:custGeom>
              <a:avLst/>
              <a:gdLst/>
              <a:ahLst/>
              <a:cxnLst/>
              <a:rect l="l" t="t" r="r" b="b"/>
              <a:pathLst>
                <a:path w="6035" h="4939" extrusionOk="0">
                  <a:moveTo>
                    <a:pt x="2149" y="1"/>
                  </a:moveTo>
                  <a:lnTo>
                    <a:pt x="2149" y="1"/>
                  </a:lnTo>
                  <a:cubicBezTo>
                    <a:pt x="1" y="1898"/>
                    <a:pt x="1887" y="4938"/>
                    <a:pt x="4032" y="4938"/>
                  </a:cubicBezTo>
                  <a:cubicBezTo>
                    <a:pt x="4617" y="4938"/>
                    <a:pt x="5221" y="4712"/>
                    <a:pt x="5768" y="4175"/>
                  </a:cubicBezTo>
                  <a:cubicBezTo>
                    <a:pt x="5859" y="4076"/>
                    <a:pt x="5950" y="3970"/>
                    <a:pt x="6034" y="3855"/>
                  </a:cubicBezTo>
                  <a:cubicBezTo>
                    <a:pt x="5151" y="3840"/>
                    <a:pt x="4488" y="3703"/>
                    <a:pt x="4008" y="3474"/>
                  </a:cubicBezTo>
                  <a:cubicBezTo>
                    <a:pt x="3931" y="3483"/>
                    <a:pt x="3856" y="3488"/>
                    <a:pt x="3781" y="3488"/>
                  </a:cubicBezTo>
                  <a:cubicBezTo>
                    <a:pt x="2161" y="3488"/>
                    <a:pt x="948" y="1428"/>
                    <a:pt x="21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7"/>
            <p:cNvSpPr/>
            <p:nvPr/>
          </p:nvSpPr>
          <p:spPr>
            <a:xfrm>
              <a:off x="2353614" y="3137966"/>
              <a:ext cx="37297" cy="37433"/>
            </a:xfrm>
            <a:custGeom>
              <a:avLst/>
              <a:gdLst/>
              <a:ahLst/>
              <a:cxnLst/>
              <a:rect l="l" t="t" r="r" b="b"/>
              <a:pathLst>
                <a:path w="1563" h="1570" extrusionOk="0">
                  <a:moveTo>
                    <a:pt x="785" y="0"/>
                  </a:moveTo>
                  <a:cubicBezTo>
                    <a:pt x="351" y="0"/>
                    <a:pt x="1" y="351"/>
                    <a:pt x="1" y="785"/>
                  </a:cubicBezTo>
                  <a:cubicBezTo>
                    <a:pt x="1" y="1212"/>
                    <a:pt x="351" y="1570"/>
                    <a:pt x="785" y="1570"/>
                  </a:cubicBezTo>
                  <a:cubicBezTo>
                    <a:pt x="1212" y="1570"/>
                    <a:pt x="1562" y="1212"/>
                    <a:pt x="1562" y="785"/>
                  </a:cubicBezTo>
                  <a:cubicBezTo>
                    <a:pt x="1562" y="351"/>
                    <a:pt x="1212" y="0"/>
                    <a:pt x="7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7"/>
            <p:cNvSpPr/>
            <p:nvPr/>
          </p:nvSpPr>
          <p:spPr>
            <a:xfrm>
              <a:off x="2572290" y="3112716"/>
              <a:ext cx="208701" cy="179820"/>
            </a:xfrm>
            <a:custGeom>
              <a:avLst/>
              <a:gdLst/>
              <a:ahLst/>
              <a:cxnLst/>
              <a:rect l="l" t="t" r="r" b="b"/>
              <a:pathLst>
                <a:path w="8746" h="7542" extrusionOk="0">
                  <a:moveTo>
                    <a:pt x="6217" y="1"/>
                  </a:moveTo>
                  <a:cubicBezTo>
                    <a:pt x="4541" y="1"/>
                    <a:pt x="1059" y="2415"/>
                    <a:pt x="1" y="4388"/>
                  </a:cubicBezTo>
                  <a:lnTo>
                    <a:pt x="1" y="6719"/>
                  </a:lnTo>
                  <a:cubicBezTo>
                    <a:pt x="1014" y="7352"/>
                    <a:pt x="2682" y="7542"/>
                    <a:pt x="4426" y="7542"/>
                  </a:cubicBezTo>
                  <a:cubicBezTo>
                    <a:pt x="6841" y="7542"/>
                    <a:pt x="7024" y="7390"/>
                    <a:pt x="7557" y="4731"/>
                  </a:cubicBezTo>
                  <a:cubicBezTo>
                    <a:pt x="8014" y="2469"/>
                    <a:pt x="8746" y="1"/>
                    <a:pt x="6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7"/>
            <p:cNvSpPr/>
            <p:nvPr/>
          </p:nvSpPr>
          <p:spPr>
            <a:xfrm>
              <a:off x="2580833" y="3112716"/>
              <a:ext cx="200159" cy="177460"/>
            </a:xfrm>
            <a:custGeom>
              <a:avLst/>
              <a:gdLst/>
              <a:ahLst/>
              <a:cxnLst/>
              <a:rect l="l" t="t" r="r" b="b"/>
              <a:pathLst>
                <a:path w="8388" h="7443" extrusionOk="0">
                  <a:moveTo>
                    <a:pt x="5859" y="1"/>
                  </a:moveTo>
                  <a:cubicBezTo>
                    <a:pt x="4343" y="1"/>
                    <a:pt x="1334" y="1981"/>
                    <a:pt x="1" y="3825"/>
                  </a:cubicBezTo>
                  <a:cubicBezTo>
                    <a:pt x="1272" y="3181"/>
                    <a:pt x="2362" y="2939"/>
                    <a:pt x="3247" y="2939"/>
                  </a:cubicBezTo>
                  <a:cubicBezTo>
                    <a:pt x="4748" y="2939"/>
                    <a:pt x="5660" y="3635"/>
                    <a:pt x="5866" y="4244"/>
                  </a:cubicBezTo>
                  <a:cubicBezTo>
                    <a:pt x="6110" y="4967"/>
                    <a:pt x="6072" y="6064"/>
                    <a:pt x="5676" y="7443"/>
                  </a:cubicBezTo>
                  <a:cubicBezTo>
                    <a:pt x="6620" y="7237"/>
                    <a:pt x="6818" y="6613"/>
                    <a:pt x="7199" y="4731"/>
                  </a:cubicBezTo>
                  <a:cubicBezTo>
                    <a:pt x="7656" y="2469"/>
                    <a:pt x="8388" y="1"/>
                    <a:pt x="5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7"/>
            <p:cNvSpPr/>
            <p:nvPr/>
          </p:nvSpPr>
          <p:spPr>
            <a:xfrm>
              <a:off x="2572290" y="3202793"/>
              <a:ext cx="154343" cy="89743"/>
            </a:xfrm>
            <a:custGeom>
              <a:avLst/>
              <a:gdLst/>
              <a:ahLst/>
              <a:cxnLst/>
              <a:rect l="l" t="t" r="r" b="b"/>
              <a:pathLst>
                <a:path w="6468" h="3764" extrusionOk="0">
                  <a:moveTo>
                    <a:pt x="5942" y="1"/>
                  </a:moveTo>
                  <a:cubicBezTo>
                    <a:pt x="5523" y="2042"/>
                    <a:pt x="5371" y="2157"/>
                    <a:pt x="3489" y="2157"/>
                  </a:cubicBezTo>
                  <a:cubicBezTo>
                    <a:pt x="2118" y="2157"/>
                    <a:pt x="800" y="2012"/>
                    <a:pt x="1" y="1509"/>
                  </a:cubicBezTo>
                  <a:lnTo>
                    <a:pt x="1" y="2941"/>
                  </a:lnTo>
                  <a:cubicBezTo>
                    <a:pt x="1014" y="3574"/>
                    <a:pt x="2682" y="3764"/>
                    <a:pt x="4426" y="3764"/>
                  </a:cubicBezTo>
                  <a:cubicBezTo>
                    <a:pt x="5241" y="3764"/>
                    <a:pt x="5798" y="3749"/>
                    <a:pt x="6201" y="3627"/>
                  </a:cubicBezTo>
                  <a:lnTo>
                    <a:pt x="6201" y="3627"/>
                  </a:lnTo>
                  <a:cubicBezTo>
                    <a:pt x="6148" y="3642"/>
                    <a:pt x="6095" y="3657"/>
                    <a:pt x="6034" y="3665"/>
                  </a:cubicBezTo>
                  <a:cubicBezTo>
                    <a:pt x="6430" y="2286"/>
                    <a:pt x="6468" y="1189"/>
                    <a:pt x="6224" y="466"/>
                  </a:cubicBezTo>
                  <a:cubicBezTo>
                    <a:pt x="6171" y="313"/>
                    <a:pt x="6079" y="153"/>
                    <a:pt x="5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7"/>
            <p:cNvSpPr/>
            <p:nvPr/>
          </p:nvSpPr>
          <p:spPr>
            <a:xfrm>
              <a:off x="2567565" y="3277444"/>
              <a:ext cx="178706" cy="157814"/>
            </a:xfrm>
            <a:custGeom>
              <a:avLst/>
              <a:gdLst/>
              <a:ahLst/>
              <a:cxnLst/>
              <a:rect l="l" t="t" r="r" b="b"/>
              <a:pathLst>
                <a:path w="7489" h="6619" extrusionOk="0">
                  <a:moveTo>
                    <a:pt x="199" y="1"/>
                  </a:moveTo>
                  <a:lnTo>
                    <a:pt x="1" y="1699"/>
                  </a:lnTo>
                  <a:cubicBezTo>
                    <a:pt x="564" y="3010"/>
                    <a:pt x="2194" y="5478"/>
                    <a:pt x="2758" y="5996"/>
                  </a:cubicBezTo>
                  <a:cubicBezTo>
                    <a:pt x="3215" y="6411"/>
                    <a:pt x="3811" y="6618"/>
                    <a:pt x="4406" y="6618"/>
                  </a:cubicBezTo>
                  <a:cubicBezTo>
                    <a:pt x="5001" y="6618"/>
                    <a:pt x="5596" y="6411"/>
                    <a:pt x="6049" y="5996"/>
                  </a:cubicBezTo>
                  <a:cubicBezTo>
                    <a:pt x="6963" y="5165"/>
                    <a:pt x="7489" y="4282"/>
                    <a:pt x="7016" y="2773"/>
                  </a:cubicBezTo>
                  <a:cubicBezTo>
                    <a:pt x="6780" y="2027"/>
                    <a:pt x="5858" y="1174"/>
                    <a:pt x="4464" y="633"/>
                  </a:cubicBezTo>
                  <a:cubicBezTo>
                    <a:pt x="4464" y="633"/>
                    <a:pt x="877" y="343"/>
                    <a:pt x="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7"/>
            <p:cNvSpPr/>
            <p:nvPr/>
          </p:nvSpPr>
          <p:spPr>
            <a:xfrm>
              <a:off x="2623905" y="3296328"/>
              <a:ext cx="122367" cy="138930"/>
            </a:xfrm>
            <a:custGeom>
              <a:avLst/>
              <a:gdLst/>
              <a:ahLst/>
              <a:cxnLst/>
              <a:rect l="l" t="t" r="r" b="b"/>
              <a:pathLst>
                <a:path w="5128" h="5827" extrusionOk="0">
                  <a:moveTo>
                    <a:pt x="2484" y="1"/>
                  </a:moveTo>
                  <a:lnTo>
                    <a:pt x="2484" y="1"/>
                  </a:lnTo>
                  <a:cubicBezTo>
                    <a:pt x="2850" y="641"/>
                    <a:pt x="4945" y="4693"/>
                    <a:pt x="1" y="4754"/>
                  </a:cubicBezTo>
                  <a:cubicBezTo>
                    <a:pt x="161" y="4952"/>
                    <a:pt x="298" y="5112"/>
                    <a:pt x="397" y="5204"/>
                  </a:cubicBezTo>
                  <a:cubicBezTo>
                    <a:pt x="854" y="5619"/>
                    <a:pt x="1450" y="5826"/>
                    <a:pt x="2045" y="5826"/>
                  </a:cubicBezTo>
                  <a:cubicBezTo>
                    <a:pt x="2640" y="5826"/>
                    <a:pt x="3235" y="5619"/>
                    <a:pt x="3688" y="5204"/>
                  </a:cubicBezTo>
                  <a:cubicBezTo>
                    <a:pt x="4602" y="4373"/>
                    <a:pt x="5128" y="3490"/>
                    <a:pt x="4655" y="1981"/>
                  </a:cubicBezTo>
                  <a:cubicBezTo>
                    <a:pt x="4442" y="1311"/>
                    <a:pt x="3665" y="542"/>
                    <a:pt x="24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7"/>
            <p:cNvSpPr/>
            <p:nvPr/>
          </p:nvSpPr>
          <p:spPr>
            <a:xfrm>
              <a:off x="2704799" y="3112287"/>
              <a:ext cx="79510" cy="177889"/>
            </a:xfrm>
            <a:custGeom>
              <a:avLst/>
              <a:gdLst/>
              <a:ahLst/>
              <a:cxnLst/>
              <a:rect l="l" t="t" r="r" b="b"/>
              <a:pathLst>
                <a:path w="3332" h="7461" extrusionOk="0">
                  <a:moveTo>
                    <a:pt x="842" y="1"/>
                  </a:moveTo>
                  <a:cubicBezTo>
                    <a:pt x="597" y="1"/>
                    <a:pt x="318" y="36"/>
                    <a:pt x="1" y="110"/>
                  </a:cubicBezTo>
                  <a:cubicBezTo>
                    <a:pt x="465" y="270"/>
                    <a:pt x="671" y="628"/>
                    <a:pt x="732" y="1085"/>
                  </a:cubicBezTo>
                  <a:cubicBezTo>
                    <a:pt x="1105" y="1154"/>
                    <a:pt x="1387" y="1474"/>
                    <a:pt x="1387" y="1862"/>
                  </a:cubicBezTo>
                  <a:cubicBezTo>
                    <a:pt x="1387" y="2289"/>
                    <a:pt x="1044" y="2631"/>
                    <a:pt x="625" y="2639"/>
                  </a:cubicBezTo>
                  <a:cubicBezTo>
                    <a:pt x="549" y="3028"/>
                    <a:pt x="465" y="3416"/>
                    <a:pt x="389" y="3797"/>
                  </a:cubicBezTo>
                  <a:cubicBezTo>
                    <a:pt x="1082" y="4772"/>
                    <a:pt x="877" y="5793"/>
                    <a:pt x="481" y="7461"/>
                  </a:cubicBezTo>
                  <a:cubicBezTo>
                    <a:pt x="785" y="7400"/>
                    <a:pt x="1082" y="7263"/>
                    <a:pt x="1273" y="7011"/>
                  </a:cubicBezTo>
                  <a:cubicBezTo>
                    <a:pt x="1547" y="6669"/>
                    <a:pt x="1661" y="6227"/>
                    <a:pt x="1776" y="5808"/>
                  </a:cubicBezTo>
                  <a:cubicBezTo>
                    <a:pt x="2282" y="3596"/>
                    <a:pt x="3331" y="1"/>
                    <a:pt x="8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7"/>
            <p:cNvSpPr/>
            <p:nvPr/>
          </p:nvSpPr>
          <p:spPr>
            <a:xfrm>
              <a:off x="2700432" y="3137966"/>
              <a:ext cx="37488" cy="37433"/>
            </a:xfrm>
            <a:custGeom>
              <a:avLst/>
              <a:gdLst/>
              <a:ahLst/>
              <a:cxnLst/>
              <a:rect l="l" t="t" r="r" b="b"/>
              <a:pathLst>
                <a:path w="1571" h="1570" extrusionOk="0">
                  <a:moveTo>
                    <a:pt x="786" y="0"/>
                  </a:moveTo>
                  <a:cubicBezTo>
                    <a:pt x="351" y="0"/>
                    <a:pt x="1" y="351"/>
                    <a:pt x="1" y="785"/>
                  </a:cubicBezTo>
                  <a:cubicBezTo>
                    <a:pt x="1" y="1212"/>
                    <a:pt x="351" y="1570"/>
                    <a:pt x="786" y="1570"/>
                  </a:cubicBezTo>
                  <a:cubicBezTo>
                    <a:pt x="1220" y="1570"/>
                    <a:pt x="1570" y="1212"/>
                    <a:pt x="1570" y="785"/>
                  </a:cubicBezTo>
                  <a:cubicBezTo>
                    <a:pt x="1570" y="351"/>
                    <a:pt x="1220" y="0"/>
                    <a:pt x="7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7"/>
            <p:cNvSpPr/>
            <p:nvPr/>
          </p:nvSpPr>
          <p:spPr>
            <a:xfrm>
              <a:off x="2519578" y="3206251"/>
              <a:ext cx="52378" cy="187450"/>
            </a:xfrm>
            <a:custGeom>
              <a:avLst/>
              <a:gdLst/>
              <a:ahLst/>
              <a:cxnLst/>
              <a:rect l="l" t="t" r="r" b="b"/>
              <a:pathLst>
                <a:path w="2195" h="7862" extrusionOk="0">
                  <a:moveTo>
                    <a:pt x="0" y="1"/>
                  </a:moveTo>
                  <a:lnTo>
                    <a:pt x="366" y="7169"/>
                  </a:lnTo>
                  <a:cubicBezTo>
                    <a:pt x="389" y="7557"/>
                    <a:pt x="709" y="7862"/>
                    <a:pt x="1097" y="7862"/>
                  </a:cubicBezTo>
                  <a:cubicBezTo>
                    <a:pt x="1486" y="7862"/>
                    <a:pt x="1806" y="7557"/>
                    <a:pt x="1829" y="7169"/>
                  </a:cubicBezTo>
                  <a:lnTo>
                    <a:pt x="21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7"/>
            <p:cNvSpPr/>
            <p:nvPr/>
          </p:nvSpPr>
          <p:spPr>
            <a:xfrm>
              <a:off x="2516476" y="3163930"/>
              <a:ext cx="58559" cy="58509"/>
            </a:xfrm>
            <a:custGeom>
              <a:avLst/>
              <a:gdLst/>
              <a:ahLst/>
              <a:cxnLst/>
              <a:rect l="l" t="t" r="r" b="b"/>
              <a:pathLst>
                <a:path w="2454" h="2454" extrusionOk="0">
                  <a:moveTo>
                    <a:pt x="1227" y="1"/>
                  </a:moveTo>
                  <a:cubicBezTo>
                    <a:pt x="549" y="1"/>
                    <a:pt x="1" y="549"/>
                    <a:pt x="1" y="1227"/>
                  </a:cubicBezTo>
                  <a:cubicBezTo>
                    <a:pt x="1" y="1905"/>
                    <a:pt x="549" y="2454"/>
                    <a:pt x="1227" y="2454"/>
                  </a:cubicBezTo>
                  <a:cubicBezTo>
                    <a:pt x="1905" y="2454"/>
                    <a:pt x="2454" y="1905"/>
                    <a:pt x="2454" y="1227"/>
                  </a:cubicBezTo>
                  <a:cubicBezTo>
                    <a:pt x="2454" y="549"/>
                    <a:pt x="1905"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7"/>
            <p:cNvSpPr/>
            <p:nvPr/>
          </p:nvSpPr>
          <p:spPr>
            <a:xfrm>
              <a:off x="2348174" y="3132506"/>
              <a:ext cx="48178" cy="48162"/>
            </a:xfrm>
            <a:custGeom>
              <a:avLst/>
              <a:gdLst/>
              <a:ahLst/>
              <a:cxnLst/>
              <a:rect l="l" t="t" r="r" b="b"/>
              <a:pathLst>
                <a:path w="2019" h="2020" extrusionOk="0">
                  <a:moveTo>
                    <a:pt x="1013" y="450"/>
                  </a:moveTo>
                  <a:cubicBezTo>
                    <a:pt x="1318" y="450"/>
                    <a:pt x="1569" y="702"/>
                    <a:pt x="1569" y="1014"/>
                  </a:cubicBezTo>
                  <a:cubicBezTo>
                    <a:pt x="1569" y="1319"/>
                    <a:pt x="1318" y="1570"/>
                    <a:pt x="1013" y="1570"/>
                  </a:cubicBezTo>
                  <a:cubicBezTo>
                    <a:pt x="701" y="1570"/>
                    <a:pt x="450" y="1319"/>
                    <a:pt x="450" y="1014"/>
                  </a:cubicBezTo>
                  <a:cubicBezTo>
                    <a:pt x="450" y="702"/>
                    <a:pt x="701" y="450"/>
                    <a:pt x="1013" y="450"/>
                  </a:cubicBezTo>
                  <a:close/>
                  <a:moveTo>
                    <a:pt x="1013" y="1"/>
                  </a:moveTo>
                  <a:cubicBezTo>
                    <a:pt x="457" y="1"/>
                    <a:pt x="0" y="458"/>
                    <a:pt x="0" y="1014"/>
                  </a:cubicBezTo>
                  <a:cubicBezTo>
                    <a:pt x="0" y="1570"/>
                    <a:pt x="457" y="2020"/>
                    <a:pt x="1013" y="2020"/>
                  </a:cubicBezTo>
                  <a:cubicBezTo>
                    <a:pt x="1569" y="2020"/>
                    <a:pt x="2019" y="1570"/>
                    <a:pt x="2019" y="1014"/>
                  </a:cubicBezTo>
                  <a:cubicBezTo>
                    <a:pt x="2019" y="458"/>
                    <a:pt x="1569"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7"/>
            <p:cNvSpPr/>
            <p:nvPr/>
          </p:nvSpPr>
          <p:spPr>
            <a:xfrm>
              <a:off x="2391245" y="2989951"/>
              <a:ext cx="65646" cy="72481"/>
            </a:xfrm>
            <a:custGeom>
              <a:avLst/>
              <a:gdLst/>
              <a:ahLst/>
              <a:cxnLst/>
              <a:rect l="l" t="t" r="r" b="b"/>
              <a:pathLst>
                <a:path w="2751" h="3040" extrusionOk="0">
                  <a:moveTo>
                    <a:pt x="1375" y="0"/>
                  </a:moveTo>
                  <a:cubicBezTo>
                    <a:pt x="1326" y="0"/>
                    <a:pt x="1276" y="31"/>
                    <a:pt x="1257" y="92"/>
                  </a:cubicBezTo>
                  <a:lnTo>
                    <a:pt x="945" y="960"/>
                  </a:lnTo>
                  <a:cubicBezTo>
                    <a:pt x="937" y="990"/>
                    <a:pt x="907" y="1021"/>
                    <a:pt x="877" y="1036"/>
                  </a:cubicBezTo>
                  <a:lnTo>
                    <a:pt x="107" y="1387"/>
                  </a:lnTo>
                  <a:cubicBezTo>
                    <a:pt x="0" y="1432"/>
                    <a:pt x="0" y="1607"/>
                    <a:pt x="107" y="1653"/>
                  </a:cubicBezTo>
                  <a:lnTo>
                    <a:pt x="877" y="1996"/>
                  </a:lnTo>
                  <a:cubicBezTo>
                    <a:pt x="907" y="2011"/>
                    <a:pt x="937" y="2042"/>
                    <a:pt x="945" y="2080"/>
                  </a:cubicBezTo>
                  <a:lnTo>
                    <a:pt x="1257" y="2948"/>
                  </a:lnTo>
                  <a:cubicBezTo>
                    <a:pt x="1276" y="3009"/>
                    <a:pt x="1326" y="3040"/>
                    <a:pt x="1375" y="3040"/>
                  </a:cubicBezTo>
                  <a:cubicBezTo>
                    <a:pt x="1425" y="3040"/>
                    <a:pt x="1474" y="3009"/>
                    <a:pt x="1494" y="2948"/>
                  </a:cubicBezTo>
                  <a:lnTo>
                    <a:pt x="1806" y="2080"/>
                  </a:lnTo>
                  <a:cubicBezTo>
                    <a:pt x="1813" y="2042"/>
                    <a:pt x="1844" y="2011"/>
                    <a:pt x="1874" y="1996"/>
                  </a:cubicBezTo>
                  <a:lnTo>
                    <a:pt x="2644" y="1653"/>
                  </a:lnTo>
                  <a:cubicBezTo>
                    <a:pt x="2750" y="1607"/>
                    <a:pt x="2750" y="1432"/>
                    <a:pt x="2644" y="1387"/>
                  </a:cubicBezTo>
                  <a:lnTo>
                    <a:pt x="1874" y="1036"/>
                  </a:lnTo>
                  <a:cubicBezTo>
                    <a:pt x="1844" y="1021"/>
                    <a:pt x="1813" y="990"/>
                    <a:pt x="1806" y="960"/>
                  </a:cubicBezTo>
                  <a:lnTo>
                    <a:pt x="1494" y="92"/>
                  </a:lnTo>
                  <a:cubicBezTo>
                    <a:pt x="1474" y="31"/>
                    <a:pt x="1425" y="0"/>
                    <a:pt x="13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7"/>
            <p:cNvSpPr/>
            <p:nvPr/>
          </p:nvSpPr>
          <p:spPr>
            <a:xfrm>
              <a:off x="2612642" y="3042071"/>
              <a:ext cx="48751" cy="53789"/>
            </a:xfrm>
            <a:custGeom>
              <a:avLst/>
              <a:gdLst/>
              <a:ahLst/>
              <a:cxnLst/>
              <a:rect l="l" t="t" r="r" b="b"/>
              <a:pathLst>
                <a:path w="2043" h="2256" extrusionOk="0">
                  <a:moveTo>
                    <a:pt x="1018" y="0"/>
                  </a:moveTo>
                  <a:cubicBezTo>
                    <a:pt x="981" y="0"/>
                    <a:pt x="945" y="23"/>
                    <a:pt x="930" y="69"/>
                  </a:cubicBezTo>
                  <a:lnTo>
                    <a:pt x="702" y="709"/>
                  </a:lnTo>
                  <a:cubicBezTo>
                    <a:pt x="694" y="739"/>
                    <a:pt x="671" y="762"/>
                    <a:pt x="648" y="770"/>
                  </a:cubicBezTo>
                  <a:lnTo>
                    <a:pt x="77" y="1029"/>
                  </a:lnTo>
                  <a:cubicBezTo>
                    <a:pt x="1" y="1067"/>
                    <a:pt x="1" y="1196"/>
                    <a:pt x="77" y="1227"/>
                  </a:cubicBezTo>
                  <a:lnTo>
                    <a:pt x="648" y="1486"/>
                  </a:lnTo>
                  <a:cubicBezTo>
                    <a:pt x="671" y="1493"/>
                    <a:pt x="694" y="1516"/>
                    <a:pt x="702" y="1547"/>
                  </a:cubicBezTo>
                  <a:lnTo>
                    <a:pt x="930" y="2187"/>
                  </a:lnTo>
                  <a:cubicBezTo>
                    <a:pt x="945" y="2232"/>
                    <a:pt x="981" y="2255"/>
                    <a:pt x="1018" y="2255"/>
                  </a:cubicBezTo>
                  <a:cubicBezTo>
                    <a:pt x="1054" y="2255"/>
                    <a:pt x="1090" y="2232"/>
                    <a:pt x="1105" y="2187"/>
                  </a:cubicBezTo>
                  <a:lnTo>
                    <a:pt x="1334" y="1547"/>
                  </a:lnTo>
                  <a:cubicBezTo>
                    <a:pt x="1349" y="1516"/>
                    <a:pt x="1364" y="1493"/>
                    <a:pt x="1387" y="1486"/>
                  </a:cubicBezTo>
                  <a:lnTo>
                    <a:pt x="1958" y="1227"/>
                  </a:lnTo>
                  <a:cubicBezTo>
                    <a:pt x="2042" y="1196"/>
                    <a:pt x="2042" y="1067"/>
                    <a:pt x="1958" y="1029"/>
                  </a:cubicBezTo>
                  <a:lnTo>
                    <a:pt x="1387" y="770"/>
                  </a:lnTo>
                  <a:cubicBezTo>
                    <a:pt x="1364" y="762"/>
                    <a:pt x="1349" y="739"/>
                    <a:pt x="1334" y="709"/>
                  </a:cubicBezTo>
                  <a:lnTo>
                    <a:pt x="1105" y="69"/>
                  </a:lnTo>
                  <a:cubicBezTo>
                    <a:pt x="1090" y="23"/>
                    <a:pt x="1054" y="0"/>
                    <a:pt x="10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a:off x="2719164" y="3005735"/>
              <a:ext cx="32023" cy="31997"/>
            </a:xfrm>
            <a:custGeom>
              <a:avLst/>
              <a:gdLst/>
              <a:ahLst/>
              <a:cxnLst/>
              <a:rect l="l" t="t" r="r" b="b"/>
              <a:pathLst>
                <a:path w="1342" h="1342" extrusionOk="0">
                  <a:moveTo>
                    <a:pt x="671" y="1"/>
                  </a:moveTo>
                  <a:cubicBezTo>
                    <a:pt x="305" y="1"/>
                    <a:pt x="1" y="298"/>
                    <a:pt x="1" y="671"/>
                  </a:cubicBezTo>
                  <a:cubicBezTo>
                    <a:pt x="1" y="1037"/>
                    <a:pt x="305" y="1342"/>
                    <a:pt x="671" y="1342"/>
                  </a:cubicBezTo>
                  <a:cubicBezTo>
                    <a:pt x="1044" y="1342"/>
                    <a:pt x="1341" y="1037"/>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7"/>
            <p:cNvSpPr/>
            <p:nvPr/>
          </p:nvSpPr>
          <p:spPr>
            <a:xfrm>
              <a:off x="2512491" y="3040974"/>
              <a:ext cx="13291" cy="13471"/>
            </a:xfrm>
            <a:custGeom>
              <a:avLst/>
              <a:gdLst/>
              <a:ahLst/>
              <a:cxnLst/>
              <a:rect l="l" t="t" r="r" b="b"/>
              <a:pathLst>
                <a:path w="557" h="565" extrusionOk="0">
                  <a:moveTo>
                    <a:pt x="275" y="1"/>
                  </a:moveTo>
                  <a:cubicBezTo>
                    <a:pt x="122" y="1"/>
                    <a:pt x="0" y="130"/>
                    <a:pt x="0" y="282"/>
                  </a:cubicBezTo>
                  <a:cubicBezTo>
                    <a:pt x="0" y="435"/>
                    <a:pt x="122" y="564"/>
                    <a:pt x="275" y="564"/>
                  </a:cubicBezTo>
                  <a:cubicBezTo>
                    <a:pt x="435" y="564"/>
                    <a:pt x="556" y="435"/>
                    <a:pt x="556" y="282"/>
                  </a:cubicBezTo>
                  <a:cubicBezTo>
                    <a:pt x="556" y="130"/>
                    <a:pt x="435"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7"/>
            <p:cNvSpPr/>
            <p:nvPr/>
          </p:nvSpPr>
          <p:spPr>
            <a:xfrm>
              <a:off x="2719713" y="3138156"/>
              <a:ext cx="18207" cy="37051"/>
            </a:xfrm>
            <a:custGeom>
              <a:avLst/>
              <a:gdLst/>
              <a:ahLst/>
              <a:cxnLst/>
              <a:rect l="l" t="t" r="r" b="b"/>
              <a:pathLst>
                <a:path w="763" h="1554" extrusionOk="0">
                  <a:moveTo>
                    <a:pt x="107" y="0"/>
                  </a:moveTo>
                  <a:lnTo>
                    <a:pt x="107" y="0"/>
                  </a:lnTo>
                  <a:cubicBezTo>
                    <a:pt x="176" y="449"/>
                    <a:pt x="107" y="990"/>
                    <a:pt x="0" y="1554"/>
                  </a:cubicBezTo>
                  <a:cubicBezTo>
                    <a:pt x="419" y="1546"/>
                    <a:pt x="762" y="1204"/>
                    <a:pt x="762" y="777"/>
                  </a:cubicBezTo>
                  <a:cubicBezTo>
                    <a:pt x="762" y="389"/>
                    <a:pt x="480" y="69"/>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7"/>
            <p:cNvSpPr/>
            <p:nvPr/>
          </p:nvSpPr>
          <p:spPr>
            <a:xfrm>
              <a:off x="2695182" y="3132506"/>
              <a:ext cx="48178" cy="48162"/>
            </a:xfrm>
            <a:custGeom>
              <a:avLst/>
              <a:gdLst/>
              <a:ahLst/>
              <a:cxnLst/>
              <a:rect l="l" t="t" r="r" b="b"/>
              <a:pathLst>
                <a:path w="2019" h="2020" extrusionOk="0">
                  <a:moveTo>
                    <a:pt x="1006" y="450"/>
                  </a:moveTo>
                  <a:cubicBezTo>
                    <a:pt x="1318" y="450"/>
                    <a:pt x="1569" y="702"/>
                    <a:pt x="1569" y="1014"/>
                  </a:cubicBezTo>
                  <a:cubicBezTo>
                    <a:pt x="1569" y="1319"/>
                    <a:pt x="1318" y="1570"/>
                    <a:pt x="1006" y="1570"/>
                  </a:cubicBezTo>
                  <a:cubicBezTo>
                    <a:pt x="701" y="1570"/>
                    <a:pt x="449" y="1319"/>
                    <a:pt x="449" y="1014"/>
                  </a:cubicBezTo>
                  <a:cubicBezTo>
                    <a:pt x="449" y="702"/>
                    <a:pt x="701" y="450"/>
                    <a:pt x="1006" y="450"/>
                  </a:cubicBezTo>
                  <a:close/>
                  <a:moveTo>
                    <a:pt x="1006" y="1"/>
                  </a:moveTo>
                  <a:cubicBezTo>
                    <a:pt x="449" y="1"/>
                    <a:pt x="0" y="458"/>
                    <a:pt x="0" y="1014"/>
                  </a:cubicBezTo>
                  <a:cubicBezTo>
                    <a:pt x="0" y="1570"/>
                    <a:pt x="449" y="2020"/>
                    <a:pt x="1006" y="2020"/>
                  </a:cubicBezTo>
                  <a:cubicBezTo>
                    <a:pt x="1562" y="2020"/>
                    <a:pt x="2019" y="1570"/>
                    <a:pt x="2019" y="1014"/>
                  </a:cubicBezTo>
                  <a:cubicBezTo>
                    <a:pt x="2019" y="458"/>
                    <a:pt x="1562" y="1"/>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7"/>
            <p:cNvSpPr/>
            <p:nvPr/>
          </p:nvSpPr>
          <p:spPr>
            <a:xfrm>
              <a:off x="2311998" y="3103632"/>
              <a:ext cx="467347" cy="340376"/>
            </a:xfrm>
            <a:custGeom>
              <a:avLst/>
              <a:gdLst/>
              <a:ahLst/>
              <a:cxnLst/>
              <a:rect l="l" t="t" r="r" b="b"/>
              <a:pathLst>
                <a:path w="19585" h="14276" extrusionOk="0">
                  <a:moveTo>
                    <a:pt x="4487" y="3459"/>
                  </a:moveTo>
                  <a:cubicBezTo>
                    <a:pt x="4495" y="3474"/>
                    <a:pt x="4502" y="3490"/>
                    <a:pt x="4517" y="3505"/>
                  </a:cubicBezTo>
                  <a:lnTo>
                    <a:pt x="5637" y="4526"/>
                  </a:lnTo>
                  <a:lnTo>
                    <a:pt x="2811" y="4411"/>
                  </a:lnTo>
                  <a:cubicBezTo>
                    <a:pt x="2963" y="4167"/>
                    <a:pt x="3253" y="3848"/>
                    <a:pt x="3786" y="3634"/>
                  </a:cubicBezTo>
                  <a:cubicBezTo>
                    <a:pt x="3977" y="3558"/>
                    <a:pt x="4213" y="3497"/>
                    <a:pt x="4487" y="3459"/>
                  </a:cubicBezTo>
                  <a:close/>
                  <a:moveTo>
                    <a:pt x="15106" y="3459"/>
                  </a:moveTo>
                  <a:cubicBezTo>
                    <a:pt x="15380" y="3497"/>
                    <a:pt x="15616" y="3558"/>
                    <a:pt x="15807" y="3634"/>
                  </a:cubicBezTo>
                  <a:cubicBezTo>
                    <a:pt x="16340" y="3848"/>
                    <a:pt x="16629" y="4167"/>
                    <a:pt x="16782" y="4411"/>
                  </a:cubicBezTo>
                  <a:lnTo>
                    <a:pt x="13956" y="4526"/>
                  </a:lnTo>
                  <a:lnTo>
                    <a:pt x="15068" y="3505"/>
                  </a:lnTo>
                  <a:cubicBezTo>
                    <a:pt x="15083" y="3490"/>
                    <a:pt x="15098" y="3474"/>
                    <a:pt x="15106" y="3459"/>
                  </a:cubicBezTo>
                  <a:close/>
                  <a:moveTo>
                    <a:pt x="9796" y="2911"/>
                  </a:moveTo>
                  <a:cubicBezTo>
                    <a:pt x="10269" y="2911"/>
                    <a:pt x="10650" y="3291"/>
                    <a:pt x="10650" y="3764"/>
                  </a:cubicBezTo>
                  <a:cubicBezTo>
                    <a:pt x="10650" y="3886"/>
                    <a:pt x="10619" y="4000"/>
                    <a:pt x="10573" y="4107"/>
                  </a:cubicBezTo>
                  <a:cubicBezTo>
                    <a:pt x="10558" y="4129"/>
                    <a:pt x="10551" y="4152"/>
                    <a:pt x="10543" y="4167"/>
                  </a:cubicBezTo>
                  <a:cubicBezTo>
                    <a:pt x="10398" y="4434"/>
                    <a:pt x="10116" y="4609"/>
                    <a:pt x="9796" y="4609"/>
                  </a:cubicBezTo>
                  <a:cubicBezTo>
                    <a:pt x="9476" y="4609"/>
                    <a:pt x="9195" y="4434"/>
                    <a:pt x="9050" y="4167"/>
                  </a:cubicBezTo>
                  <a:cubicBezTo>
                    <a:pt x="9042" y="4152"/>
                    <a:pt x="9027" y="4129"/>
                    <a:pt x="9019" y="4107"/>
                  </a:cubicBezTo>
                  <a:cubicBezTo>
                    <a:pt x="8974" y="4000"/>
                    <a:pt x="8943" y="3886"/>
                    <a:pt x="8943" y="3764"/>
                  </a:cubicBezTo>
                  <a:cubicBezTo>
                    <a:pt x="8943" y="3291"/>
                    <a:pt x="9324" y="2911"/>
                    <a:pt x="9796" y="2911"/>
                  </a:cubicBezTo>
                  <a:close/>
                  <a:moveTo>
                    <a:pt x="2621" y="4853"/>
                  </a:moveTo>
                  <a:lnTo>
                    <a:pt x="6018" y="4990"/>
                  </a:lnTo>
                  <a:lnTo>
                    <a:pt x="6026" y="4990"/>
                  </a:lnTo>
                  <a:cubicBezTo>
                    <a:pt x="6056" y="4990"/>
                    <a:pt x="6094" y="4983"/>
                    <a:pt x="6125" y="4967"/>
                  </a:cubicBezTo>
                  <a:lnTo>
                    <a:pt x="7077" y="5843"/>
                  </a:lnTo>
                  <a:lnTo>
                    <a:pt x="2545" y="6133"/>
                  </a:lnTo>
                  <a:cubicBezTo>
                    <a:pt x="2499" y="5645"/>
                    <a:pt x="2522" y="5226"/>
                    <a:pt x="2621" y="4853"/>
                  </a:cubicBezTo>
                  <a:close/>
                  <a:moveTo>
                    <a:pt x="16965" y="4853"/>
                  </a:moveTo>
                  <a:cubicBezTo>
                    <a:pt x="17064" y="5226"/>
                    <a:pt x="17094" y="5645"/>
                    <a:pt x="17048" y="6133"/>
                  </a:cubicBezTo>
                  <a:lnTo>
                    <a:pt x="12516" y="5843"/>
                  </a:lnTo>
                  <a:lnTo>
                    <a:pt x="13468" y="4967"/>
                  </a:lnTo>
                  <a:cubicBezTo>
                    <a:pt x="13499" y="4983"/>
                    <a:pt x="13529" y="4990"/>
                    <a:pt x="13567" y="4990"/>
                  </a:cubicBezTo>
                  <a:lnTo>
                    <a:pt x="13575" y="4990"/>
                  </a:lnTo>
                  <a:lnTo>
                    <a:pt x="16965" y="4853"/>
                  </a:lnTo>
                  <a:close/>
                  <a:moveTo>
                    <a:pt x="5112" y="3444"/>
                  </a:moveTo>
                  <a:lnTo>
                    <a:pt x="5112" y="3444"/>
                  </a:lnTo>
                  <a:cubicBezTo>
                    <a:pt x="5843" y="3482"/>
                    <a:pt x="6780" y="3718"/>
                    <a:pt x="7961" y="4350"/>
                  </a:cubicBezTo>
                  <a:lnTo>
                    <a:pt x="7968" y="4350"/>
                  </a:lnTo>
                  <a:cubicBezTo>
                    <a:pt x="8121" y="4556"/>
                    <a:pt x="8250" y="4754"/>
                    <a:pt x="8349" y="4944"/>
                  </a:cubicBezTo>
                  <a:cubicBezTo>
                    <a:pt x="8349" y="4952"/>
                    <a:pt x="8357" y="4960"/>
                    <a:pt x="8357" y="4960"/>
                  </a:cubicBezTo>
                  <a:lnTo>
                    <a:pt x="8440" y="6483"/>
                  </a:lnTo>
                  <a:lnTo>
                    <a:pt x="5112" y="3444"/>
                  </a:lnTo>
                  <a:close/>
                  <a:moveTo>
                    <a:pt x="14474" y="3444"/>
                  </a:moveTo>
                  <a:lnTo>
                    <a:pt x="11152" y="6483"/>
                  </a:lnTo>
                  <a:lnTo>
                    <a:pt x="11229" y="4960"/>
                  </a:lnTo>
                  <a:cubicBezTo>
                    <a:pt x="11236" y="4960"/>
                    <a:pt x="11236" y="4952"/>
                    <a:pt x="11244" y="4944"/>
                  </a:cubicBezTo>
                  <a:cubicBezTo>
                    <a:pt x="11343" y="4754"/>
                    <a:pt x="11472" y="4556"/>
                    <a:pt x="11625" y="4350"/>
                  </a:cubicBezTo>
                  <a:lnTo>
                    <a:pt x="11632" y="4350"/>
                  </a:lnTo>
                  <a:cubicBezTo>
                    <a:pt x="12813" y="3718"/>
                    <a:pt x="13750" y="3482"/>
                    <a:pt x="14474" y="3444"/>
                  </a:cubicBezTo>
                  <a:close/>
                  <a:moveTo>
                    <a:pt x="2461" y="755"/>
                  </a:moveTo>
                  <a:cubicBezTo>
                    <a:pt x="3177" y="755"/>
                    <a:pt x="4373" y="1280"/>
                    <a:pt x="5592" y="2141"/>
                  </a:cubicBezTo>
                  <a:cubicBezTo>
                    <a:pt x="6209" y="2568"/>
                    <a:pt x="6765" y="3040"/>
                    <a:pt x="7229" y="3505"/>
                  </a:cubicBezTo>
                  <a:cubicBezTo>
                    <a:pt x="6296" y="3123"/>
                    <a:pt x="5525" y="2986"/>
                    <a:pt x="4902" y="2986"/>
                  </a:cubicBezTo>
                  <a:cubicBezTo>
                    <a:pt x="4369" y="2986"/>
                    <a:pt x="3945" y="3086"/>
                    <a:pt x="3619" y="3215"/>
                  </a:cubicBezTo>
                  <a:cubicBezTo>
                    <a:pt x="2956" y="3482"/>
                    <a:pt x="2445" y="3977"/>
                    <a:pt x="2247" y="4548"/>
                  </a:cubicBezTo>
                  <a:cubicBezTo>
                    <a:pt x="2004" y="5272"/>
                    <a:pt x="2011" y="6156"/>
                    <a:pt x="2293" y="7283"/>
                  </a:cubicBezTo>
                  <a:cubicBezTo>
                    <a:pt x="2270" y="7268"/>
                    <a:pt x="2255" y="7253"/>
                    <a:pt x="2240" y="7237"/>
                  </a:cubicBezTo>
                  <a:cubicBezTo>
                    <a:pt x="1920" y="6956"/>
                    <a:pt x="1752" y="6331"/>
                    <a:pt x="1493" y="5044"/>
                  </a:cubicBezTo>
                  <a:cubicBezTo>
                    <a:pt x="1455" y="4861"/>
                    <a:pt x="1417" y="4685"/>
                    <a:pt x="1379" y="4510"/>
                  </a:cubicBezTo>
                  <a:cubicBezTo>
                    <a:pt x="1097" y="3162"/>
                    <a:pt x="808" y="1768"/>
                    <a:pt x="1310" y="1151"/>
                  </a:cubicBezTo>
                  <a:cubicBezTo>
                    <a:pt x="1524" y="884"/>
                    <a:pt x="1905" y="755"/>
                    <a:pt x="2461" y="755"/>
                  </a:cubicBezTo>
                  <a:close/>
                  <a:moveTo>
                    <a:pt x="17125" y="755"/>
                  </a:moveTo>
                  <a:cubicBezTo>
                    <a:pt x="17688" y="755"/>
                    <a:pt x="18061" y="884"/>
                    <a:pt x="18282" y="1151"/>
                  </a:cubicBezTo>
                  <a:cubicBezTo>
                    <a:pt x="18785" y="1768"/>
                    <a:pt x="18488" y="3162"/>
                    <a:pt x="18206" y="4510"/>
                  </a:cubicBezTo>
                  <a:cubicBezTo>
                    <a:pt x="18176" y="4685"/>
                    <a:pt x="18138" y="4861"/>
                    <a:pt x="18100" y="5044"/>
                  </a:cubicBezTo>
                  <a:cubicBezTo>
                    <a:pt x="17841" y="6331"/>
                    <a:pt x="17673" y="6956"/>
                    <a:pt x="17353" y="7237"/>
                  </a:cubicBezTo>
                  <a:cubicBezTo>
                    <a:pt x="17338" y="7253"/>
                    <a:pt x="17315" y="7268"/>
                    <a:pt x="17300" y="7283"/>
                  </a:cubicBezTo>
                  <a:cubicBezTo>
                    <a:pt x="17574" y="6156"/>
                    <a:pt x="17589" y="5272"/>
                    <a:pt x="17345" y="4548"/>
                  </a:cubicBezTo>
                  <a:cubicBezTo>
                    <a:pt x="17155" y="3977"/>
                    <a:pt x="16637" y="3482"/>
                    <a:pt x="15967" y="3215"/>
                  </a:cubicBezTo>
                  <a:cubicBezTo>
                    <a:pt x="15644" y="3086"/>
                    <a:pt x="15221" y="2986"/>
                    <a:pt x="14690" y="2986"/>
                  </a:cubicBezTo>
                  <a:cubicBezTo>
                    <a:pt x="14068" y="2986"/>
                    <a:pt x="13297" y="3123"/>
                    <a:pt x="12364" y="3505"/>
                  </a:cubicBezTo>
                  <a:cubicBezTo>
                    <a:pt x="12828" y="3040"/>
                    <a:pt x="13384" y="2568"/>
                    <a:pt x="14001" y="2141"/>
                  </a:cubicBezTo>
                  <a:cubicBezTo>
                    <a:pt x="15220" y="1280"/>
                    <a:pt x="16416" y="755"/>
                    <a:pt x="17125" y="755"/>
                  </a:cubicBezTo>
                  <a:close/>
                  <a:moveTo>
                    <a:pt x="7534" y="6270"/>
                  </a:moveTo>
                  <a:lnTo>
                    <a:pt x="8242" y="6910"/>
                  </a:lnTo>
                  <a:cubicBezTo>
                    <a:pt x="7405" y="7336"/>
                    <a:pt x="6071" y="7550"/>
                    <a:pt x="4251" y="7550"/>
                  </a:cubicBezTo>
                  <a:cubicBezTo>
                    <a:pt x="3596" y="7550"/>
                    <a:pt x="3139" y="7534"/>
                    <a:pt x="2811" y="7481"/>
                  </a:cubicBezTo>
                  <a:cubicBezTo>
                    <a:pt x="2720" y="7154"/>
                    <a:pt x="2651" y="6856"/>
                    <a:pt x="2605" y="6575"/>
                  </a:cubicBezTo>
                  <a:lnTo>
                    <a:pt x="7534" y="6270"/>
                  </a:lnTo>
                  <a:close/>
                  <a:moveTo>
                    <a:pt x="12051" y="6270"/>
                  </a:moveTo>
                  <a:lnTo>
                    <a:pt x="16987" y="6575"/>
                  </a:lnTo>
                  <a:cubicBezTo>
                    <a:pt x="16942" y="6856"/>
                    <a:pt x="16873" y="7154"/>
                    <a:pt x="16782" y="7481"/>
                  </a:cubicBezTo>
                  <a:cubicBezTo>
                    <a:pt x="16454" y="7534"/>
                    <a:pt x="15997" y="7550"/>
                    <a:pt x="15334" y="7550"/>
                  </a:cubicBezTo>
                  <a:cubicBezTo>
                    <a:pt x="13521" y="7550"/>
                    <a:pt x="12181" y="7336"/>
                    <a:pt x="11350" y="6910"/>
                  </a:cubicBezTo>
                  <a:lnTo>
                    <a:pt x="12051" y="6270"/>
                  </a:lnTo>
                  <a:close/>
                  <a:moveTo>
                    <a:pt x="6125" y="8212"/>
                  </a:moveTo>
                  <a:lnTo>
                    <a:pt x="6125" y="8212"/>
                  </a:lnTo>
                  <a:cubicBezTo>
                    <a:pt x="6064" y="8334"/>
                    <a:pt x="6003" y="8487"/>
                    <a:pt x="5942" y="8647"/>
                  </a:cubicBezTo>
                  <a:cubicBezTo>
                    <a:pt x="5889" y="8791"/>
                    <a:pt x="5851" y="8913"/>
                    <a:pt x="5820" y="9035"/>
                  </a:cubicBezTo>
                  <a:lnTo>
                    <a:pt x="3794" y="9172"/>
                  </a:lnTo>
                  <a:cubicBezTo>
                    <a:pt x="3977" y="8776"/>
                    <a:pt x="4159" y="8487"/>
                    <a:pt x="4198" y="8418"/>
                  </a:cubicBezTo>
                  <a:cubicBezTo>
                    <a:pt x="4297" y="8380"/>
                    <a:pt x="4396" y="8334"/>
                    <a:pt x="4495" y="8296"/>
                  </a:cubicBezTo>
                  <a:cubicBezTo>
                    <a:pt x="5089" y="8289"/>
                    <a:pt x="5630" y="8266"/>
                    <a:pt x="6125" y="8212"/>
                  </a:cubicBezTo>
                  <a:close/>
                  <a:moveTo>
                    <a:pt x="13468" y="8212"/>
                  </a:moveTo>
                  <a:lnTo>
                    <a:pt x="13468" y="8212"/>
                  </a:lnTo>
                  <a:cubicBezTo>
                    <a:pt x="13963" y="8266"/>
                    <a:pt x="14504" y="8289"/>
                    <a:pt x="15098" y="8296"/>
                  </a:cubicBezTo>
                  <a:cubicBezTo>
                    <a:pt x="15197" y="8334"/>
                    <a:pt x="15296" y="8380"/>
                    <a:pt x="15388" y="8418"/>
                  </a:cubicBezTo>
                  <a:cubicBezTo>
                    <a:pt x="15433" y="8487"/>
                    <a:pt x="15616" y="8776"/>
                    <a:pt x="15799" y="9172"/>
                  </a:cubicBezTo>
                  <a:lnTo>
                    <a:pt x="13773" y="9035"/>
                  </a:lnTo>
                  <a:cubicBezTo>
                    <a:pt x="13742" y="8913"/>
                    <a:pt x="13697" y="8791"/>
                    <a:pt x="13643" y="8647"/>
                  </a:cubicBezTo>
                  <a:cubicBezTo>
                    <a:pt x="13590" y="8487"/>
                    <a:pt x="13521" y="8334"/>
                    <a:pt x="13468" y="8212"/>
                  </a:cubicBezTo>
                  <a:close/>
                  <a:moveTo>
                    <a:pt x="8494" y="7626"/>
                  </a:moveTo>
                  <a:lnTo>
                    <a:pt x="8555" y="8807"/>
                  </a:lnTo>
                  <a:cubicBezTo>
                    <a:pt x="8547" y="8822"/>
                    <a:pt x="8547" y="8829"/>
                    <a:pt x="8540" y="8837"/>
                  </a:cubicBezTo>
                  <a:cubicBezTo>
                    <a:pt x="8471" y="9005"/>
                    <a:pt x="8387" y="9180"/>
                    <a:pt x="8288" y="9370"/>
                  </a:cubicBezTo>
                  <a:cubicBezTo>
                    <a:pt x="8090" y="9408"/>
                    <a:pt x="7763" y="9462"/>
                    <a:pt x="7412" y="9507"/>
                  </a:cubicBezTo>
                  <a:cubicBezTo>
                    <a:pt x="7009" y="9559"/>
                    <a:pt x="6736" y="9575"/>
                    <a:pt x="6552" y="9575"/>
                  </a:cubicBezTo>
                  <a:cubicBezTo>
                    <a:pt x="6326" y="9575"/>
                    <a:pt x="6235" y="9550"/>
                    <a:pt x="6201" y="9538"/>
                  </a:cubicBezTo>
                  <a:cubicBezTo>
                    <a:pt x="6155" y="9370"/>
                    <a:pt x="6361" y="8730"/>
                    <a:pt x="6643" y="8144"/>
                  </a:cubicBezTo>
                  <a:cubicBezTo>
                    <a:pt x="7389" y="8030"/>
                    <a:pt x="7999" y="7862"/>
                    <a:pt x="8494" y="7626"/>
                  </a:cubicBezTo>
                  <a:close/>
                  <a:moveTo>
                    <a:pt x="11099" y="7626"/>
                  </a:moveTo>
                  <a:cubicBezTo>
                    <a:pt x="11587" y="7862"/>
                    <a:pt x="12204" y="8030"/>
                    <a:pt x="12942" y="8144"/>
                  </a:cubicBezTo>
                  <a:cubicBezTo>
                    <a:pt x="13232" y="8730"/>
                    <a:pt x="13438" y="9370"/>
                    <a:pt x="13392" y="9538"/>
                  </a:cubicBezTo>
                  <a:cubicBezTo>
                    <a:pt x="13358" y="9550"/>
                    <a:pt x="13264" y="9575"/>
                    <a:pt x="13038" y="9575"/>
                  </a:cubicBezTo>
                  <a:cubicBezTo>
                    <a:pt x="12853" y="9575"/>
                    <a:pt x="12581" y="9559"/>
                    <a:pt x="12181" y="9507"/>
                  </a:cubicBezTo>
                  <a:cubicBezTo>
                    <a:pt x="11830" y="9462"/>
                    <a:pt x="11503" y="9408"/>
                    <a:pt x="11305" y="9370"/>
                  </a:cubicBezTo>
                  <a:cubicBezTo>
                    <a:pt x="11206" y="9180"/>
                    <a:pt x="11122" y="9005"/>
                    <a:pt x="11053" y="8837"/>
                  </a:cubicBezTo>
                  <a:cubicBezTo>
                    <a:pt x="11046" y="8829"/>
                    <a:pt x="11038" y="8822"/>
                    <a:pt x="11038" y="8807"/>
                  </a:cubicBezTo>
                  <a:lnTo>
                    <a:pt x="11099" y="7626"/>
                  </a:lnTo>
                  <a:close/>
                  <a:moveTo>
                    <a:pt x="5751" y="9485"/>
                  </a:moveTo>
                  <a:cubicBezTo>
                    <a:pt x="5751" y="9561"/>
                    <a:pt x="5759" y="9622"/>
                    <a:pt x="5774" y="9675"/>
                  </a:cubicBezTo>
                  <a:lnTo>
                    <a:pt x="3733" y="11777"/>
                  </a:lnTo>
                  <a:cubicBezTo>
                    <a:pt x="3672" y="11701"/>
                    <a:pt x="3619" y="11625"/>
                    <a:pt x="3573" y="11541"/>
                  </a:cubicBezTo>
                  <a:cubicBezTo>
                    <a:pt x="3268" y="10970"/>
                    <a:pt x="3390" y="10246"/>
                    <a:pt x="3611" y="9637"/>
                  </a:cubicBezTo>
                  <a:lnTo>
                    <a:pt x="5751" y="9485"/>
                  </a:lnTo>
                  <a:close/>
                  <a:moveTo>
                    <a:pt x="13841" y="9485"/>
                  </a:moveTo>
                  <a:lnTo>
                    <a:pt x="15982" y="9637"/>
                  </a:lnTo>
                  <a:cubicBezTo>
                    <a:pt x="16195" y="10246"/>
                    <a:pt x="16317" y="10970"/>
                    <a:pt x="16012" y="11541"/>
                  </a:cubicBezTo>
                  <a:cubicBezTo>
                    <a:pt x="15974" y="11625"/>
                    <a:pt x="15921" y="11701"/>
                    <a:pt x="15860" y="11777"/>
                  </a:cubicBezTo>
                  <a:lnTo>
                    <a:pt x="13818" y="9675"/>
                  </a:lnTo>
                  <a:cubicBezTo>
                    <a:pt x="13834" y="9622"/>
                    <a:pt x="13841" y="9561"/>
                    <a:pt x="13841" y="9485"/>
                  </a:cubicBezTo>
                  <a:close/>
                  <a:moveTo>
                    <a:pt x="9118" y="5211"/>
                  </a:moveTo>
                  <a:lnTo>
                    <a:pt x="9118" y="5211"/>
                  </a:lnTo>
                  <a:cubicBezTo>
                    <a:pt x="9324" y="5310"/>
                    <a:pt x="9553" y="5363"/>
                    <a:pt x="9796" y="5363"/>
                  </a:cubicBezTo>
                  <a:cubicBezTo>
                    <a:pt x="10033" y="5363"/>
                    <a:pt x="10261" y="5310"/>
                    <a:pt x="10467" y="5211"/>
                  </a:cubicBezTo>
                  <a:lnTo>
                    <a:pt x="10467" y="5211"/>
                  </a:lnTo>
                  <a:lnTo>
                    <a:pt x="10154" y="11450"/>
                  </a:lnTo>
                  <a:cubicBezTo>
                    <a:pt x="10147" y="11640"/>
                    <a:pt x="9987" y="11793"/>
                    <a:pt x="9796" y="11793"/>
                  </a:cubicBezTo>
                  <a:cubicBezTo>
                    <a:pt x="9606" y="11793"/>
                    <a:pt x="9446" y="11640"/>
                    <a:pt x="9438" y="11450"/>
                  </a:cubicBezTo>
                  <a:lnTo>
                    <a:pt x="9118" y="5211"/>
                  </a:lnTo>
                  <a:close/>
                  <a:moveTo>
                    <a:pt x="6110" y="9980"/>
                  </a:moveTo>
                  <a:cubicBezTo>
                    <a:pt x="6201" y="10003"/>
                    <a:pt x="6315" y="10018"/>
                    <a:pt x="6468" y="10018"/>
                  </a:cubicBezTo>
                  <a:lnTo>
                    <a:pt x="5561" y="12532"/>
                  </a:lnTo>
                  <a:cubicBezTo>
                    <a:pt x="5553" y="12539"/>
                    <a:pt x="5553" y="12554"/>
                    <a:pt x="5546" y="12562"/>
                  </a:cubicBezTo>
                  <a:cubicBezTo>
                    <a:pt x="4914" y="12486"/>
                    <a:pt x="4418" y="12326"/>
                    <a:pt x="4060" y="12082"/>
                  </a:cubicBezTo>
                  <a:lnTo>
                    <a:pt x="6110" y="9980"/>
                  </a:lnTo>
                  <a:close/>
                  <a:moveTo>
                    <a:pt x="13483" y="9980"/>
                  </a:moveTo>
                  <a:lnTo>
                    <a:pt x="15525" y="12082"/>
                  </a:lnTo>
                  <a:cubicBezTo>
                    <a:pt x="15174" y="12326"/>
                    <a:pt x="14679" y="12486"/>
                    <a:pt x="14039" y="12562"/>
                  </a:cubicBezTo>
                  <a:cubicBezTo>
                    <a:pt x="14039" y="12554"/>
                    <a:pt x="14039" y="12539"/>
                    <a:pt x="14032" y="12532"/>
                  </a:cubicBezTo>
                  <a:lnTo>
                    <a:pt x="13125" y="10018"/>
                  </a:lnTo>
                  <a:cubicBezTo>
                    <a:pt x="13278" y="10018"/>
                    <a:pt x="13392" y="10003"/>
                    <a:pt x="13483" y="9980"/>
                  </a:cubicBezTo>
                  <a:close/>
                  <a:moveTo>
                    <a:pt x="8014" y="9873"/>
                  </a:moveTo>
                  <a:lnTo>
                    <a:pt x="8014" y="9873"/>
                  </a:lnTo>
                  <a:cubicBezTo>
                    <a:pt x="7458" y="10856"/>
                    <a:pt x="6704" y="11983"/>
                    <a:pt x="6216" y="12608"/>
                  </a:cubicBezTo>
                  <a:cubicBezTo>
                    <a:pt x="6148" y="12608"/>
                    <a:pt x="6079" y="12600"/>
                    <a:pt x="6010" y="12600"/>
                  </a:cubicBezTo>
                  <a:lnTo>
                    <a:pt x="6947" y="10003"/>
                  </a:lnTo>
                  <a:cubicBezTo>
                    <a:pt x="7077" y="9995"/>
                    <a:pt x="7222" y="9980"/>
                    <a:pt x="7389" y="9964"/>
                  </a:cubicBezTo>
                  <a:cubicBezTo>
                    <a:pt x="7610" y="9934"/>
                    <a:pt x="7831" y="9904"/>
                    <a:pt x="8014" y="9873"/>
                  </a:cubicBezTo>
                  <a:close/>
                  <a:moveTo>
                    <a:pt x="11579" y="9873"/>
                  </a:moveTo>
                  <a:lnTo>
                    <a:pt x="11579" y="9873"/>
                  </a:lnTo>
                  <a:cubicBezTo>
                    <a:pt x="11762" y="9904"/>
                    <a:pt x="11983" y="9934"/>
                    <a:pt x="12204" y="9964"/>
                  </a:cubicBezTo>
                  <a:cubicBezTo>
                    <a:pt x="12364" y="9980"/>
                    <a:pt x="12508" y="9995"/>
                    <a:pt x="12645" y="10003"/>
                  </a:cubicBezTo>
                  <a:lnTo>
                    <a:pt x="13582" y="12600"/>
                  </a:lnTo>
                  <a:cubicBezTo>
                    <a:pt x="13514" y="12600"/>
                    <a:pt x="13445" y="12608"/>
                    <a:pt x="13369" y="12608"/>
                  </a:cubicBezTo>
                  <a:cubicBezTo>
                    <a:pt x="12882" y="11983"/>
                    <a:pt x="12127" y="10856"/>
                    <a:pt x="11579" y="9873"/>
                  </a:cubicBezTo>
                  <a:close/>
                  <a:moveTo>
                    <a:pt x="3459" y="8822"/>
                  </a:moveTo>
                  <a:lnTo>
                    <a:pt x="3459" y="8822"/>
                  </a:lnTo>
                  <a:cubicBezTo>
                    <a:pt x="3101" y="9568"/>
                    <a:pt x="2666" y="10795"/>
                    <a:pt x="3177" y="11755"/>
                  </a:cubicBezTo>
                  <a:cubicBezTo>
                    <a:pt x="3580" y="12509"/>
                    <a:pt x="4472" y="12943"/>
                    <a:pt x="5835" y="13042"/>
                  </a:cubicBezTo>
                  <a:cubicBezTo>
                    <a:pt x="5457" y="13368"/>
                    <a:pt x="4968" y="13532"/>
                    <a:pt x="4480" y="13532"/>
                  </a:cubicBezTo>
                  <a:cubicBezTo>
                    <a:pt x="3974" y="13532"/>
                    <a:pt x="3469" y="13356"/>
                    <a:pt x="3085" y="13004"/>
                  </a:cubicBezTo>
                  <a:cubicBezTo>
                    <a:pt x="2247" y="12242"/>
                    <a:pt x="1806" y="11503"/>
                    <a:pt x="2225" y="10178"/>
                  </a:cubicBezTo>
                  <a:cubicBezTo>
                    <a:pt x="2346" y="9782"/>
                    <a:pt x="2765" y="9271"/>
                    <a:pt x="3459" y="8822"/>
                  </a:cubicBezTo>
                  <a:close/>
                  <a:moveTo>
                    <a:pt x="16127" y="8822"/>
                  </a:moveTo>
                  <a:lnTo>
                    <a:pt x="16127" y="8822"/>
                  </a:lnTo>
                  <a:cubicBezTo>
                    <a:pt x="16827" y="9271"/>
                    <a:pt x="17246" y="9782"/>
                    <a:pt x="17368" y="10178"/>
                  </a:cubicBezTo>
                  <a:cubicBezTo>
                    <a:pt x="17780" y="11503"/>
                    <a:pt x="17345" y="12242"/>
                    <a:pt x="16507" y="13004"/>
                  </a:cubicBezTo>
                  <a:cubicBezTo>
                    <a:pt x="16124" y="13356"/>
                    <a:pt x="15619" y="13532"/>
                    <a:pt x="15113" y="13532"/>
                  </a:cubicBezTo>
                  <a:cubicBezTo>
                    <a:pt x="14624" y="13532"/>
                    <a:pt x="14136" y="13368"/>
                    <a:pt x="13758" y="13042"/>
                  </a:cubicBezTo>
                  <a:cubicBezTo>
                    <a:pt x="15121" y="12943"/>
                    <a:pt x="16012" y="12509"/>
                    <a:pt x="16408" y="11755"/>
                  </a:cubicBezTo>
                  <a:cubicBezTo>
                    <a:pt x="16919" y="10795"/>
                    <a:pt x="16492" y="9568"/>
                    <a:pt x="16127" y="8822"/>
                  </a:cubicBezTo>
                  <a:close/>
                  <a:moveTo>
                    <a:pt x="2461" y="1"/>
                  </a:moveTo>
                  <a:cubicBezTo>
                    <a:pt x="1676" y="1"/>
                    <a:pt x="1090" y="229"/>
                    <a:pt x="732" y="679"/>
                  </a:cubicBezTo>
                  <a:cubicBezTo>
                    <a:pt x="0" y="1570"/>
                    <a:pt x="320" y="3071"/>
                    <a:pt x="648" y="4663"/>
                  </a:cubicBezTo>
                  <a:cubicBezTo>
                    <a:pt x="686" y="4838"/>
                    <a:pt x="724" y="5013"/>
                    <a:pt x="762" y="5188"/>
                  </a:cubicBezTo>
                  <a:cubicBezTo>
                    <a:pt x="1051" y="6620"/>
                    <a:pt x="1242" y="7344"/>
                    <a:pt x="1737" y="7793"/>
                  </a:cubicBezTo>
                  <a:cubicBezTo>
                    <a:pt x="2049" y="8068"/>
                    <a:pt x="2445" y="8197"/>
                    <a:pt x="2963" y="8250"/>
                  </a:cubicBezTo>
                  <a:cubicBezTo>
                    <a:pt x="2217" y="8753"/>
                    <a:pt x="1699" y="9347"/>
                    <a:pt x="1509" y="9949"/>
                  </a:cubicBezTo>
                  <a:cubicBezTo>
                    <a:pt x="945" y="11755"/>
                    <a:pt x="1729" y="12791"/>
                    <a:pt x="2575" y="13560"/>
                  </a:cubicBezTo>
                  <a:cubicBezTo>
                    <a:pt x="3101" y="14040"/>
                    <a:pt x="3786" y="14276"/>
                    <a:pt x="4472" y="14276"/>
                  </a:cubicBezTo>
                  <a:cubicBezTo>
                    <a:pt x="5165" y="14276"/>
                    <a:pt x="5851" y="14040"/>
                    <a:pt x="6376" y="13560"/>
                  </a:cubicBezTo>
                  <a:cubicBezTo>
                    <a:pt x="6833" y="13141"/>
                    <a:pt x="7884" y="11610"/>
                    <a:pt x="8631" y="10300"/>
                  </a:cubicBezTo>
                  <a:lnTo>
                    <a:pt x="8692" y="11488"/>
                  </a:lnTo>
                  <a:cubicBezTo>
                    <a:pt x="8722" y="12075"/>
                    <a:pt x="9202" y="12539"/>
                    <a:pt x="9796" y="12539"/>
                  </a:cubicBezTo>
                  <a:cubicBezTo>
                    <a:pt x="10383" y="12539"/>
                    <a:pt x="10870" y="12075"/>
                    <a:pt x="10901" y="11488"/>
                  </a:cubicBezTo>
                  <a:lnTo>
                    <a:pt x="10962" y="10300"/>
                  </a:lnTo>
                  <a:cubicBezTo>
                    <a:pt x="11701" y="11610"/>
                    <a:pt x="12760" y="13141"/>
                    <a:pt x="13217" y="13560"/>
                  </a:cubicBezTo>
                  <a:cubicBezTo>
                    <a:pt x="13742" y="14040"/>
                    <a:pt x="14428" y="14276"/>
                    <a:pt x="15113" y="14276"/>
                  </a:cubicBezTo>
                  <a:cubicBezTo>
                    <a:pt x="15807" y="14276"/>
                    <a:pt x="16492" y="14040"/>
                    <a:pt x="17010" y="13560"/>
                  </a:cubicBezTo>
                  <a:cubicBezTo>
                    <a:pt x="17856" y="12791"/>
                    <a:pt x="18648" y="11755"/>
                    <a:pt x="18084" y="9949"/>
                  </a:cubicBezTo>
                  <a:cubicBezTo>
                    <a:pt x="17894" y="9347"/>
                    <a:pt x="17368" y="8753"/>
                    <a:pt x="16629" y="8250"/>
                  </a:cubicBezTo>
                  <a:cubicBezTo>
                    <a:pt x="17147" y="8197"/>
                    <a:pt x="17543" y="8068"/>
                    <a:pt x="17856" y="7793"/>
                  </a:cubicBezTo>
                  <a:cubicBezTo>
                    <a:pt x="18351" y="7344"/>
                    <a:pt x="18541" y="6620"/>
                    <a:pt x="18831" y="5188"/>
                  </a:cubicBezTo>
                  <a:cubicBezTo>
                    <a:pt x="18869" y="5013"/>
                    <a:pt x="18907" y="4838"/>
                    <a:pt x="18945" y="4663"/>
                  </a:cubicBezTo>
                  <a:cubicBezTo>
                    <a:pt x="19273" y="3071"/>
                    <a:pt x="19585" y="1570"/>
                    <a:pt x="18861" y="679"/>
                  </a:cubicBezTo>
                  <a:cubicBezTo>
                    <a:pt x="18496" y="229"/>
                    <a:pt x="17917" y="1"/>
                    <a:pt x="17125" y="1"/>
                  </a:cubicBezTo>
                  <a:cubicBezTo>
                    <a:pt x="16256" y="1"/>
                    <a:pt x="14931" y="572"/>
                    <a:pt x="13567" y="1524"/>
                  </a:cubicBezTo>
                  <a:cubicBezTo>
                    <a:pt x="12714" y="2134"/>
                    <a:pt x="11945" y="2812"/>
                    <a:pt x="11373" y="3482"/>
                  </a:cubicBezTo>
                  <a:cubicBezTo>
                    <a:pt x="11305" y="3101"/>
                    <a:pt x="11107" y="2773"/>
                    <a:pt x="10825" y="2530"/>
                  </a:cubicBezTo>
                  <a:lnTo>
                    <a:pt x="10825" y="1303"/>
                  </a:lnTo>
                  <a:cubicBezTo>
                    <a:pt x="10825" y="1166"/>
                    <a:pt x="10931" y="1052"/>
                    <a:pt x="11069" y="1052"/>
                  </a:cubicBezTo>
                  <a:cubicBezTo>
                    <a:pt x="11198" y="1052"/>
                    <a:pt x="11312" y="1166"/>
                    <a:pt x="11312" y="1303"/>
                  </a:cubicBezTo>
                  <a:cubicBezTo>
                    <a:pt x="11312" y="1509"/>
                    <a:pt x="11480" y="1677"/>
                    <a:pt x="11686" y="1677"/>
                  </a:cubicBezTo>
                  <a:cubicBezTo>
                    <a:pt x="11891" y="1677"/>
                    <a:pt x="12059" y="1509"/>
                    <a:pt x="12059" y="1303"/>
                  </a:cubicBezTo>
                  <a:cubicBezTo>
                    <a:pt x="12059" y="755"/>
                    <a:pt x="11609" y="305"/>
                    <a:pt x="11069" y="305"/>
                  </a:cubicBezTo>
                  <a:cubicBezTo>
                    <a:pt x="10520" y="305"/>
                    <a:pt x="10071" y="755"/>
                    <a:pt x="10071" y="1303"/>
                  </a:cubicBezTo>
                  <a:lnTo>
                    <a:pt x="10071" y="2187"/>
                  </a:lnTo>
                  <a:cubicBezTo>
                    <a:pt x="9987" y="2172"/>
                    <a:pt x="9888" y="2156"/>
                    <a:pt x="9796" y="2156"/>
                  </a:cubicBezTo>
                  <a:cubicBezTo>
                    <a:pt x="9697" y="2156"/>
                    <a:pt x="9606" y="2172"/>
                    <a:pt x="9515" y="2187"/>
                  </a:cubicBezTo>
                  <a:lnTo>
                    <a:pt x="9515" y="1303"/>
                  </a:lnTo>
                  <a:cubicBezTo>
                    <a:pt x="9515" y="755"/>
                    <a:pt x="9073" y="305"/>
                    <a:pt x="8524" y="305"/>
                  </a:cubicBezTo>
                  <a:cubicBezTo>
                    <a:pt x="7976" y="305"/>
                    <a:pt x="7534" y="755"/>
                    <a:pt x="7534" y="1303"/>
                  </a:cubicBezTo>
                  <a:cubicBezTo>
                    <a:pt x="7534" y="1509"/>
                    <a:pt x="7702" y="1677"/>
                    <a:pt x="7907" y="1677"/>
                  </a:cubicBezTo>
                  <a:cubicBezTo>
                    <a:pt x="8113" y="1677"/>
                    <a:pt x="8281" y="1509"/>
                    <a:pt x="8281" y="1303"/>
                  </a:cubicBezTo>
                  <a:cubicBezTo>
                    <a:pt x="8281" y="1166"/>
                    <a:pt x="8395" y="1052"/>
                    <a:pt x="8524" y="1052"/>
                  </a:cubicBezTo>
                  <a:cubicBezTo>
                    <a:pt x="8661" y="1052"/>
                    <a:pt x="8768" y="1166"/>
                    <a:pt x="8768" y="1303"/>
                  </a:cubicBezTo>
                  <a:lnTo>
                    <a:pt x="8768" y="2530"/>
                  </a:lnTo>
                  <a:cubicBezTo>
                    <a:pt x="8486" y="2773"/>
                    <a:pt x="8288" y="3101"/>
                    <a:pt x="8220" y="3482"/>
                  </a:cubicBezTo>
                  <a:cubicBezTo>
                    <a:pt x="7648" y="2812"/>
                    <a:pt x="6879" y="2134"/>
                    <a:pt x="6018" y="1524"/>
                  </a:cubicBezTo>
                  <a:cubicBezTo>
                    <a:pt x="4662" y="572"/>
                    <a:pt x="3329" y="1"/>
                    <a:pt x="2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2F5CB28A-EE36-C91A-3753-5D3AEEA2729C}"/>
              </a:ext>
            </a:extLst>
          </p:cNvPr>
          <p:cNvSpPr txBox="1">
            <a:spLocks/>
          </p:cNvSpPr>
          <p:nvPr/>
        </p:nvSpPr>
        <p:spPr>
          <a:xfrm>
            <a:off x="2561744" y="1028762"/>
            <a:ext cx="4020512" cy="738664"/>
          </a:xfrm>
          <a:prstGeom prst="rect">
            <a:avLst/>
          </a:prstGeom>
          <a:noFill/>
        </p:spPr>
        <p:txBody>
          <a:bodyPr wrap="square">
            <a:spAutoFit/>
          </a:bodyPr>
          <a:lstStyle/>
          <a:p>
            <a:pPr algn="ctr"/>
            <a:r>
              <a:rPr lang="en-US" dirty="0" err="1">
                <a:solidFill>
                  <a:schemeClr val="dk1"/>
                </a:solidFill>
                <a:latin typeface="Montserrat SemiBold"/>
              </a:rPr>
              <a:t>i</a:t>
            </a:r>
            <a:r>
              <a:rPr lang="en-US" dirty="0">
                <a:solidFill>
                  <a:schemeClr val="dk1"/>
                </a:solidFill>
                <a:latin typeface="Montserrat SemiBold"/>
              </a:rPr>
              <a:t>. To analyze Personalized Adaptive Learning System requirements </a:t>
            </a:r>
            <a:br>
              <a:rPr lang="en-US" dirty="0"/>
            </a:br>
            <a:endParaRPr lang="en-US" dirty="0"/>
          </a:p>
        </p:txBody>
      </p:sp>
      <p:graphicFrame>
        <p:nvGraphicFramePr>
          <p:cNvPr id="8" name="Table 7">
            <a:extLst>
              <a:ext uri="{FF2B5EF4-FFF2-40B4-BE49-F238E27FC236}">
                <a16:creationId xmlns:a16="http://schemas.microsoft.com/office/drawing/2014/main" id="{A13322B2-5170-8869-A2E8-8219520726A8}"/>
              </a:ext>
            </a:extLst>
          </p:cNvPr>
          <p:cNvGraphicFramePr>
            <a:graphicFrameLocks noGrp="1"/>
          </p:cNvGraphicFramePr>
          <p:nvPr>
            <p:extLst>
              <p:ext uri="{D42A27DB-BD31-4B8C-83A1-F6EECF244321}">
                <p14:modId xmlns:p14="http://schemas.microsoft.com/office/powerpoint/2010/main" val="3866436281"/>
              </p:ext>
            </p:extLst>
          </p:nvPr>
        </p:nvGraphicFramePr>
        <p:xfrm>
          <a:off x="5898587" y="1931261"/>
          <a:ext cx="3561448" cy="731520"/>
        </p:xfrm>
        <a:graphic>
          <a:graphicData uri="http://schemas.openxmlformats.org/drawingml/2006/table">
            <a:tbl>
              <a:tblPr/>
              <a:tblGrid>
                <a:gridCol w="376555">
                  <a:extLst>
                    <a:ext uri="{9D8B030D-6E8A-4147-A177-3AD203B41FA5}">
                      <a16:colId xmlns:a16="http://schemas.microsoft.com/office/drawing/2014/main" val="2524680763"/>
                    </a:ext>
                  </a:extLst>
                </a:gridCol>
                <a:gridCol w="3184893">
                  <a:extLst>
                    <a:ext uri="{9D8B030D-6E8A-4147-A177-3AD203B41FA5}">
                      <a16:colId xmlns:a16="http://schemas.microsoft.com/office/drawing/2014/main" val="1993403714"/>
                    </a:ext>
                  </a:extLst>
                </a:gridCol>
              </a:tblGrid>
              <a:tr h="0">
                <a:tc>
                  <a:txBody>
                    <a:bodyPr/>
                    <a:lstStyle/>
                    <a:p>
                      <a:r>
                        <a:rPr lang="en-US" sz="1400" b="0" i="0" u="none" strike="noStrike" cap="none" dirty="0">
                          <a:solidFill>
                            <a:schemeClr val="dk1"/>
                          </a:solidFill>
                          <a:latin typeface="Montserrat SemiBold"/>
                          <a:cs typeface="Arial"/>
                          <a:sym typeface="Arial"/>
                        </a:rPr>
                        <a:t>ii.</a:t>
                      </a:r>
                    </a:p>
                  </a:txBody>
                  <a:tcPr anchor="ctr">
                    <a:lnL>
                      <a:noFill/>
                    </a:lnL>
                    <a:lnR>
                      <a:noFill/>
                    </a:lnR>
                    <a:lnT>
                      <a:noFill/>
                    </a:lnT>
                    <a:lnB>
                      <a:noFill/>
                    </a:lnB>
                    <a:noFill/>
                  </a:tcPr>
                </a:tc>
                <a:tc>
                  <a:txBody>
                    <a:bodyPr/>
                    <a:lstStyle/>
                    <a:p>
                      <a:r>
                        <a:rPr lang="en-US" sz="1400" b="0" i="0" u="none" strike="noStrike" cap="none" dirty="0">
                          <a:solidFill>
                            <a:schemeClr val="dk1"/>
                          </a:solidFill>
                          <a:latin typeface="Montserrat SemiBold"/>
                          <a:cs typeface="Arial"/>
                          <a:sym typeface="Arial"/>
                        </a:rPr>
                        <a:t>To construct Personalized Adaptive Learning System modules</a:t>
                      </a:r>
                    </a:p>
                  </a:txBody>
                  <a:tcPr anchor="ctr">
                    <a:lnL>
                      <a:noFill/>
                    </a:lnL>
                    <a:lnR>
                      <a:noFill/>
                    </a:lnR>
                    <a:lnT>
                      <a:noFill/>
                    </a:lnT>
                    <a:lnB>
                      <a:noFill/>
                    </a:lnB>
                    <a:noFill/>
                  </a:tcPr>
                </a:tc>
                <a:extLst>
                  <a:ext uri="{0D108BD9-81ED-4DB2-BD59-A6C34878D82A}">
                    <a16:rowId xmlns:a16="http://schemas.microsoft.com/office/drawing/2014/main" val="3254950509"/>
                  </a:ext>
                </a:extLst>
              </a:tr>
            </a:tbl>
          </a:graphicData>
        </a:graphic>
      </p:graphicFrame>
      <p:sp>
        <p:nvSpPr>
          <p:cNvPr id="9" name="Rectangle 2">
            <a:extLst>
              <a:ext uri="{FF2B5EF4-FFF2-40B4-BE49-F238E27FC236}">
                <a16:creationId xmlns:a16="http://schemas.microsoft.com/office/drawing/2014/main" id="{9A70E41B-8879-FCFE-28C4-179353E563B6}"/>
              </a:ext>
            </a:extLst>
          </p:cNvPr>
          <p:cNvSpPr>
            <a:spLocks noChangeArrowheads="1"/>
          </p:cNvSpPr>
          <p:nvPr/>
        </p:nvSpPr>
        <p:spPr bwMode="auto">
          <a:xfrm>
            <a:off x="2255838" y="2722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5AAF7DBD-D291-974A-478A-45413FE3D96A}"/>
              </a:ext>
            </a:extLst>
          </p:cNvPr>
          <p:cNvGraphicFramePr>
            <a:graphicFrameLocks noGrp="1"/>
          </p:cNvGraphicFramePr>
          <p:nvPr>
            <p:extLst>
              <p:ext uri="{D42A27DB-BD31-4B8C-83A1-F6EECF244321}">
                <p14:modId xmlns:p14="http://schemas.microsoft.com/office/powerpoint/2010/main" val="4225202425"/>
              </p:ext>
            </p:extLst>
          </p:nvPr>
        </p:nvGraphicFramePr>
        <p:xfrm>
          <a:off x="5898587" y="2928366"/>
          <a:ext cx="3253351" cy="731520"/>
        </p:xfrm>
        <a:graphic>
          <a:graphicData uri="http://schemas.openxmlformats.org/drawingml/2006/table">
            <a:tbl>
              <a:tblPr/>
              <a:tblGrid>
                <a:gridCol w="384895">
                  <a:extLst>
                    <a:ext uri="{9D8B030D-6E8A-4147-A177-3AD203B41FA5}">
                      <a16:colId xmlns:a16="http://schemas.microsoft.com/office/drawing/2014/main" val="2524680763"/>
                    </a:ext>
                  </a:extLst>
                </a:gridCol>
                <a:gridCol w="2868456">
                  <a:extLst>
                    <a:ext uri="{9D8B030D-6E8A-4147-A177-3AD203B41FA5}">
                      <a16:colId xmlns:a16="http://schemas.microsoft.com/office/drawing/2014/main" val="1993403714"/>
                    </a:ext>
                  </a:extLst>
                </a:gridCol>
              </a:tblGrid>
              <a:tr h="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dk1"/>
                          </a:solidFill>
                          <a:latin typeface="Montserrat SemiBold"/>
                          <a:ea typeface="+mn-ea"/>
                          <a:cs typeface="Arial"/>
                          <a:sym typeface="Arial"/>
                        </a:rPr>
                        <a:t>iii.</a:t>
                      </a:r>
                    </a:p>
                  </a:txBody>
                  <a:tcPr anchor="ctr">
                    <a:lnL>
                      <a:noFill/>
                    </a:lnL>
                    <a:lnR>
                      <a:noFill/>
                    </a:lnR>
                    <a:lnT>
                      <a:noFill/>
                    </a:lnT>
                    <a:lnB>
                      <a:noFill/>
                    </a:lnB>
                    <a:noFill/>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dk1"/>
                          </a:solidFill>
                          <a:latin typeface="Montserrat SemiBold"/>
                          <a:ea typeface="+mn-ea"/>
                          <a:cs typeface="Arial"/>
                          <a:sym typeface="Arial"/>
                        </a:rPr>
                        <a:t>To draw flowchart for the Personalized Adaptive Learning System</a:t>
                      </a:r>
                    </a:p>
                  </a:txBody>
                  <a:tcPr anchor="ctr">
                    <a:lnL>
                      <a:noFill/>
                    </a:lnL>
                    <a:lnR>
                      <a:noFill/>
                    </a:lnR>
                    <a:lnT>
                      <a:noFill/>
                    </a:lnT>
                    <a:lnB>
                      <a:noFill/>
                    </a:lnB>
                    <a:noFill/>
                  </a:tcPr>
                </a:tc>
                <a:extLst>
                  <a:ext uri="{0D108BD9-81ED-4DB2-BD59-A6C34878D82A}">
                    <a16:rowId xmlns:a16="http://schemas.microsoft.com/office/drawing/2014/main" val="3254950509"/>
                  </a:ext>
                </a:extLst>
              </a:tr>
            </a:tbl>
          </a:graphicData>
        </a:graphic>
      </p:graphicFrame>
      <p:graphicFrame>
        <p:nvGraphicFramePr>
          <p:cNvPr id="11" name="Table 10">
            <a:extLst>
              <a:ext uri="{FF2B5EF4-FFF2-40B4-BE49-F238E27FC236}">
                <a16:creationId xmlns:a16="http://schemas.microsoft.com/office/drawing/2014/main" id="{8D0FF77B-6AD6-6104-D70A-C6B72B395ABC}"/>
              </a:ext>
            </a:extLst>
          </p:cNvPr>
          <p:cNvGraphicFramePr>
            <a:graphicFrameLocks noGrp="1"/>
          </p:cNvGraphicFramePr>
          <p:nvPr>
            <p:extLst>
              <p:ext uri="{D42A27DB-BD31-4B8C-83A1-F6EECF244321}">
                <p14:modId xmlns:p14="http://schemas.microsoft.com/office/powerpoint/2010/main" val="3684926326"/>
              </p:ext>
            </p:extLst>
          </p:nvPr>
        </p:nvGraphicFramePr>
        <p:xfrm>
          <a:off x="2944749" y="4144691"/>
          <a:ext cx="3253351" cy="731520"/>
        </p:xfrm>
        <a:graphic>
          <a:graphicData uri="http://schemas.openxmlformats.org/drawingml/2006/table">
            <a:tbl>
              <a:tblPr/>
              <a:tblGrid>
                <a:gridCol w="384895">
                  <a:extLst>
                    <a:ext uri="{9D8B030D-6E8A-4147-A177-3AD203B41FA5}">
                      <a16:colId xmlns:a16="http://schemas.microsoft.com/office/drawing/2014/main" val="2524680763"/>
                    </a:ext>
                  </a:extLst>
                </a:gridCol>
                <a:gridCol w="2868456">
                  <a:extLst>
                    <a:ext uri="{9D8B030D-6E8A-4147-A177-3AD203B41FA5}">
                      <a16:colId xmlns:a16="http://schemas.microsoft.com/office/drawing/2014/main" val="1993403714"/>
                    </a:ext>
                  </a:extLst>
                </a:gridCol>
              </a:tblGrid>
              <a:tr h="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dk1"/>
                          </a:solidFill>
                          <a:latin typeface="Montserrat SemiBold"/>
                          <a:ea typeface="+mn-ea"/>
                          <a:cs typeface="Arial"/>
                          <a:sym typeface="Arial"/>
                        </a:rPr>
                        <a:t>iv.</a:t>
                      </a:r>
                    </a:p>
                  </a:txBody>
                  <a:tcPr anchor="ctr">
                    <a:lnL>
                      <a:noFill/>
                    </a:lnL>
                    <a:lnR>
                      <a:noFill/>
                    </a:lnR>
                    <a:lnT>
                      <a:noFill/>
                    </a:lnT>
                    <a:lnB>
                      <a:noFill/>
                    </a:lnB>
                    <a:noFill/>
                  </a:tcP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dk1"/>
                          </a:solidFill>
                          <a:latin typeface="Montserrat SemiBold"/>
                          <a:ea typeface="+mn-ea"/>
                          <a:cs typeface="Arial"/>
                          <a:sym typeface="Arial"/>
                        </a:rPr>
                        <a:t>To create pseudocodes for Personalized Adaptive Learning System</a:t>
                      </a:r>
                    </a:p>
                  </a:txBody>
                  <a:tcPr anchor="ctr">
                    <a:lnL>
                      <a:noFill/>
                    </a:lnL>
                    <a:lnR>
                      <a:noFill/>
                    </a:lnR>
                    <a:lnT>
                      <a:noFill/>
                    </a:lnT>
                    <a:lnB>
                      <a:noFill/>
                    </a:lnB>
                    <a:noFill/>
                  </a:tcPr>
                </a:tc>
                <a:extLst>
                  <a:ext uri="{0D108BD9-81ED-4DB2-BD59-A6C34878D82A}">
                    <a16:rowId xmlns:a16="http://schemas.microsoft.com/office/drawing/2014/main" val="3254950509"/>
                  </a:ext>
                </a:extLst>
              </a:tr>
            </a:tbl>
          </a:graphicData>
        </a:graphic>
      </p:graphicFrame>
      <p:graphicFrame>
        <p:nvGraphicFramePr>
          <p:cNvPr id="12" name="Table 11">
            <a:extLst>
              <a:ext uri="{FF2B5EF4-FFF2-40B4-BE49-F238E27FC236}">
                <a16:creationId xmlns:a16="http://schemas.microsoft.com/office/drawing/2014/main" id="{41B44957-D7ED-C688-2204-EFD596C900F2}"/>
              </a:ext>
            </a:extLst>
          </p:cNvPr>
          <p:cNvGraphicFramePr>
            <a:graphicFrameLocks noGrp="1"/>
          </p:cNvGraphicFramePr>
          <p:nvPr>
            <p:extLst>
              <p:ext uri="{D42A27DB-BD31-4B8C-83A1-F6EECF244321}">
                <p14:modId xmlns:p14="http://schemas.microsoft.com/office/powerpoint/2010/main" val="1746410646"/>
              </p:ext>
            </p:extLst>
          </p:nvPr>
        </p:nvGraphicFramePr>
        <p:xfrm>
          <a:off x="314280" y="2928366"/>
          <a:ext cx="3253351" cy="944880"/>
        </p:xfrm>
        <a:graphic>
          <a:graphicData uri="http://schemas.openxmlformats.org/drawingml/2006/table">
            <a:tbl>
              <a:tblPr/>
              <a:tblGrid>
                <a:gridCol w="384895">
                  <a:extLst>
                    <a:ext uri="{9D8B030D-6E8A-4147-A177-3AD203B41FA5}">
                      <a16:colId xmlns:a16="http://schemas.microsoft.com/office/drawing/2014/main" val="2524680763"/>
                    </a:ext>
                  </a:extLst>
                </a:gridCol>
                <a:gridCol w="2868456">
                  <a:extLst>
                    <a:ext uri="{9D8B030D-6E8A-4147-A177-3AD203B41FA5}">
                      <a16:colId xmlns:a16="http://schemas.microsoft.com/office/drawing/2014/main" val="1993403714"/>
                    </a:ext>
                  </a:extLst>
                </a:gridCol>
              </a:tblGrid>
              <a:tr h="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dk1"/>
                          </a:solidFill>
                          <a:latin typeface="Montserrat SemiBold"/>
                          <a:ea typeface="+mn-ea"/>
                          <a:cs typeface="Arial"/>
                          <a:sym typeface="Arial"/>
                        </a:rPr>
                        <a:t>v.</a:t>
                      </a:r>
                    </a:p>
                  </a:txBody>
                  <a:tcPr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latin typeface="Montserrat SemiBold"/>
                          <a:cs typeface="Arial"/>
                          <a:sym typeface="Arial"/>
                        </a:rPr>
                        <a:t>To see the expected screen of Personalized Adaptive Learning System </a:t>
                      </a:r>
                    </a:p>
                    <a:p>
                      <a:pPr marR="0" algn="l" rtl="0">
                        <a:lnSpc>
                          <a:spcPct val="100000"/>
                        </a:lnSpc>
                        <a:spcBef>
                          <a:spcPts val="0"/>
                        </a:spcBef>
                        <a:spcAft>
                          <a:spcPts val="0"/>
                        </a:spcAft>
                        <a:buClr>
                          <a:srgbClr val="000000"/>
                        </a:buClr>
                        <a:buFont typeface="Arial"/>
                      </a:pPr>
                      <a:endParaRPr lang="en-US" sz="1400" b="0" i="0" u="none" strike="noStrike" cap="none" dirty="0">
                        <a:solidFill>
                          <a:schemeClr val="dk1"/>
                        </a:solidFill>
                        <a:latin typeface="Montserrat SemiBold"/>
                        <a:ea typeface="+mn-ea"/>
                        <a:cs typeface="Arial"/>
                        <a:sym typeface="Arial"/>
                      </a:endParaRPr>
                    </a:p>
                  </a:txBody>
                  <a:tcPr anchor="ctr">
                    <a:lnL>
                      <a:noFill/>
                    </a:lnL>
                    <a:lnR>
                      <a:noFill/>
                    </a:lnR>
                    <a:lnT>
                      <a:noFill/>
                    </a:lnT>
                    <a:lnB>
                      <a:noFill/>
                    </a:lnB>
                    <a:noFill/>
                  </a:tcPr>
                </a:tc>
                <a:extLst>
                  <a:ext uri="{0D108BD9-81ED-4DB2-BD59-A6C34878D82A}">
                    <a16:rowId xmlns:a16="http://schemas.microsoft.com/office/drawing/2014/main" val="3254950509"/>
                  </a:ext>
                </a:extLst>
              </a:tr>
            </a:tbl>
          </a:graphicData>
        </a:graphic>
      </p:graphicFrame>
      <p:graphicFrame>
        <p:nvGraphicFramePr>
          <p:cNvPr id="13" name="Table 12">
            <a:extLst>
              <a:ext uri="{FF2B5EF4-FFF2-40B4-BE49-F238E27FC236}">
                <a16:creationId xmlns:a16="http://schemas.microsoft.com/office/drawing/2014/main" id="{663504F7-BBCE-2209-AFF0-C18349506C34}"/>
              </a:ext>
            </a:extLst>
          </p:cNvPr>
          <p:cNvGraphicFramePr>
            <a:graphicFrameLocks noGrp="1"/>
          </p:cNvGraphicFramePr>
          <p:nvPr>
            <p:extLst>
              <p:ext uri="{D42A27DB-BD31-4B8C-83A1-F6EECF244321}">
                <p14:modId xmlns:p14="http://schemas.microsoft.com/office/powerpoint/2010/main" val="2422977186"/>
              </p:ext>
            </p:extLst>
          </p:nvPr>
        </p:nvGraphicFramePr>
        <p:xfrm>
          <a:off x="330643" y="1900438"/>
          <a:ext cx="3253351" cy="944880"/>
        </p:xfrm>
        <a:graphic>
          <a:graphicData uri="http://schemas.openxmlformats.org/drawingml/2006/table">
            <a:tbl>
              <a:tblPr/>
              <a:tblGrid>
                <a:gridCol w="384895">
                  <a:extLst>
                    <a:ext uri="{9D8B030D-6E8A-4147-A177-3AD203B41FA5}">
                      <a16:colId xmlns:a16="http://schemas.microsoft.com/office/drawing/2014/main" val="2524680763"/>
                    </a:ext>
                  </a:extLst>
                </a:gridCol>
                <a:gridCol w="2868456">
                  <a:extLst>
                    <a:ext uri="{9D8B030D-6E8A-4147-A177-3AD203B41FA5}">
                      <a16:colId xmlns:a16="http://schemas.microsoft.com/office/drawing/2014/main" val="1993403714"/>
                    </a:ext>
                  </a:extLst>
                </a:gridCol>
              </a:tblGrid>
              <a:tr h="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chemeClr val="dk1"/>
                          </a:solidFill>
                          <a:latin typeface="Montserrat SemiBold"/>
                          <a:ea typeface="+mn-ea"/>
                          <a:cs typeface="Arial"/>
                          <a:sym typeface="Arial"/>
                        </a:rPr>
                        <a:t>vi.</a:t>
                      </a:r>
                    </a:p>
                  </a:txBody>
                  <a:tcPr anchor="ctr">
                    <a:lnL>
                      <a:noFill/>
                    </a:lnL>
                    <a:lnR>
                      <a:noFill/>
                    </a:lnR>
                    <a:lnT>
                      <a:noFill/>
                    </a:lnT>
                    <a:lnB>
                      <a:noFill/>
                    </a:lnB>
                    <a:noFill/>
                  </a:tcPr>
                </a:tc>
                <a:tc>
                  <a:txBody>
                    <a:bodyPr/>
                    <a:lstStyle/>
                    <a:p>
                      <a:r>
                        <a:rPr lang="en-MY" sz="1400" b="0" i="0" u="none" strike="noStrike" cap="none" dirty="0">
                          <a:solidFill>
                            <a:schemeClr val="dk1"/>
                          </a:solidFill>
                          <a:latin typeface="Montserrat SemiBold"/>
                          <a:ea typeface="+mn-ea"/>
                          <a:cs typeface="Arial"/>
                          <a:sym typeface="Arial"/>
                        </a:rPr>
                        <a:t>To test algorithm of </a:t>
                      </a:r>
                      <a:r>
                        <a:rPr lang="en-US" sz="1400" b="0" i="0" u="none" strike="noStrike" cap="none" dirty="0">
                          <a:solidFill>
                            <a:schemeClr val="dk1"/>
                          </a:solidFill>
                          <a:latin typeface="Montserrat SemiBold"/>
                          <a:ea typeface="+mn-ea"/>
                          <a:cs typeface="Arial"/>
                          <a:sym typeface="Arial"/>
                        </a:rPr>
                        <a:t>Personalized Adaptive Learning System </a:t>
                      </a:r>
                      <a:r>
                        <a:rPr lang="en-MY" sz="1400" b="0" i="0" u="none" strike="noStrike" cap="none" dirty="0">
                          <a:solidFill>
                            <a:schemeClr val="dk1"/>
                          </a:solidFill>
                          <a:latin typeface="Montserrat SemiBold"/>
                          <a:ea typeface="+mn-ea"/>
                          <a:cs typeface="Arial"/>
                          <a:sym typeface="Arial"/>
                        </a:rPr>
                        <a:t>using </a:t>
                      </a:r>
                      <a:r>
                        <a:rPr lang="en-MY" sz="1400" b="0" i="0" u="none" strike="noStrike" cap="none" dirty="0" err="1">
                          <a:solidFill>
                            <a:schemeClr val="dk1"/>
                          </a:solidFill>
                          <a:latin typeface="Montserrat SemiBold"/>
                          <a:ea typeface="+mn-ea"/>
                          <a:cs typeface="Arial"/>
                          <a:sym typeface="Arial"/>
                        </a:rPr>
                        <a:t>Flowgorithm</a:t>
                      </a:r>
                      <a:endParaRPr lang="en-US" sz="1400" b="0" i="0" u="none" strike="noStrike" cap="none" dirty="0">
                        <a:solidFill>
                          <a:schemeClr val="dk1"/>
                        </a:solidFill>
                        <a:latin typeface="Montserrat SemiBold"/>
                        <a:ea typeface="+mn-ea"/>
                        <a:cs typeface="Arial"/>
                        <a:sym typeface="Arial"/>
                      </a:endParaRPr>
                    </a:p>
                  </a:txBody>
                  <a:tcPr anchor="ctr">
                    <a:lnL>
                      <a:noFill/>
                    </a:lnL>
                    <a:lnR>
                      <a:noFill/>
                    </a:lnR>
                    <a:lnT>
                      <a:noFill/>
                    </a:lnT>
                    <a:lnB>
                      <a:noFill/>
                    </a:lnB>
                    <a:noFill/>
                  </a:tcPr>
                </a:tc>
                <a:extLst>
                  <a:ext uri="{0D108BD9-81ED-4DB2-BD59-A6C34878D82A}">
                    <a16:rowId xmlns:a16="http://schemas.microsoft.com/office/drawing/2014/main" val="3254950509"/>
                  </a:ext>
                </a:extLst>
              </a:tr>
            </a:tbl>
          </a:graphicData>
        </a:graphic>
      </p:graphicFrame>
      <p:pic>
        <p:nvPicPr>
          <p:cNvPr id="2" name="Picture 2">
            <a:extLst>
              <a:ext uri="{FF2B5EF4-FFF2-40B4-BE49-F238E27FC236}">
                <a16:creationId xmlns:a16="http://schemas.microsoft.com/office/drawing/2014/main" id="{B28E839D-1797-2346-9B7B-11463F588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1">
          <a:extLst>
            <a:ext uri="{FF2B5EF4-FFF2-40B4-BE49-F238E27FC236}">
              <a16:creationId xmlns:a16="http://schemas.microsoft.com/office/drawing/2014/main" id="{3DAE0AE4-BD57-6BA0-DD60-180682A93979}"/>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4BCFF1E-F953-F1BD-7E98-20B8428C9B1E}"/>
              </a:ext>
            </a:extLst>
          </p:cNvPr>
          <p:cNvCxnSpPr>
            <a:cxnSpLocks/>
          </p:cNvCxnSpPr>
          <p:nvPr/>
        </p:nvCxnSpPr>
        <p:spPr>
          <a:xfrm>
            <a:off x="3945619" y="1634441"/>
            <a:ext cx="1202464" cy="2098"/>
          </a:xfrm>
          <a:prstGeom prst="line">
            <a:avLst/>
          </a:prstGeom>
          <a:ln w="19050"/>
        </p:spPr>
        <p:style>
          <a:lnRef idx="1">
            <a:schemeClr val="dk1"/>
          </a:lnRef>
          <a:fillRef idx="0">
            <a:schemeClr val="dk1"/>
          </a:fillRef>
          <a:effectRef idx="0">
            <a:schemeClr val="dk1"/>
          </a:effectRef>
          <a:fontRef idx="minor">
            <a:schemeClr val="tx1"/>
          </a:fontRef>
        </p:style>
      </p:cxnSp>
      <p:sp>
        <p:nvSpPr>
          <p:cNvPr id="442" name="Google Shape;442;p19">
            <a:extLst>
              <a:ext uri="{FF2B5EF4-FFF2-40B4-BE49-F238E27FC236}">
                <a16:creationId xmlns:a16="http://schemas.microsoft.com/office/drawing/2014/main" id="{6A30A5A4-6336-62D6-A023-19341FCB7EA9}"/>
              </a:ext>
            </a:extLst>
          </p:cNvPr>
          <p:cNvSpPr txBox="1">
            <a:spLocks noGrp="1"/>
          </p:cNvSpPr>
          <p:nvPr>
            <p:ph type="title"/>
          </p:nvPr>
        </p:nvSpPr>
        <p:spPr>
          <a:xfrm>
            <a:off x="452550" y="411475"/>
            <a:ext cx="8238900" cy="56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800" dirty="0"/>
              <a:t>4.0</a:t>
            </a:r>
            <a:r>
              <a:rPr lang="en-US" dirty="0"/>
              <a:t> </a:t>
            </a:r>
            <a:r>
              <a:rPr lang="en-US" sz="2800" dirty="0"/>
              <a:t>Methodology</a:t>
            </a:r>
            <a:endParaRPr sz="2800" dirty="0"/>
          </a:p>
        </p:txBody>
      </p:sp>
      <p:sp>
        <p:nvSpPr>
          <p:cNvPr id="445" name="Google Shape;445;p19">
            <a:extLst>
              <a:ext uri="{FF2B5EF4-FFF2-40B4-BE49-F238E27FC236}">
                <a16:creationId xmlns:a16="http://schemas.microsoft.com/office/drawing/2014/main" id="{3A5399BA-B409-2E2B-1817-8764A65638EE}"/>
              </a:ext>
            </a:extLst>
          </p:cNvPr>
          <p:cNvSpPr/>
          <p:nvPr/>
        </p:nvSpPr>
        <p:spPr>
          <a:xfrm>
            <a:off x="2670108" y="2532036"/>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Montserrat SemiBold"/>
                <a:ea typeface="Montserrat SemiBold"/>
                <a:cs typeface="Montserrat SemiBold"/>
                <a:sym typeface="Montserrat SemiBold"/>
              </a:rPr>
              <a:t>05</a:t>
            </a:r>
            <a:endParaRPr sz="1600">
              <a:solidFill>
                <a:schemeClr val="dk1"/>
              </a:solidFill>
              <a:latin typeface="Montserrat SemiBold"/>
              <a:ea typeface="Montserrat SemiBold"/>
              <a:cs typeface="Montserrat SemiBold"/>
              <a:sym typeface="Montserrat SemiBold"/>
            </a:endParaRPr>
          </a:p>
        </p:txBody>
      </p:sp>
      <p:sp>
        <p:nvSpPr>
          <p:cNvPr id="446" name="Google Shape;446;p19">
            <a:extLst>
              <a:ext uri="{FF2B5EF4-FFF2-40B4-BE49-F238E27FC236}">
                <a16:creationId xmlns:a16="http://schemas.microsoft.com/office/drawing/2014/main" id="{34FC0BEA-0CE0-E6D7-146F-8F4E327BB76F}"/>
              </a:ext>
            </a:extLst>
          </p:cNvPr>
          <p:cNvSpPr/>
          <p:nvPr/>
        </p:nvSpPr>
        <p:spPr>
          <a:xfrm>
            <a:off x="3438204" y="3857916"/>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Montserrat SemiBold"/>
                <a:ea typeface="Montserrat SemiBold"/>
                <a:cs typeface="Montserrat SemiBold"/>
                <a:sym typeface="Montserrat SemiBold"/>
              </a:rPr>
              <a:t>04</a:t>
            </a:r>
            <a:endParaRPr sz="1600">
              <a:solidFill>
                <a:schemeClr val="dk1"/>
              </a:solidFill>
              <a:latin typeface="Montserrat SemiBold"/>
              <a:ea typeface="Montserrat SemiBold"/>
              <a:cs typeface="Montserrat SemiBold"/>
              <a:sym typeface="Montserrat SemiBold"/>
            </a:endParaRPr>
          </a:p>
        </p:txBody>
      </p:sp>
      <p:sp>
        <p:nvSpPr>
          <p:cNvPr id="447" name="Google Shape;447;p19">
            <a:extLst>
              <a:ext uri="{FF2B5EF4-FFF2-40B4-BE49-F238E27FC236}">
                <a16:creationId xmlns:a16="http://schemas.microsoft.com/office/drawing/2014/main" id="{CC0BB8C3-5EC0-9749-1462-BCA1C70B15B6}"/>
              </a:ext>
            </a:extLst>
          </p:cNvPr>
          <p:cNvSpPr/>
          <p:nvPr/>
        </p:nvSpPr>
        <p:spPr>
          <a:xfrm>
            <a:off x="4974396" y="3857916"/>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Montserrat SemiBold"/>
                <a:ea typeface="Montserrat SemiBold"/>
                <a:cs typeface="Montserrat SemiBold"/>
                <a:sym typeface="Montserrat SemiBold"/>
              </a:rPr>
              <a:t>03</a:t>
            </a:r>
            <a:endParaRPr sz="1600">
              <a:solidFill>
                <a:schemeClr val="dk1"/>
              </a:solidFill>
              <a:latin typeface="Montserrat SemiBold"/>
              <a:ea typeface="Montserrat SemiBold"/>
              <a:cs typeface="Montserrat SemiBold"/>
              <a:sym typeface="Montserrat SemiBold"/>
            </a:endParaRPr>
          </a:p>
        </p:txBody>
      </p:sp>
      <p:sp>
        <p:nvSpPr>
          <p:cNvPr id="448" name="Google Shape;448;p19">
            <a:extLst>
              <a:ext uri="{FF2B5EF4-FFF2-40B4-BE49-F238E27FC236}">
                <a16:creationId xmlns:a16="http://schemas.microsoft.com/office/drawing/2014/main" id="{10E31449-9AD6-C97A-93DF-51AE39152D0B}"/>
              </a:ext>
            </a:extLst>
          </p:cNvPr>
          <p:cNvSpPr/>
          <p:nvPr/>
        </p:nvSpPr>
        <p:spPr>
          <a:xfrm>
            <a:off x="5744238" y="2532036"/>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Montserrat SemiBold"/>
                <a:ea typeface="Montserrat SemiBold"/>
                <a:cs typeface="Montserrat SemiBold"/>
                <a:sym typeface="Montserrat SemiBold"/>
              </a:rPr>
              <a:t>02</a:t>
            </a:r>
            <a:endParaRPr sz="1600">
              <a:solidFill>
                <a:schemeClr val="dk1"/>
              </a:solidFill>
              <a:latin typeface="Montserrat SemiBold"/>
              <a:ea typeface="Montserrat SemiBold"/>
              <a:cs typeface="Montserrat SemiBold"/>
              <a:sym typeface="Montserrat SemiBold"/>
            </a:endParaRPr>
          </a:p>
        </p:txBody>
      </p:sp>
      <p:sp>
        <p:nvSpPr>
          <p:cNvPr id="452" name="Google Shape;452;p19">
            <a:extLst>
              <a:ext uri="{FF2B5EF4-FFF2-40B4-BE49-F238E27FC236}">
                <a16:creationId xmlns:a16="http://schemas.microsoft.com/office/drawing/2014/main" id="{F6AE662D-495D-C0ED-A660-2EFDE63DDD71}"/>
              </a:ext>
            </a:extLst>
          </p:cNvPr>
          <p:cNvSpPr txBox="1"/>
          <p:nvPr/>
        </p:nvSpPr>
        <p:spPr>
          <a:xfrm>
            <a:off x="6565698" y="2659910"/>
            <a:ext cx="2578302"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Design</a:t>
            </a:r>
            <a:endParaRPr sz="1600" dirty="0">
              <a:solidFill>
                <a:schemeClr val="dk1"/>
              </a:solidFill>
              <a:latin typeface="Montserrat SemiBold"/>
              <a:ea typeface="Montserrat SemiBold"/>
              <a:cs typeface="Montserrat SemiBold"/>
              <a:sym typeface="Montserrat SemiBold"/>
            </a:endParaRPr>
          </a:p>
        </p:txBody>
      </p:sp>
      <p:sp>
        <p:nvSpPr>
          <p:cNvPr id="453" name="Google Shape;453;p19">
            <a:extLst>
              <a:ext uri="{FF2B5EF4-FFF2-40B4-BE49-F238E27FC236}">
                <a16:creationId xmlns:a16="http://schemas.microsoft.com/office/drawing/2014/main" id="{83998842-AD93-49D1-A88F-D7859FEDA111}"/>
              </a:ext>
            </a:extLst>
          </p:cNvPr>
          <p:cNvSpPr txBox="1"/>
          <p:nvPr/>
        </p:nvSpPr>
        <p:spPr>
          <a:xfrm>
            <a:off x="5785701" y="3973999"/>
            <a:ext cx="3175419"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Implementation</a:t>
            </a:r>
            <a:endParaRPr sz="1600" dirty="0">
              <a:solidFill>
                <a:schemeClr val="dk1"/>
              </a:solidFill>
              <a:latin typeface="Montserrat SemiBold"/>
              <a:ea typeface="Montserrat SemiBold"/>
              <a:cs typeface="Montserrat SemiBold"/>
              <a:sym typeface="Montserrat SemiBold"/>
            </a:endParaRPr>
          </a:p>
        </p:txBody>
      </p:sp>
      <p:sp>
        <p:nvSpPr>
          <p:cNvPr id="454" name="Google Shape;454;p19">
            <a:extLst>
              <a:ext uri="{FF2B5EF4-FFF2-40B4-BE49-F238E27FC236}">
                <a16:creationId xmlns:a16="http://schemas.microsoft.com/office/drawing/2014/main" id="{D785B241-D735-8BA2-6FC0-086ECC055E37}"/>
              </a:ext>
            </a:extLst>
          </p:cNvPr>
          <p:cNvSpPr txBox="1"/>
          <p:nvPr/>
        </p:nvSpPr>
        <p:spPr>
          <a:xfrm>
            <a:off x="3329913" y="1003569"/>
            <a:ext cx="2484175" cy="386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Problem Analysis</a:t>
            </a:r>
            <a:endParaRPr sz="1600" dirty="0">
              <a:solidFill>
                <a:schemeClr val="dk1"/>
              </a:solidFill>
              <a:latin typeface="Montserrat SemiBold"/>
              <a:ea typeface="Montserrat SemiBold"/>
              <a:cs typeface="Montserrat SemiBold"/>
              <a:sym typeface="Montserrat SemiBold"/>
            </a:endParaRPr>
          </a:p>
        </p:txBody>
      </p:sp>
      <p:sp>
        <p:nvSpPr>
          <p:cNvPr id="456" name="Google Shape;456;p19">
            <a:extLst>
              <a:ext uri="{FF2B5EF4-FFF2-40B4-BE49-F238E27FC236}">
                <a16:creationId xmlns:a16="http://schemas.microsoft.com/office/drawing/2014/main" id="{1E8A17C9-FF10-23F3-D5B2-993C2F009DCA}"/>
              </a:ext>
            </a:extLst>
          </p:cNvPr>
          <p:cNvSpPr txBox="1"/>
          <p:nvPr/>
        </p:nvSpPr>
        <p:spPr>
          <a:xfrm>
            <a:off x="567576" y="2634056"/>
            <a:ext cx="1986000" cy="386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Documentation</a:t>
            </a:r>
            <a:endParaRPr sz="1600" dirty="0">
              <a:solidFill>
                <a:schemeClr val="dk1"/>
              </a:solidFill>
              <a:latin typeface="Montserrat SemiBold"/>
              <a:ea typeface="Montserrat SemiBold"/>
              <a:cs typeface="Montserrat SemiBold"/>
              <a:sym typeface="Montserrat SemiBold"/>
            </a:endParaRPr>
          </a:p>
        </p:txBody>
      </p:sp>
      <p:sp>
        <p:nvSpPr>
          <p:cNvPr id="458" name="Google Shape;458;p19">
            <a:extLst>
              <a:ext uri="{FF2B5EF4-FFF2-40B4-BE49-F238E27FC236}">
                <a16:creationId xmlns:a16="http://schemas.microsoft.com/office/drawing/2014/main" id="{924F547A-DB9D-8A51-8CFA-AF2903BD305B}"/>
              </a:ext>
            </a:extLst>
          </p:cNvPr>
          <p:cNvSpPr txBox="1"/>
          <p:nvPr/>
        </p:nvSpPr>
        <p:spPr>
          <a:xfrm>
            <a:off x="-70337" y="3966965"/>
            <a:ext cx="3505959" cy="386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Testing &amp; Debugging</a:t>
            </a:r>
            <a:endParaRPr sz="1600" dirty="0">
              <a:solidFill>
                <a:schemeClr val="dk1"/>
              </a:solidFill>
              <a:latin typeface="Montserrat SemiBold"/>
              <a:ea typeface="Montserrat SemiBold"/>
              <a:cs typeface="Montserrat SemiBold"/>
              <a:sym typeface="Montserrat SemiBold"/>
            </a:endParaRPr>
          </a:p>
        </p:txBody>
      </p:sp>
      <p:cxnSp>
        <p:nvCxnSpPr>
          <p:cNvPr id="464" name="Google Shape;464;p19">
            <a:extLst>
              <a:ext uri="{FF2B5EF4-FFF2-40B4-BE49-F238E27FC236}">
                <a16:creationId xmlns:a16="http://schemas.microsoft.com/office/drawing/2014/main" id="{59DF1909-CE62-F362-08A3-5A206644BF77}"/>
              </a:ext>
            </a:extLst>
          </p:cNvPr>
          <p:cNvCxnSpPr>
            <a:cxnSpLocks/>
            <a:endCxn id="448" idx="4"/>
          </p:cNvCxnSpPr>
          <p:nvPr/>
        </p:nvCxnSpPr>
        <p:spPr>
          <a:xfrm>
            <a:off x="5141049" y="1636539"/>
            <a:ext cx="784697" cy="895497"/>
          </a:xfrm>
          <a:prstGeom prst="straightConnector1">
            <a:avLst/>
          </a:prstGeom>
          <a:noFill/>
          <a:ln w="19050" cap="flat" cmpd="sng">
            <a:solidFill>
              <a:schemeClr val="dk1"/>
            </a:solidFill>
            <a:prstDash val="solid"/>
            <a:round/>
            <a:headEnd type="none" w="med" len="med"/>
            <a:tailEnd type="triangle" w="med" len="med"/>
          </a:ln>
        </p:spPr>
      </p:cxnSp>
      <p:cxnSp>
        <p:nvCxnSpPr>
          <p:cNvPr id="465" name="Google Shape;465;p19">
            <a:extLst>
              <a:ext uri="{FF2B5EF4-FFF2-40B4-BE49-F238E27FC236}">
                <a16:creationId xmlns:a16="http://schemas.microsoft.com/office/drawing/2014/main" id="{4ADD0E2A-26DC-67B3-3C7C-F2BEB8939D71}"/>
              </a:ext>
            </a:extLst>
          </p:cNvPr>
          <p:cNvCxnSpPr>
            <a:stCxn id="448" idx="2"/>
            <a:endCxn id="447" idx="5"/>
          </p:cNvCxnSpPr>
          <p:nvPr/>
        </p:nvCxnSpPr>
        <p:spPr>
          <a:xfrm flipH="1">
            <a:off x="5524345" y="3161136"/>
            <a:ext cx="401400" cy="696900"/>
          </a:xfrm>
          <a:prstGeom prst="straightConnector1">
            <a:avLst/>
          </a:prstGeom>
          <a:noFill/>
          <a:ln w="19050" cap="flat" cmpd="sng">
            <a:solidFill>
              <a:schemeClr val="dk1"/>
            </a:solidFill>
            <a:prstDash val="solid"/>
            <a:round/>
            <a:headEnd type="none" w="med" len="med"/>
            <a:tailEnd type="triangle" w="med" len="med"/>
          </a:ln>
        </p:spPr>
      </p:cxnSp>
      <p:cxnSp>
        <p:nvCxnSpPr>
          <p:cNvPr id="466" name="Google Shape;466;p19">
            <a:extLst>
              <a:ext uri="{FF2B5EF4-FFF2-40B4-BE49-F238E27FC236}">
                <a16:creationId xmlns:a16="http://schemas.microsoft.com/office/drawing/2014/main" id="{99949AF6-DFD1-8017-D8AF-F57C2C1EB600}"/>
              </a:ext>
            </a:extLst>
          </p:cNvPr>
          <p:cNvCxnSpPr>
            <a:stCxn id="447" idx="3"/>
            <a:endCxn id="446" idx="0"/>
          </p:cNvCxnSpPr>
          <p:nvPr/>
        </p:nvCxnSpPr>
        <p:spPr>
          <a:xfrm rot="10800000">
            <a:off x="4169496" y="4172466"/>
            <a:ext cx="804900" cy="0"/>
          </a:xfrm>
          <a:prstGeom prst="straightConnector1">
            <a:avLst/>
          </a:prstGeom>
          <a:noFill/>
          <a:ln w="19050" cap="flat" cmpd="sng">
            <a:solidFill>
              <a:schemeClr val="dk1"/>
            </a:solidFill>
            <a:prstDash val="solid"/>
            <a:round/>
            <a:headEnd type="none" w="med" len="med"/>
            <a:tailEnd type="triangle" w="med" len="med"/>
          </a:ln>
        </p:spPr>
      </p:cxnSp>
      <p:cxnSp>
        <p:nvCxnSpPr>
          <p:cNvPr id="467" name="Google Shape;467;p19">
            <a:extLst>
              <a:ext uri="{FF2B5EF4-FFF2-40B4-BE49-F238E27FC236}">
                <a16:creationId xmlns:a16="http://schemas.microsoft.com/office/drawing/2014/main" id="{49BFAC5E-A85B-4750-B681-764944B43B13}"/>
              </a:ext>
            </a:extLst>
          </p:cNvPr>
          <p:cNvCxnSpPr>
            <a:stCxn id="446" idx="4"/>
            <a:endCxn id="445" idx="1"/>
          </p:cNvCxnSpPr>
          <p:nvPr/>
        </p:nvCxnSpPr>
        <p:spPr>
          <a:xfrm rot="10800000">
            <a:off x="3220112" y="3161016"/>
            <a:ext cx="399600" cy="696900"/>
          </a:xfrm>
          <a:prstGeom prst="straightConnector1">
            <a:avLst/>
          </a:prstGeom>
          <a:noFill/>
          <a:ln w="19050" cap="flat" cmpd="sng">
            <a:solidFill>
              <a:schemeClr val="dk1"/>
            </a:solidFill>
            <a:prstDash val="solid"/>
            <a:round/>
            <a:headEnd type="none" w="med" len="med"/>
            <a:tailEnd type="triangle" w="med" len="med"/>
          </a:ln>
        </p:spPr>
      </p:cxnSp>
      <p:cxnSp>
        <p:nvCxnSpPr>
          <p:cNvPr id="19" name="Straight Connector 18">
            <a:extLst>
              <a:ext uri="{FF2B5EF4-FFF2-40B4-BE49-F238E27FC236}">
                <a16:creationId xmlns:a16="http://schemas.microsoft.com/office/drawing/2014/main" id="{05B83AFF-4729-B8AC-E1DE-181B085CEFAB}"/>
              </a:ext>
            </a:extLst>
          </p:cNvPr>
          <p:cNvCxnSpPr>
            <a:cxnSpLocks/>
            <a:stCxn id="445" idx="5"/>
          </p:cNvCxnSpPr>
          <p:nvPr/>
        </p:nvCxnSpPr>
        <p:spPr>
          <a:xfrm flipV="1">
            <a:off x="3220000" y="1626808"/>
            <a:ext cx="739825" cy="905228"/>
          </a:xfrm>
          <a:prstGeom prst="line">
            <a:avLst/>
          </a:prstGeom>
          <a:ln w="19050"/>
        </p:spPr>
        <p:style>
          <a:lnRef idx="1">
            <a:schemeClr val="dk1"/>
          </a:lnRef>
          <a:fillRef idx="0">
            <a:schemeClr val="dk1"/>
          </a:fillRef>
          <a:effectRef idx="0">
            <a:schemeClr val="dk1"/>
          </a:effectRef>
          <a:fontRef idx="minor">
            <a:schemeClr val="tx1"/>
          </a:fontRef>
        </p:style>
      </p:cxnSp>
      <p:grpSp>
        <p:nvGrpSpPr>
          <p:cNvPr id="25" name="Google Shape;192;p17">
            <a:extLst>
              <a:ext uri="{FF2B5EF4-FFF2-40B4-BE49-F238E27FC236}">
                <a16:creationId xmlns:a16="http://schemas.microsoft.com/office/drawing/2014/main" id="{45B8C699-E1C0-5861-D386-62A1975E91FB}"/>
              </a:ext>
            </a:extLst>
          </p:cNvPr>
          <p:cNvGrpSpPr/>
          <p:nvPr/>
        </p:nvGrpSpPr>
        <p:grpSpPr>
          <a:xfrm>
            <a:off x="7293615" y="300226"/>
            <a:ext cx="455010" cy="454080"/>
            <a:chOff x="3305030" y="2939609"/>
            <a:chExt cx="455010" cy="454080"/>
          </a:xfrm>
        </p:grpSpPr>
        <p:sp>
          <p:nvSpPr>
            <p:cNvPr id="26" name="Google Shape;193;p17">
              <a:extLst>
                <a:ext uri="{FF2B5EF4-FFF2-40B4-BE49-F238E27FC236}">
                  <a16:creationId xmlns:a16="http://schemas.microsoft.com/office/drawing/2014/main" id="{802100E9-47F0-53DD-5356-DA8E96B95E9E}"/>
                </a:ext>
              </a:extLst>
            </p:cNvPr>
            <p:cNvSpPr/>
            <p:nvPr/>
          </p:nvSpPr>
          <p:spPr>
            <a:xfrm>
              <a:off x="3389551" y="2996760"/>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4;p17">
              <a:extLst>
                <a:ext uri="{FF2B5EF4-FFF2-40B4-BE49-F238E27FC236}">
                  <a16:creationId xmlns:a16="http://schemas.microsoft.com/office/drawing/2014/main" id="{C7B668AF-EC93-2767-91EB-D5B3076743C6}"/>
                </a:ext>
              </a:extLst>
            </p:cNvPr>
            <p:cNvSpPr/>
            <p:nvPr/>
          </p:nvSpPr>
          <p:spPr>
            <a:xfrm>
              <a:off x="3447727" y="2996736"/>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5;p17">
              <a:extLst>
                <a:ext uri="{FF2B5EF4-FFF2-40B4-BE49-F238E27FC236}">
                  <a16:creationId xmlns:a16="http://schemas.microsoft.com/office/drawing/2014/main" id="{6AD8432A-9506-AD87-8442-99751A3A2F90}"/>
                </a:ext>
              </a:extLst>
            </p:cNvPr>
            <p:cNvSpPr/>
            <p:nvPr/>
          </p:nvSpPr>
          <p:spPr>
            <a:xfrm>
              <a:off x="3305936" y="3071959"/>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6;p17">
              <a:extLst>
                <a:ext uri="{FF2B5EF4-FFF2-40B4-BE49-F238E27FC236}">
                  <a16:creationId xmlns:a16="http://schemas.microsoft.com/office/drawing/2014/main" id="{643494CD-5F0B-0F81-2606-4DC1E33A3875}"/>
                </a:ext>
              </a:extLst>
            </p:cNvPr>
            <p:cNvSpPr/>
            <p:nvPr/>
          </p:nvSpPr>
          <p:spPr>
            <a:xfrm>
              <a:off x="3306151" y="3071959"/>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7;p17">
              <a:extLst>
                <a:ext uri="{FF2B5EF4-FFF2-40B4-BE49-F238E27FC236}">
                  <a16:creationId xmlns:a16="http://schemas.microsoft.com/office/drawing/2014/main" id="{7EDB6ECD-73C5-32A5-CA1D-F553DF5B458E}"/>
                </a:ext>
              </a:extLst>
            </p:cNvPr>
            <p:cNvSpPr/>
            <p:nvPr/>
          </p:nvSpPr>
          <p:spPr>
            <a:xfrm>
              <a:off x="3465529" y="3140125"/>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8;p17">
              <a:extLst>
                <a:ext uri="{FF2B5EF4-FFF2-40B4-BE49-F238E27FC236}">
                  <a16:creationId xmlns:a16="http://schemas.microsoft.com/office/drawing/2014/main" id="{31349933-7B52-1745-2B66-C3EEBBCB6723}"/>
                </a:ext>
              </a:extLst>
            </p:cNvPr>
            <p:cNvSpPr/>
            <p:nvPr/>
          </p:nvSpPr>
          <p:spPr>
            <a:xfrm>
              <a:off x="3471900" y="3205143"/>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9;p17">
              <a:extLst>
                <a:ext uri="{FF2B5EF4-FFF2-40B4-BE49-F238E27FC236}">
                  <a16:creationId xmlns:a16="http://schemas.microsoft.com/office/drawing/2014/main" id="{FBAA5A37-F653-63B0-934B-BF8140114A6C}"/>
                </a:ext>
              </a:extLst>
            </p:cNvPr>
            <p:cNvSpPr/>
            <p:nvPr/>
          </p:nvSpPr>
          <p:spPr>
            <a:xfrm>
              <a:off x="3498974" y="3042575"/>
              <a:ext cx="183275" cy="19932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0;p17">
              <a:extLst>
                <a:ext uri="{FF2B5EF4-FFF2-40B4-BE49-F238E27FC236}">
                  <a16:creationId xmlns:a16="http://schemas.microsoft.com/office/drawing/2014/main" id="{A709A1EB-BE5A-0812-3A0A-051AA3FE5CEA}"/>
                </a:ext>
              </a:extLst>
            </p:cNvPr>
            <p:cNvSpPr/>
            <p:nvPr/>
          </p:nvSpPr>
          <p:spPr>
            <a:xfrm>
              <a:off x="3512443" y="3020078"/>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01;p17">
              <a:extLst>
                <a:ext uri="{FF2B5EF4-FFF2-40B4-BE49-F238E27FC236}">
                  <a16:creationId xmlns:a16="http://schemas.microsoft.com/office/drawing/2014/main" id="{0D52EE9F-1947-87CF-8A27-4D5D19AC7F15}"/>
                </a:ext>
              </a:extLst>
            </p:cNvPr>
            <p:cNvSpPr/>
            <p:nvPr/>
          </p:nvSpPr>
          <p:spPr>
            <a:xfrm>
              <a:off x="3512443" y="3020078"/>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2;p17">
              <a:extLst>
                <a:ext uri="{FF2B5EF4-FFF2-40B4-BE49-F238E27FC236}">
                  <a16:creationId xmlns:a16="http://schemas.microsoft.com/office/drawing/2014/main" id="{E84F0C56-DBCF-23B6-DC96-92A21567A991}"/>
                </a:ext>
              </a:extLst>
            </p:cNvPr>
            <p:cNvSpPr/>
            <p:nvPr/>
          </p:nvSpPr>
          <p:spPr>
            <a:xfrm>
              <a:off x="3466436" y="3239477"/>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3;p17">
              <a:extLst>
                <a:ext uri="{FF2B5EF4-FFF2-40B4-BE49-F238E27FC236}">
                  <a16:creationId xmlns:a16="http://schemas.microsoft.com/office/drawing/2014/main" id="{C71A23B8-6F9B-0F7A-ACDF-86AEE1FBF501}"/>
                </a:ext>
              </a:extLst>
            </p:cNvPr>
            <p:cNvSpPr/>
            <p:nvPr/>
          </p:nvSpPr>
          <p:spPr>
            <a:xfrm>
              <a:off x="3615505" y="3220760"/>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4;p17">
              <a:extLst>
                <a:ext uri="{FF2B5EF4-FFF2-40B4-BE49-F238E27FC236}">
                  <a16:creationId xmlns:a16="http://schemas.microsoft.com/office/drawing/2014/main" id="{3AD37EBA-CDD7-C5B0-E714-1C6294412B90}"/>
                </a:ext>
              </a:extLst>
            </p:cNvPr>
            <p:cNvSpPr/>
            <p:nvPr/>
          </p:nvSpPr>
          <p:spPr>
            <a:xfrm>
              <a:off x="3537331" y="3243101"/>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5;p17">
              <a:extLst>
                <a:ext uri="{FF2B5EF4-FFF2-40B4-BE49-F238E27FC236}">
                  <a16:creationId xmlns:a16="http://schemas.microsoft.com/office/drawing/2014/main" id="{63B78608-AD5A-D854-62D3-F1E77F623261}"/>
                </a:ext>
              </a:extLst>
            </p:cNvPr>
            <p:cNvSpPr/>
            <p:nvPr/>
          </p:nvSpPr>
          <p:spPr>
            <a:xfrm>
              <a:off x="3546972" y="3091009"/>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6;p17">
              <a:extLst>
                <a:ext uri="{FF2B5EF4-FFF2-40B4-BE49-F238E27FC236}">
                  <a16:creationId xmlns:a16="http://schemas.microsoft.com/office/drawing/2014/main" id="{BAC7F558-53CC-E8A0-62F8-C7A1DF93CEA3}"/>
                </a:ext>
              </a:extLst>
            </p:cNvPr>
            <p:cNvSpPr/>
            <p:nvPr/>
          </p:nvSpPr>
          <p:spPr>
            <a:xfrm>
              <a:off x="3586607" y="3106340"/>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7;p17">
              <a:extLst>
                <a:ext uri="{FF2B5EF4-FFF2-40B4-BE49-F238E27FC236}">
                  <a16:creationId xmlns:a16="http://schemas.microsoft.com/office/drawing/2014/main" id="{3D26391A-C49F-1D3E-7D35-69E85CD83E5E}"/>
                </a:ext>
              </a:extLst>
            </p:cNvPr>
            <p:cNvSpPr/>
            <p:nvPr/>
          </p:nvSpPr>
          <p:spPr>
            <a:xfrm>
              <a:off x="3635501" y="3093251"/>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8;p17">
              <a:extLst>
                <a:ext uri="{FF2B5EF4-FFF2-40B4-BE49-F238E27FC236}">
                  <a16:creationId xmlns:a16="http://schemas.microsoft.com/office/drawing/2014/main" id="{78198B7E-3B10-1236-15AE-894C682D3D7E}"/>
                </a:ext>
              </a:extLst>
            </p:cNvPr>
            <p:cNvSpPr/>
            <p:nvPr/>
          </p:nvSpPr>
          <p:spPr>
            <a:xfrm>
              <a:off x="3305030" y="2939609"/>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09;p17">
              <a:extLst>
                <a:ext uri="{FF2B5EF4-FFF2-40B4-BE49-F238E27FC236}">
                  <a16:creationId xmlns:a16="http://schemas.microsoft.com/office/drawing/2014/main" id="{60C873C5-6B3B-4F8E-9CC3-22465F155851}"/>
                </a:ext>
              </a:extLst>
            </p:cNvPr>
            <p:cNvSpPr/>
            <p:nvPr/>
          </p:nvSpPr>
          <p:spPr>
            <a:xfrm>
              <a:off x="3579687" y="3202068"/>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10;p17">
              <a:extLst>
                <a:ext uri="{FF2B5EF4-FFF2-40B4-BE49-F238E27FC236}">
                  <a16:creationId xmlns:a16="http://schemas.microsoft.com/office/drawing/2014/main" id="{F790C4AB-8EB1-F8EE-5A09-532C9FE05AF8}"/>
                </a:ext>
              </a:extLst>
            </p:cNvPr>
            <p:cNvSpPr/>
            <p:nvPr/>
          </p:nvSpPr>
          <p:spPr>
            <a:xfrm>
              <a:off x="3554250" y="3042585"/>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11;p17">
              <a:extLst>
                <a:ext uri="{FF2B5EF4-FFF2-40B4-BE49-F238E27FC236}">
                  <a16:creationId xmlns:a16="http://schemas.microsoft.com/office/drawing/2014/main" id="{C50B1BA3-BBBC-FEC7-481A-3C120135773C}"/>
                </a:ext>
              </a:extLst>
            </p:cNvPr>
            <p:cNvSpPr/>
            <p:nvPr/>
          </p:nvSpPr>
          <p:spPr>
            <a:xfrm>
              <a:off x="3313024" y="2955608"/>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2;p17">
              <a:extLst>
                <a:ext uri="{FF2B5EF4-FFF2-40B4-BE49-F238E27FC236}">
                  <a16:creationId xmlns:a16="http://schemas.microsoft.com/office/drawing/2014/main" id="{D2FD5627-3DCB-4245-8E94-D01D6B667339}"/>
                </a:ext>
              </a:extLst>
            </p:cNvPr>
            <p:cNvSpPr/>
            <p:nvPr/>
          </p:nvSpPr>
          <p:spPr>
            <a:xfrm>
              <a:off x="3700026" y="3019887"/>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3;p17">
              <a:extLst>
                <a:ext uri="{FF2B5EF4-FFF2-40B4-BE49-F238E27FC236}">
                  <a16:creationId xmlns:a16="http://schemas.microsoft.com/office/drawing/2014/main" id="{C87BB4D4-7ABC-0ADE-83D1-C936F706FE48}"/>
                </a:ext>
              </a:extLst>
            </p:cNvPr>
            <p:cNvSpPr/>
            <p:nvPr/>
          </p:nvSpPr>
          <p:spPr>
            <a:xfrm>
              <a:off x="3728016" y="2967219"/>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4;p17">
              <a:extLst>
                <a:ext uri="{FF2B5EF4-FFF2-40B4-BE49-F238E27FC236}">
                  <a16:creationId xmlns:a16="http://schemas.microsoft.com/office/drawing/2014/main" id="{2B441B11-902A-8279-120E-9D1403ECD5DF}"/>
                </a:ext>
              </a:extLst>
            </p:cNvPr>
            <p:cNvSpPr/>
            <p:nvPr/>
          </p:nvSpPr>
          <p:spPr>
            <a:xfrm>
              <a:off x="3420453" y="2956681"/>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50" name="Picture 2">
            <a:extLst>
              <a:ext uri="{FF2B5EF4-FFF2-40B4-BE49-F238E27FC236}">
                <a16:creationId xmlns:a16="http://schemas.microsoft.com/office/drawing/2014/main" id="{27C6F952-17A0-FDAB-2305-6AE208F0C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5839" y="2070516"/>
            <a:ext cx="1912322" cy="16162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B8F32A84-AF7A-2462-1FF7-9198AD267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445;p19">
            <a:extLst>
              <a:ext uri="{FF2B5EF4-FFF2-40B4-BE49-F238E27FC236}">
                <a16:creationId xmlns:a16="http://schemas.microsoft.com/office/drawing/2014/main" id="{B68C62DB-40CC-3BF0-8F52-64B8C7A09ABF}"/>
              </a:ext>
            </a:extLst>
          </p:cNvPr>
          <p:cNvSpPr/>
          <p:nvPr/>
        </p:nvSpPr>
        <p:spPr>
          <a:xfrm>
            <a:off x="4201235" y="1319891"/>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01</a:t>
            </a:r>
            <a:endParaRPr sz="16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2854763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3B3A9-BA87-7FA9-843D-4EDF7CF928A5}"/>
              </a:ext>
            </a:extLst>
          </p:cNvPr>
          <p:cNvSpPr>
            <a:spLocks noGrp="1"/>
          </p:cNvSpPr>
          <p:nvPr>
            <p:ph type="title"/>
          </p:nvPr>
        </p:nvSpPr>
        <p:spPr>
          <a:xfrm>
            <a:off x="452550" y="962021"/>
            <a:ext cx="8238900" cy="561600"/>
          </a:xfrm>
        </p:spPr>
        <p:txBody>
          <a:bodyPr/>
          <a:lstStyle/>
          <a:p>
            <a:r>
              <a:rPr lang="en-MY" dirty="0"/>
              <a:t>4.0 Methodology</a:t>
            </a:r>
          </a:p>
        </p:txBody>
      </p:sp>
      <p:sp>
        <p:nvSpPr>
          <p:cNvPr id="6" name="TextBox 5">
            <a:extLst>
              <a:ext uri="{FF2B5EF4-FFF2-40B4-BE49-F238E27FC236}">
                <a16:creationId xmlns:a16="http://schemas.microsoft.com/office/drawing/2014/main" id="{B94843E0-E88F-639D-3D26-6F8E63E2C08F}"/>
              </a:ext>
            </a:extLst>
          </p:cNvPr>
          <p:cNvSpPr txBox="1"/>
          <p:nvPr/>
        </p:nvSpPr>
        <p:spPr>
          <a:xfrm>
            <a:off x="1752600" y="1865172"/>
            <a:ext cx="5638800" cy="954107"/>
          </a:xfrm>
          <a:prstGeom prst="rect">
            <a:avLst/>
          </a:prstGeom>
          <a:noFill/>
        </p:spPr>
        <p:txBody>
          <a:bodyPr wrap="square">
            <a:spAutoFit/>
          </a:bodyPr>
          <a:lstStyle/>
          <a:p>
            <a:pPr marL="0" lvl="0" indent="0" algn="ctr" rtl="0">
              <a:spcBef>
                <a:spcPts val="0"/>
              </a:spcBef>
              <a:spcAft>
                <a:spcPts val="0"/>
              </a:spcAft>
              <a:buNone/>
            </a:pPr>
            <a:r>
              <a:rPr lang="en-MY" sz="1400" dirty="0">
                <a:solidFill>
                  <a:schemeClr val="dk1"/>
                </a:solidFill>
                <a:latin typeface="Montserrat SemiBold"/>
                <a:ea typeface="Montserrat SemiBold"/>
                <a:cs typeface="Montserrat SemiBold"/>
                <a:sym typeface="Montserrat SemiBold"/>
              </a:rPr>
              <a:t>Personalized Adaptive </a:t>
            </a:r>
            <a:r>
              <a:rPr lang="en-MY" dirty="0">
                <a:solidFill>
                  <a:schemeClr val="dk1"/>
                </a:solidFill>
                <a:latin typeface="Montserrat SemiBold"/>
                <a:ea typeface="Montserrat SemiBold"/>
                <a:cs typeface="Montserrat SemiBold"/>
                <a:sym typeface="Montserrat SemiBold"/>
              </a:rPr>
              <a:t>Learning System (PALS) adheres to the Programming Development Life Cycle (PDLC) to ensure a systematic and structured approach to creating a robust and efficient system</a:t>
            </a:r>
            <a:endParaRPr lang="en-MY" sz="1400" dirty="0">
              <a:solidFill>
                <a:schemeClr val="dk1"/>
              </a:solidFill>
              <a:latin typeface="Montserrat SemiBold"/>
              <a:ea typeface="Montserrat SemiBold"/>
              <a:cs typeface="Montserrat SemiBold"/>
              <a:sym typeface="Montserrat SemiBold"/>
            </a:endParaRPr>
          </a:p>
        </p:txBody>
      </p:sp>
      <p:pic>
        <p:nvPicPr>
          <p:cNvPr id="7" name="Picture 6">
            <a:extLst>
              <a:ext uri="{FF2B5EF4-FFF2-40B4-BE49-F238E27FC236}">
                <a16:creationId xmlns:a16="http://schemas.microsoft.com/office/drawing/2014/main" id="{5184D5BE-7653-D62B-17A5-6626200E581E}"/>
              </a:ext>
            </a:extLst>
          </p:cNvPr>
          <p:cNvPicPr>
            <a:picLocks noChangeAspect="1"/>
          </p:cNvPicPr>
          <p:nvPr/>
        </p:nvPicPr>
        <p:blipFill>
          <a:blip r:embed="rId2"/>
          <a:stretch>
            <a:fillRect/>
          </a:stretch>
        </p:blipFill>
        <p:spPr>
          <a:xfrm>
            <a:off x="8174923" y="77534"/>
            <a:ext cx="823031" cy="695004"/>
          </a:xfrm>
          <a:prstGeom prst="rect">
            <a:avLst/>
          </a:prstGeom>
        </p:spPr>
      </p:pic>
      <p:pic>
        <p:nvPicPr>
          <p:cNvPr id="8" name="Picture 7">
            <a:extLst>
              <a:ext uri="{FF2B5EF4-FFF2-40B4-BE49-F238E27FC236}">
                <a16:creationId xmlns:a16="http://schemas.microsoft.com/office/drawing/2014/main" id="{CE6C8851-6E03-0E64-E8FA-4E1D160D5D9C}"/>
              </a:ext>
            </a:extLst>
          </p:cNvPr>
          <p:cNvPicPr>
            <a:picLocks noChangeAspect="1"/>
          </p:cNvPicPr>
          <p:nvPr/>
        </p:nvPicPr>
        <p:blipFill>
          <a:blip r:embed="rId3"/>
          <a:stretch>
            <a:fillRect/>
          </a:stretch>
        </p:blipFill>
        <p:spPr>
          <a:xfrm>
            <a:off x="2501924" y="1014201"/>
            <a:ext cx="457240" cy="457240"/>
          </a:xfrm>
          <a:prstGeom prst="rect">
            <a:avLst/>
          </a:prstGeom>
        </p:spPr>
      </p:pic>
      <p:sp>
        <p:nvSpPr>
          <p:cNvPr id="10" name="TextBox 9">
            <a:extLst>
              <a:ext uri="{FF2B5EF4-FFF2-40B4-BE49-F238E27FC236}">
                <a16:creationId xmlns:a16="http://schemas.microsoft.com/office/drawing/2014/main" id="{BB36C307-8E7C-5CF0-1657-6487D1BDBF95}"/>
              </a:ext>
            </a:extLst>
          </p:cNvPr>
          <p:cNvSpPr txBox="1"/>
          <p:nvPr/>
        </p:nvSpPr>
        <p:spPr>
          <a:xfrm>
            <a:off x="1752600" y="3080917"/>
            <a:ext cx="5638800" cy="738664"/>
          </a:xfrm>
          <a:prstGeom prst="rect">
            <a:avLst/>
          </a:prstGeom>
          <a:noFill/>
        </p:spPr>
        <p:txBody>
          <a:bodyPr wrap="square">
            <a:spAutoFit/>
          </a:bodyPr>
          <a:lstStyle/>
          <a:p>
            <a:pPr marL="0" lvl="0" indent="0" algn="ctr" rtl="0">
              <a:spcBef>
                <a:spcPts val="0"/>
              </a:spcBef>
              <a:spcAft>
                <a:spcPts val="0"/>
              </a:spcAft>
              <a:buNone/>
            </a:pPr>
            <a:r>
              <a:rPr lang="en-MY" dirty="0">
                <a:solidFill>
                  <a:schemeClr val="dk1"/>
                </a:solidFill>
                <a:latin typeface="Montserrat SemiBold"/>
                <a:ea typeface="Montserrat SemiBold"/>
                <a:cs typeface="Montserrat SemiBold"/>
                <a:sym typeface="Montserrat SemiBold"/>
              </a:rPr>
              <a:t>The designing of PALS system is only up until the second phase of PDLC that is Algorithm Design and one of the fifth phase that is System Documentation</a:t>
            </a:r>
            <a:endParaRPr lang="en-MY" sz="14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7517832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6765E725-9D48-CB5E-8C7A-59368DFC3476}"/>
            </a:ext>
          </a:extLst>
        </p:cNvPr>
        <p:cNvGrpSpPr/>
        <p:nvPr/>
      </p:nvGrpSpPr>
      <p:grpSpPr>
        <a:xfrm>
          <a:off x="0" y="0"/>
          <a:ext cx="0" cy="0"/>
          <a:chOff x="0" y="0"/>
          <a:chExt cx="0" cy="0"/>
        </a:xfrm>
      </p:grpSpPr>
      <p:sp>
        <p:nvSpPr>
          <p:cNvPr id="2356" name="Google Shape;448;p19">
            <a:extLst>
              <a:ext uri="{FF2B5EF4-FFF2-40B4-BE49-F238E27FC236}">
                <a16:creationId xmlns:a16="http://schemas.microsoft.com/office/drawing/2014/main" id="{9B66CF81-ABA5-313D-6FE7-66F2F8697F43}"/>
              </a:ext>
            </a:extLst>
          </p:cNvPr>
          <p:cNvSpPr/>
          <p:nvPr/>
        </p:nvSpPr>
        <p:spPr>
          <a:xfrm>
            <a:off x="672917" y="1086762"/>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lang="en" sz="1600" dirty="0">
              <a:solidFill>
                <a:schemeClr val="dk1"/>
              </a:solidFill>
              <a:latin typeface="Montserrat SemiBold"/>
              <a:ea typeface="Montserrat SemiBold"/>
              <a:cs typeface="Montserrat SemiBold"/>
              <a:sym typeface="Montserrat SemiBold"/>
            </a:endParaRPr>
          </a:p>
        </p:txBody>
      </p:sp>
      <p:sp>
        <p:nvSpPr>
          <p:cNvPr id="2354" name="Google Shape;2188;p34">
            <a:extLst>
              <a:ext uri="{FF2B5EF4-FFF2-40B4-BE49-F238E27FC236}">
                <a16:creationId xmlns:a16="http://schemas.microsoft.com/office/drawing/2014/main" id="{45483E8B-6FB7-4368-9A70-B1C6EF7CCEDB}"/>
              </a:ext>
            </a:extLst>
          </p:cNvPr>
          <p:cNvSpPr/>
          <p:nvPr/>
        </p:nvSpPr>
        <p:spPr>
          <a:xfrm>
            <a:off x="672918" y="3616740"/>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353" name="Google Shape;2190;p34">
            <a:extLst>
              <a:ext uri="{FF2B5EF4-FFF2-40B4-BE49-F238E27FC236}">
                <a16:creationId xmlns:a16="http://schemas.microsoft.com/office/drawing/2014/main" id="{FEB0E3D3-202D-91D6-387F-FD3FA57F5E34}"/>
              </a:ext>
            </a:extLst>
          </p:cNvPr>
          <p:cNvSpPr>
            <a:spLocks/>
          </p:cNvSpPr>
          <p:nvPr/>
        </p:nvSpPr>
        <p:spPr>
          <a:xfrm>
            <a:off x="672918" y="2854741"/>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86" name="Google Shape;2186;p34">
            <a:extLst>
              <a:ext uri="{FF2B5EF4-FFF2-40B4-BE49-F238E27FC236}">
                <a16:creationId xmlns:a16="http://schemas.microsoft.com/office/drawing/2014/main" id="{15D18788-0634-DEEF-9EE9-FEEFE154FC58}"/>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US" sz="2800" dirty="0"/>
              <a:t>4.0 Methodology</a:t>
            </a:r>
            <a:endParaRPr sz="2800" dirty="0"/>
          </a:p>
        </p:txBody>
      </p:sp>
      <p:sp>
        <p:nvSpPr>
          <p:cNvPr id="2190" name="Google Shape;2190;p34">
            <a:extLst>
              <a:ext uri="{FF2B5EF4-FFF2-40B4-BE49-F238E27FC236}">
                <a16:creationId xmlns:a16="http://schemas.microsoft.com/office/drawing/2014/main" id="{DB99C2F8-BA36-8420-F5CB-C25D5DA71BAC}"/>
              </a:ext>
            </a:extLst>
          </p:cNvPr>
          <p:cNvSpPr>
            <a:spLocks/>
          </p:cNvSpPr>
          <p:nvPr/>
        </p:nvSpPr>
        <p:spPr>
          <a:xfrm>
            <a:off x="672919" y="4364478"/>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8" name="TextBox 7">
            <a:extLst>
              <a:ext uri="{FF2B5EF4-FFF2-40B4-BE49-F238E27FC236}">
                <a16:creationId xmlns:a16="http://schemas.microsoft.com/office/drawing/2014/main" id="{531B6B77-7CDC-6102-4880-BB4F7A689B45}"/>
              </a:ext>
            </a:extLst>
          </p:cNvPr>
          <p:cNvSpPr txBox="1"/>
          <p:nvPr/>
        </p:nvSpPr>
        <p:spPr>
          <a:xfrm>
            <a:off x="1404318" y="1259817"/>
            <a:ext cx="7287131" cy="1015663"/>
          </a:xfrm>
          <a:prstGeom prst="rect">
            <a:avLst/>
          </a:prstGeom>
          <a:noFill/>
        </p:spPr>
        <p:txBody>
          <a:bodyPr wrap="square">
            <a:spAutoFit/>
          </a:bodyPr>
          <a:lstStyle/>
          <a:p>
            <a:pPr rtl="0"/>
            <a:r>
              <a:rPr lang="en-US" sz="1200" dirty="0">
                <a:solidFill>
                  <a:schemeClr val="dk1"/>
                </a:solidFill>
                <a:latin typeface="Montserrat Medium"/>
              </a:rPr>
              <a:t>Problem analysis is </a:t>
            </a:r>
            <a:r>
              <a:rPr lang="en-US" sz="1200" b="1" dirty="0">
                <a:solidFill>
                  <a:schemeClr val="dk1"/>
                </a:solidFill>
                <a:latin typeface="Montserrat Medium"/>
              </a:rPr>
              <a:t>to analyze the problem that high school students in STEM faced</a:t>
            </a:r>
            <a:r>
              <a:rPr lang="en-US" sz="1200" dirty="0">
                <a:solidFill>
                  <a:schemeClr val="dk1"/>
                </a:solidFill>
                <a:latin typeface="Montserrat Medium"/>
              </a:rPr>
              <a:t>, and to come up a solution that works for them to ensure their learning journey goes smoothly.</a:t>
            </a:r>
          </a:p>
          <a:p>
            <a:pPr rtl="0"/>
            <a:r>
              <a:rPr lang="en-US" sz="1200" dirty="0">
                <a:solidFill>
                  <a:schemeClr val="dk1"/>
                </a:solidFill>
                <a:latin typeface="Montserrat Medium"/>
              </a:rPr>
              <a:t>PALS identifies the need for an adaptive learning system that </a:t>
            </a:r>
            <a:r>
              <a:rPr lang="en-US" sz="1200" b="1" dirty="0">
                <a:solidFill>
                  <a:schemeClr val="dk1"/>
                </a:solidFill>
                <a:latin typeface="Montserrat Medium"/>
              </a:rPr>
              <a:t>personalizes study plans </a:t>
            </a:r>
            <a:r>
              <a:rPr lang="en-US" sz="1200" dirty="0">
                <a:solidFill>
                  <a:schemeClr val="dk1"/>
                </a:solidFill>
                <a:latin typeface="Montserrat Medium"/>
              </a:rPr>
              <a:t>and </a:t>
            </a:r>
            <a:r>
              <a:rPr lang="en-US" sz="1200" b="1" dirty="0">
                <a:solidFill>
                  <a:schemeClr val="dk1"/>
                </a:solidFill>
                <a:latin typeface="Montserrat Medium"/>
              </a:rPr>
              <a:t>enhances productivity</a:t>
            </a:r>
            <a:r>
              <a:rPr lang="en-US" sz="1200" dirty="0">
                <a:solidFill>
                  <a:schemeClr val="dk1"/>
                </a:solidFill>
                <a:latin typeface="Montserrat Medium"/>
              </a:rPr>
              <a:t> using suitable techniques according to their learning styles.</a:t>
            </a:r>
            <a:br>
              <a:rPr lang="en-US" sz="1600" dirty="0"/>
            </a:br>
            <a:endParaRPr lang="en-US" sz="1200" dirty="0">
              <a:solidFill>
                <a:schemeClr val="dk1"/>
              </a:solidFill>
              <a:latin typeface="Montserrat Medium"/>
            </a:endParaRPr>
          </a:p>
        </p:txBody>
      </p:sp>
      <p:grpSp>
        <p:nvGrpSpPr>
          <p:cNvPr id="11" name="Google Shape;2391;p35">
            <a:extLst>
              <a:ext uri="{FF2B5EF4-FFF2-40B4-BE49-F238E27FC236}">
                <a16:creationId xmlns:a16="http://schemas.microsoft.com/office/drawing/2014/main" id="{D9073847-29FE-4D94-0E94-35B645D37BC2}"/>
              </a:ext>
            </a:extLst>
          </p:cNvPr>
          <p:cNvGrpSpPr/>
          <p:nvPr/>
        </p:nvGrpSpPr>
        <p:grpSpPr>
          <a:xfrm>
            <a:off x="7658278" y="796636"/>
            <a:ext cx="455010" cy="454080"/>
            <a:chOff x="3363305" y="1063034"/>
            <a:chExt cx="455010" cy="454080"/>
          </a:xfrm>
        </p:grpSpPr>
        <p:sp>
          <p:nvSpPr>
            <p:cNvPr id="12" name="Google Shape;2392;p35">
              <a:extLst>
                <a:ext uri="{FF2B5EF4-FFF2-40B4-BE49-F238E27FC236}">
                  <a16:creationId xmlns:a16="http://schemas.microsoft.com/office/drawing/2014/main" id="{E7A870EB-8317-71F2-434F-78C201AA4A79}"/>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3;p35">
              <a:extLst>
                <a:ext uri="{FF2B5EF4-FFF2-40B4-BE49-F238E27FC236}">
                  <a16:creationId xmlns:a16="http://schemas.microsoft.com/office/drawing/2014/main" id="{2183C580-45AF-146E-AC4E-CA591FFEA005}"/>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4;p35">
              <a:extLst>
                <a:ext uri="{FF2B5EF4-FFF2-40B4-BE49-F238E27FC236}">
                  <a16:creationId xmlns:a16="http://schemas.microsoft.com/office/drawing/2014/main" id="{AB662400-7FA7-F333-04CB-B3F8CF81E70E}"/>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5;p35">
              <a:extLst>
                <a:ext uri="{FF2B5EF4-FFF2-40B4-BE49-F238E27FC236}">
                  <a16:creationId xmlns:a16="http://schemas.microsoft.com/office/drawing/2014/main" id="{D4ED37AE-3EE8-C67F-DFDD-1074F9F1DAB1}"/>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6;p35">
              <a:extLst>
                <a:ext uri="{FF2B5EF4-FFF2-40B4-BE49-F238E27FC236}">
                  <a16:creationId xmlns:a16="http://schemas.microsoft.com/office/drawing/2014/main" id="{F411CA12-CD08-E81D-F5CF-44DBEA7E9FF9}"/>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97;p35">
              <a:extLst>
                <a:ext uri="{FF2B5EF4-FFF2-40B4-BE49-F238E27FC236}">
                  <a16:creationId xmlns:a16="http://schemas.microsoft.com/office/drawing/2014/main" id="{44A2C5E5-A2BE-52FE-607F-9DAB1AB9C93B}"/>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98;p35">
              <a:extLst>
                <a:ext uri="{FF2B5EF4-FFF2-40B4-BE49-F238E27FC236}">
                  <a16:creationId xmlns:a16="http://schemas.microsoft.com/office/drawing/2014/main" id="{BC64873E-E237-5909-D743-70B9804D16AC}"/>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99;p35">
              <a:extLst>
                <a:ext uri="{FF2B5EF4-FFF2-40B4-BE49-F238E27FC236}">
                  <a16:creationId xmlns:a16="http://schemas.microsoft.com/office/drawing/2014/main" id="{D2DFDD23-5638-B5FD-FBE7-049B9FE8A610}"/>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0;p35">
              <a:extLst>
                <a:ext uri="{FF2B5EF4-FFF2-40B4-BE49-F238E27FC236}">
                  <a16:creationId xmlns:a16="http://schemas.microsoft.com/office/drawing/2014/main" id="{AB222FD3-C6F5-F053-862B-6897C0FD34DC}"/>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1;p35">
              <a:extLst>
                <a:ext uri="{FF2B5EF4-FFF2-40B4-BE49-F238E27FC236}">
                  <a16:creationId xmlns:a16="http://schemas.microsoft.com/office/drawing/2014/main" id="{D502B460-FAEC-7486-EF98-6881A264477C}"/>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2;p35">
              <a:extLst>
                <a:ext uri="{FF2B5EF4-FFF2-40B4-BE49-F238E27FC236}">
                  <a16:creationId xmlns:a16="http://schemas.microsoft.com/office/drawing/2014/main" id="{90B9A7DD-2514-4831-24DB-A99C25AF6D4B}"/>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3;p35">
              <a:extLst>
                <a:ext uri="{FF2B5EF4-FFF2-40B4-BE49-F238E27FC236}">
                  <a16:creationId xmlns:a16="http://schemas.microsoft.com/office/drawing/2014/main" id="{742A7302-6C1A-0FD3-0A62-CD6FC515C090}"/>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4;p35">
              <a:extLst>
                <a:ext uri="{FF2B5EF4-FFF2-40B4-BE49-F238E27FC236}">
                  <a16:creationId xmlns:a16="http://schemas.microsoft.com/office/drawing/2014/main" id="{D468EFCC-439E-0ABC-BE5F-EA289B870DA0}"/>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5;p35">
              <a:extLst>
                <a:ext uri="{FF2B5EF4-FFF2-40B4-BE49-F238E27FC236}">
                  <a16:creationId xmlns:a16="http://schemas.microsoft.com/office/drawing/2014/main" id="{DA16EDF8-B545-3B18-C1A1-090F28AA4200}"/>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6;p35">
              <a:extLst>
                <a:ext uri="{FF2B5EF4-FFF2-40B4-BE49-F238E27FC236}">
                  <a16:creationId xmlns:a16="http://schemas.microsoft.com/office/drawing/2014/main" id="{D44EDEA2-A4EB-B508-5B3B-30679DA2933B}"/>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07;p35">
              <a:extLst>
                <a:ext uri="{FF2B5EF4-FFF2-40B4-BE49-F238E27FC236}">
                  <a16:creationId xmlns:a16="http://schemas.microsoft.com/office/drawing/2014/main" id="{45A268B2-6D2A-9357-1A52-9260FAEF5C94}"/>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08;p35">
              <a:extLst>
                <a:ext uri="{FF2B5EF4-FFF2-40B4-BE49-F238E27FC236}">
                  <a16:creationId xmlns:a16="http://schemas.microsoft.com/office/drawing/2014/main" id="{1DF402CD-A4FE-34F3-84C6-D38B6F4BF316}"/>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09;p35">
              <a:extLst>
                <a:ext uri="{FF2B5EF4-FFF2-40B4-BE49-F238E27FC236}">
                  <a16:creationId xmlns:a16="http://schemas.microsoft.com/office/drawing/2014/main" id="{0A0A81D9-983E-E717-A9BC-B4650595888C}"/>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0;p35">
              <a:extLst>
                <a:ext uri="{FF2B5EF4-FFF2-40B4-BE49-F238E27FC236}">
                  <a16:creationId xmlns:a16="http://schemas.microsoft.com/office/drawing/2014/main" id="{476734EC-2607-BB20-FC02-2AA2D9535589}"/>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11;p35">
              <a:extLst>
                <a:ext uri="{FF2B5EF4-FFF2-40B4-BE49-F238E27FC236}">
                  <a16:creationId xmlns:a16="http://schemas.microsoft.com/office/drawing/2014/main" id="{CD0749A9-8C27-D5E4-CD7A-7C9B9C2964BB}"/>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12;p35">
              <a:extLst>
                <a:ext uri="{FF2B5EF4-FFF2-40B4-BE49-F238E27FC236}">
                  <a16:creationId xmlns:a16="http://schemas.microsoft.com/office/drawing/2014/main" id="{5D1C74EC-78FE-5E75-178C-FC661C2A5648}"/>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13;p35">
              <a:extLst>
                <a:ext uri="{FF2B5EF4-FFF2-40B4-BE49-F238E27FC236}">
                  <a16:creationId xmlns:a16="http://schemas.microsoft.com/office/drawing/2014/main" id="{42A35639-15FE-1F32-3135-5D76CE2E9073}"/>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3" name="Google Shape;2188;p34">
            <a:extLst>
              <a:ext uri="{FF2B5EF4-FFF2-40B4-BE49-F238E27FC236}">
                <a16:creationId xmlns:a16="http://schemas.microsoft.com/office/drawing/2014/main" id="{192B909C-7BE9-21E4-BC21-8787E0411E63}"/>
              </a:ext>
            </a:extLst>
          </p:cNvPr>
          <p:cNvSpPr/>
          <p:nvPr/>
        </p:nvSpPr>
        <p:spPr>
          <a:xfrm>
            <a:off x="672919" y="2090912"/>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pic>
        <p:nvPicPr>
          <p:cNvPr id="3" name="Picture 2">
            <a:extLst>
              <a:ext uri="{FF2B5EF4-FFF2-40B4-BE49-F238E27FC236}">
                <a16:creationId xmlns:a16="http://schemas.microsoft.com/office/drawing/2014/main" id="{E7D49EF5-21AF-D98C-0CFC-566389888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oogle Shape;3249;p35">
            <a:extLst>
              <a:ext uri="{FF2B5EF4-FFF2-40B4-BE49-F238E27FC236}">
                <a16:creationId xmlns:a16="http://schemas.microsoft.com/office/drawing/2014/main" id="{E216A7BC-5BDB-F48C-B52D-FD2840676A9A}"/>
              </a:ext>
            </a:extLst>
          </p:cNvPr>
          <p:cNvGrpSpPr/>
          <p:nvPr/>
        </p:nvGrpSpPr>
        <p:grpSpPr>
          <a:xfrm>
            <a:off x="826673" y="1212734"/>
            <a:ext cx="423892" cy="421693"/>
            <a:chOff x="2716201" y="4267204"/>
            <a:chExt cx="454986" cy="452626"/>
          </a:xfrm>
        </p:grpSpPr>
        <p:sp>
          <p:nvSpPr>
            <p:cNvPr id="35" name="Google Shape;3250;p35">
              <a:extLst>
                <a:ext uri="{FF2B5EF4-FFF2-40B4-BE49-F238E27FC236}">
                  <a16:creationId xmlns:a16="http://schemas.microsoft.com/office/drawing/2014/main" id="{7B9830FA-CD87-2F55-8790-7C221877A34E}"/>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1;p35">
              <a:extLst>
                <a:ext uri="{FF2B5EF4-FFF2-40B4-BE49-F238E27FC236}">
                  <a16:creationId xmlns:a16="http://schemas.microsoft.com/office/drawing/2014/main" id="{A2C8F6DE-AE06-2C42-90EE-64EA9C703435}"/>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2;p35">
              <a:extLst>
                <a:ext uri="{FF2B5EF4-FFF2-40B4-BE49-F238E27FC236}">
                  <a16:creationId xmlns:a16="http://schemas.microsoft.com/office/drawing/2014/main" id="{D3DFF90B-3B44-47A4-10B5-EF9C8176DC38}"/>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3;p35">
              <a:extLst>
                <a:ext uri="{FF2B5EF4-FFF2-40B4-BE49-F238E27FC236}">
                  <a16:creationId xmlns:a16="http://schemas.microsoft.com/office/drawing/2014/main" id="{2C71B4D7-9149-7377-D1C8-5EE781553DB5}"/>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4;p35">
              <a:extLst>
                <a:ext uri="{FF2B5EF4-FFF2-40B4-BE49-F238E27FC236}">
                  <a16:creationId xmlns:a16="http://schemas.microsoft.com/office/drawing/2014/main" id="{FD6383F5-254E-0F39-D3D8-16EFFF3E6EB6}"/>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5;p35">
              <a:extLst>
                <a:ext uri="{FF2B5EF4-FFF2-40B4-BE49-F238E27FC236}">
                  <a16:creationId xmlns:a16="http://schemas.microsoft.com/office/drawing/2014/main" id="{CF4FFE8F-716D-8285-F0CE-0EBA13C2D4BB}"/>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6;p35">
              <a:extLst>
                <a:ext uri="{FF2B5EF4-FFF2-40B4-BE49-F238E27FC236}">
                  <a16:creationId xmlns:a16="http://schemas.microsoft.com/office/drawing/2014/main" id="{CAF7341E-6CDB-B8E3-1E4E-1E2BF4E970E3}"/>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57;p35">
              <a:extLst>
                <a:ext uri="{FF2B5EF4-FFF2-40B4-BE49-F238E27FC236}">
                  <a16:creationId xmlns:a16="http://schemas.microsoft.com/office/drawing/2014/main" id="{7E6EB8C5-17D3-68CC-446C-14345E4C89D2}"/>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58;p35">
              <a:extLst>
                <a:ext uri="{FF2B5EF4-FFF2-40B4-BE49-F238E27FC236}">
                  <a16:creationId xmlns:a16="http://schemas.microsoft.com/office/drawing/2014/main" id="{EB3030F5-0BD9-9B28-1F49-66DEF5275166}"/>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59;p35">
              <a:extLst>
                <a:ext uri="{FF2B5EF4-FFF2-40B4-BE49-F238E27FC236}">
                  <a16:creationId xmlns:a16="http://schemas.microsoft.com/office/drawing/2014/main" id="{AF1905E1-5A66-CE29-6CBA-99FCAC9F0495}"/>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0;p35">
              <a:extLst>
                <a:ext uri="{FF2B5EF4-FFF2-40B4-BE49-F238E27FC236}">
                  <a16:creationId xmlns:a16="http://schemas.microsoft.com/office/drawing/2014/main" id="{C7C383FE-3683-7831-6272-6AA522C78AA4}"/>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1;p35">
              <a:extLst>
                <a:ext uri="{FF2B5EF4-FFF2-40B4-BE49-F238E27FC236}">
                  <a16:creationId xmlns:a16="http://schemas.microsoft.com/office/drawing/2014/main" id="{8FBD2F76-31FF-016F-1755-5389EDBD2010}"/>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2;p35">
              <a:extLst>
                <a:ext uri="{FF2B5EF4-FFF2-40B4-BE49-F238E27FC236}">
                  <a16:creationId xmlns:a16="http://schemas.microsoft.com/office/drawing/2014/main" id="{09366FD8-2E09-2378-1E66-EA76E13C1347}"/>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3;p35">
              <a:extLst>
                <a:ext uri="{FF2B5EF4-FFF2-40B4-BE49-F238E27FC236}">
                  <a16:creationId xmlns:a16="http://schemas.microsoft.com/office/drawing/2014/main" id="{19FAE1C3-7260-55CF-9B33-417D4289E441}"/>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4;p35">
              <a:extLst>
                <a:ext uri="{FF2B5EF4-FFF2-40B4-BE49-F238E27FC236}">
                  <a16:creationId xmlns:a16="http://schemas.microsoft.com/office/drawing/2014/main" id="{F83189B3-EF6A-2195-23BE-A306E2C8DEDD}"/>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5;p35">
              <a:extLst>
                <a:ext uri="{FF2B5EF4-FFF2-40B4-BE49-F238E27FC236}">
                  <a16:creationId xmlns:a16="http://schemas.microsoft.com/office/drawing/2014/main" id="{605082CB-FA65-6A74-946E-2AC3CF43D20D}"/>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6;p35">
              <a:extLst>
                <a:ext uri="{FF2B5EF4-FFF2-40B4-BE49-F238E27FC236}">
                  <a16:creationId xmlns:a16="http://schemas.microsoft.com/office/drawing/2014/main" id="{2DE94D25-D305-2D33-5FDC-FEE9C49AF3B3}"/>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67;p35">
              <a:extLst>
                <a:ext uri="{FF2B5EF4-FFF2-40B4-BE49-F238E27FC236}">
                  <a16:creationId xmlns:a16="http://schemas.microsoft.com/office/drawing/2014/main" id="{041EB8F3-E76A-4BEC-3CE8-BA7E128EB5B9}"/>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68;p35">
              <a:extLst>
                <a:ext uri="{FF2B5EF4-FFF2-40B4-BE49-F238E27FC236}">
                  <a16:creationId xmlns:a16="http://schemas.microsoft.com/office/drawing/2014/main" id="{453E2D67-C798-CB65-217F-2B0EB2A80F72}"/>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69;p35">
              <a:extLst>
                <a:ext uri="{FF2B5EF4-FFF2-40B4-BE49-F238E27FC236}">
                  <a16:creationId xmlns:a16="http://schemas.microsoft.com/office/drawing/2014/main" id="{B4B2B7BF-18A6-0097-51F2-6F7384AD17AD}"/>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0;p35">
              <a:extLst>
                <a:ext uri="{FF2B5EF4-FFF2-40B4-BE49-F238E27FC236}">
                  <a16:creationId xmlns:a16="http://schemas.microsoft.com/office/drawing/2014/main" id="{6D1754B9-704F-C5E9-BAAD-03121086ED02}"/>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1;p35">
              <a:extLst>
                <a:ext uri="{FF2B5EF4-FFF2-40B4-BE49-F238E27FC236}">
                  <a16:creationId xmlns:a16="http://schemas.microsoft.com/office/drawing/2014/main" id="{E5AAA5F1-3337-E8EC-69D5-EF7FE7DCA916}"/>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2;p35">
              <a:extLst>
                <a:ext uri="{FF2B5EF4-FFF2-40B4-BE49-F238E27FC236}">
                  <a16:creationId xmlns:a16="http://schemas.microsoft.com/office/drawing/2014/main" id="{2E3C1003-2C98-0E86-7764-44A248EFFD70}"/>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3;p35">
              <a:extLst>
                <a:ext uri="{FF2B5EF4-FFF2-40B4-BE49-F238E27FC236}">
                  <a16:creationId xmlns:a16="http://schemas.microsoft.com/office/drawing/2014/main" id="{995AFEAC-5CD7-4790-84C9-EEBC42B7C4E8}"/>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4;p35">
              <a:extLst>
                <a:ext uri="{FF2B5EF4-FFF2-40B4-BE49-F238E27FC236}">
                  <a16:creationId xmlns:a16="http://schemas.microsoft.com/office/drawing/2014/main" id="{506D99D2-9F40-4E0D-66CA-0DCAFDB20E78}"/>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5;p35">
              <a:extLst>
                <a:ext uri="{FF2B5EF4-FFF2-40B4-BE49-F238E27FC236}">
                  <a16:creationId xmlns:a16="http://schemas.microsoft.com/office/drawing/2014/main" id="{10E76194-83EA-A2FA-D1CC-992C563FD4D1}"/>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6;p35">
              <a:extLst>
                <a:ext uri="{FF2B5EF4-FFF2-40B4-BE49-F238E27FC236}">
                  <a16:creationId xmlns:a16="http://schemas.microsoft.com/office/drawing/2014/main" id="{FE07766D-EA4F-5B33-09B1-DE82B1092E3C}"/>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77;p35">
              <a:extLst>
                <a:ext uri="{FF2B5EF4-FFF2-40B4-BE49-F238E27FC236}">
                  <a16:creationId xmlns:a16="http://schemas.microsoft.com/office/drawing/2014/main" id="{4669C1A7-0DFD-49B9-29C6-57E3F8265859}"/>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78;p35">
              <a:extLst>
                <a:ext uri="{FF2B5EF4-FFF2-40B4-BE49-F238E27FC236}">
                  <a16:creationId xmlns:a16="http://schemas.microsoft.com/office/drawing/2014/main" id="{10EFAD3D-A160-1D62-B766-5A18504A88AF}"/>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79;p35">
              <a:extLst>
                <a:ext uri="{FF2B5EF4-FFF2-40B4-BE49-F238E27FC236}">
                  <a16:creationId xmlns:a16="http://schemas.microsoft.com/office/drawing/2014/main" id="{59248D5E-ACD6-936E-2652-9CADDCD88C79}"/>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0;p35">
              <a:extLst>
                <a:ext uri="{FF2B5EF4-FFF2-40B4-BE49-F238E27FC236}">
                  <a16:creationId xmlns:a16="http://schemas.microsoft.com/office/drawing/2014/main" id="{4A6382FC-8835-7098-CD13-A941C732D0F5}"/>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1;p35">
              <a:extLst>
                <a:ext uri="{FF2B5EF4-FFF2-40B4-BE49-F238E27FC236}">
                  <a16:creationId xmlns:a16="http://schemas.microsoft.com/office/drawing/2014/main" id="{5082E681-09FF-8CE3-90D4-7DBE2EB8BF90}"/>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2;p35">
              <a:extLst>
                <a:ext uri="{FF2B5EF4-FFF2-40B4-BE49-F238E27FC236}">
                  <a16:creationId xmlns:a16="http://schemas.microsoft.com/office/drawing/2014/main" id="{16C8DC41-E720-5486-8A00-84C7EAF5CAD0}"/>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3;p35">
              <a:extLst>
                <a:ext uri="{FF2B5EF4-FFF2-40B4-BE49-F238E27FC236}">
                  <a16:creationId xmlns:a16="http://schemas.microsoft.com/office/drawing/2014/main" id="{3E807361-4178-524A-FF95-E4EE3E040887}"/>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4;p35">
              <a:extLst>
                <a:ext uri="{FF2B5EF4-FFF2-40B4-BE49-F238E27FC236}">
                  <a16:creationId xmlns:a16="http://schemas.microsoft.com/office/drawing/2014/main" id="{03E0EC78-DE5F-DDA5-05B4-4750EEF2B0B8}"/>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5;p35">
              <a:extLst>
                <a:ext uri="{FF2B5EF4-FFF2-40B4-BE49-F238E27FC236}">
                  <a16:creationId xmlns:a16="http://schemas.microsoft.com/office/drawing/2014/main" id="{766A1761-B7B4-AD00-1EF7-45BAEA6F17F2}"/>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6;p35">
              <a:extLst>
                <a:ext uri="{FF2B5EF4-FFF2-40B4-BE49-F238E27FC236}">
                  <a16:creationId xmlns:a16="http://schemas.microsoft.com/office/drawing/2014/main" id="{6520B900-BA9D-EB20-D543-8B58056CBA9B}"/>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87;p35">
              <a:extLst>
                <a:ext uri="{FF2B5EF4-FFF2-40B4-BE49-F238E27FC236}">
                  <a16:creationId xmlns:a16="http://schemas.microsoft.com/office/drawing/2014/main" id="{7D1648BD-B5AF-6007-8767-5D63DB8D83D9}"/>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88;p35">
              <a:extLst>
                <a:ext uri="{FF2B5EF4-FFF2-40B4-BE49-F238E27FC236}">
                  <a16:creationId xmlns:a16="http://schemas.microsoft.com/office/drawing/2014/main" id="{A77FDA53-2F7F-854C-9480-39AC08112D72}"/>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89;p35">
              <a:extLst>
                <a:ext uri="{FF2B5EF4-FFF2-40B4-BE49-F238E27FC236}">
                  <a16:creationId xmlns:a16="http://schemas.microsoft.com/office/drawing/2014/main" id="{F0C32DA6-CFA8-97E9-E7DC-35BEDF732679}"/>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0;p35">
              <a:extLst>
                <a:ext uri="{FF2B5EF4-FFF2-40B4-BE49-F238E27FC236}">
                  <a16:creationId xmlns:a16="http://schemas.microsoft.com/office/drawing/2014/main" id="{2B7EA779-1289-7CFC-D2E3-308722545F6A}"/>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1;p35">
              <a:extLst>
                <a:ext uri="{FF2B5EF4-FFF2-40B4-BE49-F238E27FC236}">
                  <a16:creationId xmlns:a16="http://schemas.microsoft.com/office/drawing/2014/main" id="{B4BFB06F-EC9C-18E8-4B63-1B1A397EC4B0}"/>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2;p35">
              <a:extLst>
                <a:ext uri="{FF2B5EF4-FFF2-40B4-BE49-F238E27FC236}">
                  <a16:creationId xmlns:a16="http://schemas.microsoft.com/office/drawing/2014/main" id="{D96769DF-10F5-A8DA-F373-3777C38500C9}"/>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3;p35">
              <a:extLst>
                <a:ext uri="{FF2B5EF4-FFF2-40B4-BE49-F238E27FC236}">
                  <a16:creationId xmlns:a16="http://schemas.microsoft.com/office/drawing/2014/main" id="{2F83DCA2-C4AE-B648-6B69-AE7D48281538}"/>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4;p35">
              <a:extLst>
                <a:ext uri="{FF2B5EF4-FFF2-40B4-BE49-F238E27FC236}">
                  <a16:creationId xmlns:a16="http://schemas.microsoft.com/office/drawing/2014/main" id="{99FCBB7C-3561-B33B-FD14-41252FE623F7}"/>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5;p35">
              <a:extLst>
                <a:ext uri="{FF2B5EF4-FFF2-40B4-BE49-F238E27FC236}">
                  <a16:creationId xmlns:a16="http://schemas.microsoft.com/office/drawing/2014/main" id="{051B93D9-73C1-B1FD-E8F2-851D76A474B1}"/>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6;p35">
              <a:extLst>
                <a:ext uri="{FF2B5EF4-FFF2-40B4-BE49-F238E27FC236}">
                  <a16:creationId xmlns:a16="http://schemas.microsoft.com/office/drawing/2014/main" id="{B986B3D1-61F1-016D-5A35-C6ED2583AC74}"/>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297;p35">
              <a:extLst>
                <a:ext uri="{FF2B5EF4-FFF2-40B4-BE49-F238E27FC236}">
                  <a16:creationId xmlns:a16="http://schemas.microsoft.com/office/drawing/2014/main" id="{432E4F1F-1A52-6AA7-6EFC-B8DBA2EE2B68}"/>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298;p35">
              <a:extLst>
                <a:ext uri="{FF2B5EF4-FFF2-40B4-BE49-F238E27FC236}">
                  <a16:creationId xmlns:a16="http://schemas.microsoft.com/office/drawing/2014/main" id="{821F7A40-2FA2-66CB-9851-91E51BAD6D27}"/>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299;p35">
              <a:extLst>
                <a:ext uri="{FF2B5EF4-FFF2-40B4-BE49-F238E27FC236}">
                  <a16:creationId xmlns:a16="http://schemas.microsoft.com/office/drawing/2014/main" id="{A06A7F9D-1A7E-94F2-ED5F-D1F460F40410}"/>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0;p35">
              <a:extLst>
                <a:ext uri="{FF2B5EF4-FFF2-40B4-BE49-F238E27FC236}">
                  <a16:creationId xmlns:a16="http://schemas.microsoft.com/office/drawing/2014/main" id="{731D4937-92E6-ABCA-F3BC-5D3B22BC239C}"/>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1;p35">
              <a:extLst>
                <a:ext uri="{FF2B5EF4-FFF2-40B4-BE49-F238E27FC236}">
                  <a16:creationId xmlns:a16="http://schemas.microsoft.com/office/drawing/2014/main" id="{7948B602-C66C-E5A0-25E9-791E10EC894E}"/>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2;p35">
              <a:extLst>
                <a:ext uri="{FF2B5EF4-FFF2-40B4-BE49-F238E27FC236}">
                  <a16:creationId xmlns:a16="http://schemas.microsoft.com/office/drawing/2014/main" id="{91AFCF8C-64D5-D5B3-40EC-D8FAF44CF249}"/>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3;p35">
              <a:extLst>
                <a:ext uri="{FF2B5EF4-FFF2-40B4-BE49-F238E27FC236}">
                  <a16:creationId xmlns:a16="http://schemas.microsoft.com/office/drawing/2014/main" id="{115B5934-B0B9-83E6-FC72-C4A1EEC413D1}"/>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4;p35">
              <a:extLst>
                <a:ext uri="{FF2B5EF4-FFF2-40B4-BE49-F238E27FC236}">
                  <a16:creationId xmlns:a16="http://schemas.microsoft.com/office/drawing/2014/main" id="{0FCB58CD-82B8-D235-D7B6-E1CC2E407D0E}"/>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5;p35">
              <a:extLst>
                <a:ext uri="{FF2B5EF4-FFF2-40B4-BE49-F238E27FC236}">
                  <a16:creationId xmlns:a16="http://schemas.microsoft.com/office/drawing/2014/main" id="{CA380453-4D69-37C1-1D6D-C617279A65FB}"/>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6;p35">
              <a:extLst>
                <a:ext uri="{FF2B5EF4-FFF2-40B4-BE49-F238E27FC236}">
                  <a16:creationId xmlns:a16="http://schemas.microsoft.com/office/drawing/2014/main" id="{D3573AEF-1648-E6F0-D1A0-D192E0947942}"/>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07;p35">
              <a:extLst>
                <a:ext uri="{FF2B5EF4-FFF2-40B4-BE49-F238E27FC236}">
                  <a16:creationId xmlns:a16="http://schemas.microsoft.com/office/drawing/2014/main" id="{1845E57E-5A06-795D-0FED-990C534D65E3}"/>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08;p35">
              <a:extLst>
                <a:ext uri="{FF2B5EF4-FFF2-40B4-BE49-F238E27FC236}">
                  <a16:creationId xmlns:a16="http://schemas.microsoft.com/office/drawing/2014/main" id="{31747E09-0694-13B7-9A4E-4EE9A41D351E}"/>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09;p35">
              <a:extLst>
                <a:ext uri="{FF2B5EF4-FFF2-40B4-BE49-F238E27FC236}">
                  <a16:creationId xmlns:a16="http://schemas.microsoft.com/office/drawing/2014/main" id="{C553905A-850D-412D-107D-D14310B27889}"/>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0;p35">
              <a:extLst>
                <a:ext uri="{FF2B5EF4-FFF2-40B4-BE49-F238E27FC236}">
                  <a16:creationId xmlns:a16="http://schemas.microsoft.com/office/drawing/2014/main" id="{12E149AA-92A1-809A-3905-91610C4E6A49}"/>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1;p35">
              <a:extLst>
                <a:ext uri="{FF2B5EF4-FFF2-40B4-BE49-F238E27FC236}">
                  <a16:creationId xmlns:a16="http://schemas.microsoft.com/office/drawing/2014/main" id="{BBB9827B-4668-56ED-8024-D5E02B63E3B6}"/>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2;p35">
              <a:extLst>
                <a:ext uri="{FF2B5EF4-FFF2-40B4-BE49-F238E27FC236}">
                  <a16:creationId xmlns:a16="http://schemas.microsoft.com/office/drawing/2014/main" id="{6805AA6D-43EA-588E-126B-258BD5C5F36B}"/>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3;p35">
              <a:extLst>
                <a:ext uri="{FF2B5EF4-FFF2-40B4-BE49-F238E27FC236}">
                  <a16:creationId xmlns:a16="http://schemas.microsoft.com/office/drawing/2014/main" id="{97D5623C-8E68-8A8B-7EF3-1F2D7B6FCA3F}"/>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4;p35">
              <a:extLst>
                <a:ext uri="{FF2B5EF4-FFF2-40B4-BE49-F238E27FC236}">
                  <a16:creationId xmlns:a16="http://schemas.microsoft.com/office/drawing/2014/main" id="{9A9E38AB-8C95-033C-90ED-165362297231}"/>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5;p35">
              <a:extLst>
                <a:ext uri="{FF2B5EF4-FFF2-40B4-BE49-F238E27FC236}">
                  <a16:creationId xmlns:a16="http://schemas.microsoft.com/office/drawing/2014/main" id="{E3F0BCC9-9B9E-774D-A0D6-EEDBD9B0233D}"/>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6;p35">
              <a:extLst>
                <a:ext uri="{FF2B5EF4-FFF2-40B4-BE49-F238E27FC236}">
                  <a16:creationId xmlns:a16="http://schemas.microsoft.com/office/drawing/2014/main" id="{C12FD37E-8959-9479-49AC-22FC3AFFAFF5}"/>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17;p35">
              <a:extLst>
                <a:ext uri="{FF2B5EF4-FFF2-40B4-BE49-F238E27FC236}">
                  <a16:creationId xmlns:a16="http://schemas.microsoft.com/office/drawing/2014/main" id="{6F1B1ADF-1106-3352-85A6-415D103F7CE9}"/>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3318;p35">
              <a:extLst>
                <a:ext uri="{FF2B5EF4-FFF2-40B4-BE49-F238E27FC236}">
                  <a16:creationId xmlns:a16="http://schemas.microsoft.com/office/drawing/2014/main" id="{AD71B2C0-99C4-0214-DB1F-1889C0E35A38}"/>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3319;p35">
              <a:extLst>
                <a:ext uri="{FF2B5EF4-FFF2-40B4-BE49-F238E27FC236}">
                  <a16:creationId xmlns:a16="http://schemas.microsoft.com/office/drawing/2014/main" id="{2A9EF18C-5DF1-688F-42C7-46A47926B5B8}"/>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3320;p35">
              <a:extLst>
                <a:ext uri="{FF2B5EF4-FFF2-40B4-BE49-F238E27FC236}">
                  <a16:creationId xmlns:a16="http://schemas.microsoft.com/office/drawing/2014/main" id="{27679AB9-F83B-51A7-FCF7-4F70C5A702F5}"/>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54;p19">
            <a:extLst>
              <a:ext uri="{FF2B5EF4-FFF2-40B4-BE49-F238E27FC236}">
                <a16:creationId xmlns:a16="http://schemas.microsoft.com/office/drawing/2014/main" id="{4FC70681-2A0D-9650-4252-3B7DC9AFAEC3}"/>
              </a:ext>
            </a:extLst>
          </p:cNvPr>
          <p:cNvSpPr txBox="1"/>
          <p:nvPr/>
        </p:nvSpPr>
        <p:spPr>
          <a:xfrm>
            <a:off x="1404319" y="978896"/>
            <a:ext cx="2484175"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Problem Analysis</a:t>
            </a:r>
            <a:endParaRPr sz="1600" dirty="0">
              <a:solidFill>
                <a:schemeClr val="dk1"/>
              </a:solidFill>
              <a:latin typeface="Montserrat SemiBold"/>
              <a:ea typeface="Montserrat SemiBold"/>
              <a:cs typeface="Montserrat SemiBold"/>
              <a:sym typeface="Montserrat SemiBold"/>
            </a:endParaRPr>
          </a:p>
        </p:txBody>
      </p:sp>
      <p:sp>
        <p:nvSpPr>
          <p:cNvPr id="6" name="Google Shape;452;p19">
            <a:extLst>
              <a:ext uri="{FF2B5EF4-FFF2-40B4-BE49-F238E27FC236}">
                <a16:creationId xmlns:a16="http://schemas.microsoft.com/office/drawing/2014/main" id="{939ECD15-B00E-0CCD-D846-C4F283F1746A}"/>
              </a:ext>
            </a:extLst>
          </p:cNvPr>
          <p:cNvSpPr txBox="1"/>
          <p:nvPr/>
        </p:nvSpPr>
        <p:spPr>
          <a:xfrm>
            <a:off x="1404319" y="2204204"/>
            <a:ext cx="2578302"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Design</a:t>
            </a:r>
            <a:endParaRPr sz="1600" dirty="0">
              <a:solidFill>
                <a:schemeClr val="dk1"/>
              </a:solidFill>
              <a:latin typeface="Montserrat SemiBold"/>
              <a:ea typeface="Montserrat SemiBold"/>
              <a:cs typeface="Montserrat SemiBold"/>
              <a:sym typeface="Montserrat SemiBold"/>
            </a:endParaRPr>
          </a:p>
        </p:txBody>
      </p:sp>
      <p:sp>
        <p:nvSpPr>
          <p:cNvPr id="9" name="Google Shape;453;p19">
            <a:extLst>
              <a:ext uri="{FF2B5EF4-FFF2-40B4-BE49-F238E27FC236}">
                <a16:creationId xmlns:a16="http://schemas.microsoft.com/office/drawing/2014/main" id="{39D2562A-85EF-0AF4-AA62-9CCDD454D595}"/>
              </a:ext>
            </a:extLst>
          </p:cNvPr>
          <p:cNvSpPr txBox="1"/>
          <p:nvPr/>
        </p:nvSpPr>
        <p:spPr>
          <a:xfrm>
            <a:off x="1404319" y="2975742"/>
            <a:ext cx="3175419"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Implementation</a:t>
            </a:r>
            <a:endParaRPr sz="1600" dirty="0">
              <a:solidFill>
                <a:schemeClr val="dk1"/>
              </a:solidFill>
              <a:latin typeface="Montserrat SemiBold"/>
              <a:ea typeface="Montserrat SemiBold"/>
              <a:cs typeface="Montserrat SemiBold"/>
              <a:sym typeface="Montserrat SemiBold"/>
            </a:endParaRPr>
          </a:p>
        </p:txBody>
      </p:sp>
      <p:sp>
        <p:nvSpPr>
          <p:cNvPr id="10" name="Google Shape;458;p19">
            <a:extLst>
              <a:ext uri="{FF2B5EF4-FFF2-40B4-BE49-F238E27FC236}">
                <a16:creationId xmlns:a16="http://schemas.microsoft.com/office/drawing/2014/main" id="{6CB68A9C-AB2F-78D7-4D28-FC2A7838F6C9}"/>
              </a:ext>
            </a:extLst>
          </p:cNvPr>
          <p:cNvSpPr txBox="1"/>
          <p:nvPr/>
        </p:nvSpPr>
        <p:spPr>
          <a:xfrm>
            <a:off x="1404319" y="3741399"/>
            <a:ext cx="3505959"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Testing &amp; Debugging</a:t>
            </a:r>
            <a:endParaRPr sz="1600" dirty="0">
              <a:solidFill>
                <a:schemeClr val="dk1"/>
              </a:solidFill>
              <a:latin typeface="Montserrat SemiBold"/>
              <a:ea typeface="Montserrat SemiBold"/>
              <a:cs typeface="Montserrat SemiBold"/>
              <a:sym typeface="Montserrat SemiBold"/>
            </a:endParaRPr>
          </a:p>
        </p:txBody>
      </p:sp>
      <p:sp>
        <p:nvSpPr>
          <p:cNvPr id="2246" name="Google Shape;456;p19">
            <a:extLst>
              <a:ext uri="{FF2B5EF4-FFF2-40B4-BE49-F238E27FC236}">
                <a16:creationId xmlns:a16="http://schemas.microsoft.com/office/drawing/2014/main" id="{D875E08F-C344-B5D1-8F84-AF0767881B7D}"/>
              </a:ext>
            </a:extLst>
          </p:cNvPr>
          <p:cNvSpPr txBox="1"/>
          <p:nvPr/>
        </p:nvSpPr>
        <p:spPr>
          <a:xfrm>
            <a:off x="1404319" y="4498083"/>
            <a:ext cx="3202784"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Documentation</a:t>
            </a:r>
            <a:endParaRPr sz="16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1372580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6AFB9125-809F-B690-B3AB-A4A703A69F7A}"/>
            </a:ext>
          </a:extLst>
        </p:cNvPr>
        <p:cNvGrpSpPr/>
        <p:nvPr/>
      </p:nvGrpSpPr>
      <p:grpSpPr>
        <a:xfrm>
          <a:off x="0" y="0"/>
          <a:ext cx="0" cy="0"/>
          <a:chOff x="0" y="0"/>
          <a:chExt cx="0" cy="0"/>
        </a:xfrm>
      </p:grpSpPr>
      <p:sp>
        <p:nvSpPr>
          <p:cNvPr id="2247" name="Google Shape;2190;p34">
            <a:extLst>
              <a:ext uri="{FF2B5EF4-FFF2-40B4-BE49-F238E27FC236}">
                <a16:creationId xmlns:a16="http://schemas.microsoft.com/office/drawing/2014/main" id="{E13EE52A-EEC0-5D12-B777-16A130913414}"/>
              </a:ext>
            </a:extLst>
          </p:cNvPr>
          <p:cNvSpPr>
            <a:spLocks/>
          </p:cNvSpPr>
          <p:nvPr/>
        </p:nvSpPr>
        <p:spPr>
          <a:xfrm>
            <a:off x="672918" y="2854741"/>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249" name="Google Shape;2188;p34">
            <a:extLst>
              <a:ext uri="{FF2B5EF4-FFF2-40B4-BE49-F238E27FC236}">
                <a16:creationId xmlns:a16="http://schemas.microsoft.com/office/drawing/2014/main" id="{B8200379-C925-E02F-AEB4-0469D518A822}"/>
              </a:ext>
            </a:extLst>
          </p:cNvPr>
          <p:cNvSpPr/>
          <p:nvPr/>
        </p:nvSpPr>
        <p:spPr>
          <a:xfrm>
            <a:off x="672918" y="3616740"/>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248" name="Google Shape;2190;p34">
            <a:extLst>
              <a:ext uri="{FF2B5EF4-FFF2-40B4-BE49-F238E27FC236}">
                <a16:creationId xmlns:a16="http://schemas.microsoft.com/office/drawing/2014/main" id="{7B434E1C-BDF5-FE09-6449-D908A168AA75}"/>
              </a:ext>
            </a:extLst>
          </p:cNvPr>
          <p:cNvSpPr/>
          <p:nvPr/>
        </p:nvSpPr>
        <p:spPr>
          <a:xfrm>
            <a:off x="672919" y="1104173"/>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86" name="Google Shape;2186;p34">
            <a:extLst>
              <a:ext uri="{FF2B5EF4-FFF2-40B4-BE49-F238E27FC236}">
                <a16:creationId xmlns:a16="http://schemas.microsoft.com/office/drawing/2014/main" id="{D5A75249-7FED-1EFA-A2AB-693F4525688D}"/>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US" sz="2800" dirty="0"/>
              <a:t>4.0 Methodology</a:t>
            </a:r>
            <a:endParaRPr sz="2800" dirty="0"/>
          </a:p>
        </p:txBody>
      </p:sp>
      <p:sp>
        <p:nvSpPr>
          <p:cNvPr id="2190" name="Google Shape;2190;p34">
            <a:extLst>
              <a:ext uri="{FF2B5EF4-FFF2-40B4-BE49-F238E27FC236}">
                <a16:creationId xmlns:a16="http://schemas.microsoft.com/office/drawing/2014/main" id="{E9EB455A-5947-C788-9707-58997DC83429}"/>
              </a:ext>
            </a:extLst>
          </p:cNvPr>
          <p:cNvSpPr>
            <a:spLocks/>
          </p:cNvSpPr>
          <p:nvPr/>
        </p:nvSpPr>
        <p:spPr>
          <a:xfrm>
            <a:off x="672919" y="4364478"/>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grpSp>
        <p:nvGrpSpPr>
          <p:cNvPr id="11" name="Google Shape;2391;p35">
            <a:extLst>
              <a:ext uri="{FF2B5EF4-FFF2-40B4-BE49-F238E27FC236}">
                <a16:creationId xmlns:a16="http://schemas.microsoft.com/office/drawing/2014/main" id="{8145B0A1-FCDE-D893-5FA4-E5BCF2C3E921}"/>
              </a:ext>
            </a:extLst>
          </p:cNvPr>
          <p:cNvGrpSpPr/>
          <p:nvPr/>
        </p:nvGrpSpPr>
        <p:grpSpPr>
          <a:xfrm>
            <a:off x="7044667" y="548481"/>
            <a:ext cx="455010" cy="454080"/>
            <a:chOff x="3363305" y="1063034"/>
            <a:chExt cx="455010" cy="454080"/>
          </a:xfrm>
        </p:grpSpPr>
        <p:sp>
          <p:nvSpPr>
            <p:cNvPr id="12" name="Google Shape;2392;p35">
              <a:extLst>
                <a:ext uri="{FF2B5EF4-FFF2-40B4-BE49-F238E27FC236}">
                  <a16:creationId xmlns:a16="http://schemas.microsoft.com/office/drawing/2014/main" id="{35FB4886-D0A7-5DAE-AC54-BF576381B333}"/>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3;p35">
              <a:extLst>
                <a:ext uri="{FF2B5EF4-FFF2-40B4-BE49-F238E27FC236}">
                  <a16:creationId xmlns:a16="http://schemas.microsoft.com/office/drawing/2014/main" id="{D5F97AA0-C7F0-A1C7-CC11-A8DCED7EBB86}"/>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4;p35">
              <a:extLst>
                <a:ext uri="{FF2B5EF4-FFF2-40B4-BE49-F238E27FC236}">
                  <a16:creationId xmlns:a16="http://schemas.microsoft.com/office/drawing/2014/main" id="{8F8B2014-147D-850F-3300-4420961EEE5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5;p35">
              <a:extLst>
                <a:ext uri="{FF2B5EF4-FFF2-40B4-BE49-F238E27FC236}">
                  <a16:creationId xmlns:a16="http://schemas.microsoft.com/office/drawing/2014/main" id="{88B4858D-3A7A-C5D2-ECDB-EAFFB4BB6218}"/>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6;p35">
              <a:extLst>
                <a:ext uri="{FF2B5EF4-FFF2-40B4-BE49-F238E27FC236}">
                  <a16:creationId xmlns:a16="http://schemas.microsoft.com/office/drawing/2014/main" id="{BB0201DD-9445-EC71-3431-0AA68B0A2F94}"/>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97;p35">
              <a:extLst>
                <a:ext uri="{FF2B5EF4-FFF2-40B4-BE49-F238E27FC236}">
                  <a16:creationId xmlns:a16="http://schemas.microsoft.com/office/drawing/2014/main" id="{EAFBF0F9-D098-F9DE-424B-977D8BB8470D}"/>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98;p35">
              <a:extLst>
                <a:ext uri="{FF2B5EF4-FFF2-40B4-BE49-F238E27FC236}">
                  <a16:creationId xmlns:a16="http://schemas.microsoft.com/office/drawing/2014/main" id="{A5BC7DA9-783B-954A-EB2C-8A4FACC8AE3B}"/>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99;p35">
              <a:extLst>
                <a:ext uri="{FF2B5EF4-FFF2-40B4-BE49-F238E27FC236}">
                  <a16:creationId xmlns:a16="http://schemas.microsoft.com/office/drawing/2014/main" id="{081CAFE9-9D20-6AD3-6B42-1F7ECBC003FA}"/>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0;p35">
              <a:extLst>
                <a:ext uri="{FF2B5EF4-FFF2-40B4-BE49-F238E27FC236}">
                  <a16:creationId xmlns:a16="http://schemas.microsoft.com/office/drawing/2014/main" id="{42A363D4-4D0C-580A-57F9-3F635DC50D3C}"/>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1;p35">
              <a:extLst>
                <a:ext uri="{FF2B5EF4-FFF2-40B4-BE49-F238E27FC236}">
                  <a16:creationId xmlns:a16="http://schemas.microsoft.com/office/drawing/2014/main" id="{3167EC0E-DD2C-7AFB-62B0-91279A9A9AEE}"/>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2;p35">
              <a:extLst>
                <a:ext uri="{FF2B5EF4-FFF2-40B4-BE49-F238E27FC236}">
                  <a16:creationId xmlns:a16="http://schemas.microsoft.com/office/drawing/2014/main" id="{239BB5D2-040E-1A5C-C418-BDDBC5E3419A}"/>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3;p35">
              <a:extLst>
                <a:ext uri="{FF2B5EF4-FFF2-40B4-BE49-F238E27FC236}">
                  <a16:creationId xmlns:a16="http://schemas.microsoft.com/office/drawing/2014/main" id="{4FBBD132-4525-5ADC-AC7D-3F9D66E29666}"/>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4;p35">
              <a:extLst>
                <a:ext uri="{FF2B5EF4-FFF2-40B4-BE49-F238E27FC236}">
                  <a16:creationId xmlns:a16="http://schemas.microsoft.com/office/drawing/2014/main" id="{4DC77382-B450-E612-06F4-E64723622883}"/>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5;p35">
              <a:extLst>
                <a:ext uri="{FF2B5EF4-FFF2-40B4-BE49-F238E27FC236}">
                  <a16:creationId xmlns:a16="http://schemas.microsoft.com/office/drawing/2014/main" id="{C4CB9ABD-F541-9A91-243D-43B3998E6DF1}"/>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6;p35">
              <a:extLst>
                <a:ext uri="{FF2B5EF4-FFF2-40B4-BE49-F238E27FC236}">
                  <a16:creationId xmlns:a16="http://schemas.microsoft.com/office/drawing/2014/main" id="{C742D22B-102C-5C84-665A-11EC11CF584A}"/>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07;p35">
              <a:extLst>
                <a:ext uri="{FF2B5EF4-FFF2-40B4-BE49-F238E27FC236}">
                  <a16:creationId xmlns:a16="http://schemas.microsoft.com/office/drawing/2014/main" id="{100DC489-B30D-F671-0B3D-0ACC090A37EE}"/>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08;p35">
              <a:extLst>
                <a:ext uri="{FF2B5EF4-FFF2-40B4-BE49-F238E27FC236}">
                  <a16:creationId xmlns:a16="http://schemas.microsoft.com/office/drawing/2014/main" id="{A1067597-DDB3-7F15-0F64-A5B3DAA3FEEF}"/>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09;p35">
              <a:extLst>
                <a:ext uri="{FF2B5EF4-FFF2-40B4-BE49-F238E27FC236}">
                  <a16:creationId xmlns:a16="http://schemas.microsoft.com/office/drawing/2014/main" id="{41D11DF5-FFEF-70CE-3427-7BCA05A35498}"/>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0;p35">
              <a:extLst>
                <a:ext uri="{FF2B5EF4-FFF2-40B4-BE49-F238E27FC236}">
                  <a16:creationId xmlns:a16="http://schemas.microsoft.com/office/drawing/2014/main" id="{3CC5F073-C2B0-F1EB-6B22-E25ED42F39DB}"/>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11;p35">
              <a:extLst>
                <a:ext uri="{FF2B5EF4-FFF2-40B4-BE49-F238E27FC236}">
                  <a16:creationId xmlns:a16="http://schemas.microsoft.com/office/drawing/2014/main" id="{8362077D-61BA-5E7C-AADC-A9A873A82E95}"/>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12;p35">
              <a:extLst>
                <a:ext uri="{FF2B5EF4-FFF2-40B4-BE49-F238E27FC236}">
                  <a16:creationId xmlns:a16="http://schemas.microsoft.com/office/drawing/2014/main" id="{D5FFD863-C759-6540-4B8D-D70D72356116}"/>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13;p35">
              <a:extLst>
                <a:ext uri="{FF2B5EF4-FFF2-40B4-BE49-F238E27FC236}">
                  <a16:creationId xmlns:a16="http://schemas.microsoft.com/office/drawing/2014/main" id="{AA7820C4-9BC7-9CC7-C25F-5F188BDDE1C2}"/>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3" name="Google Shape;2188;p34">
            <a:extLst>
              <a:ext uri="{FF2B5EF4-FFF2-40B4-BE49-F238E27FC236}">
                <a16:creationId xmlns:a16="http://schemas.microsoft.com/office/drawing/2014/main" id="{A97C41E2-1A5F-1C47-EE5A-5DE98C07DE2A}"/>
              </a:ext>
            </a:extLst>
          </p:cNvPr>
          <p:cNvSpPr/>
          <p:nvPr/>
        </p:nvSpPr>
        <p:spPr>
          <a:xfrm>
            <a:off x="672919" y="1839523"/>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pic>
        <p:nvPicPr>
          <p:cNvPr id="3" name="Picture 2">
            <a:extLst>
              <a:ext uri="{FF2B5EF4-FFF2-40B4-BE49-F238E27FC236}">
                <a16:creationId xmlns:a16="http://schemas.microsoft.com/office/drawing/2014/main" id="{183495F1-A8A0-F04B-7A0A-598BB9DA9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oogle Shape;3249;p35">
            <a:extLst>
              <a:ext uri="{FF2B5EF4-FFF2-40B4-BE49-F238E27FC236}">
                <a16:creationId xmlns:a16="http://schemas.microsoft.com/office/drawing/2014/main" id="{0DAB2CD4-BBFE-5EDC-54E5-8D725D2E5202}"/>
              </a:ext>
            </a:extLst>
          </p:cNvPr>
          <p:cNvGrpSpPr/>
          <p:nvPr/>
        </p:nvGrpSpPr>
        <p:grpSpPr>
          <a:xfrm>
            <a:off x="826673" y="1929124"/>
            <a:ext cx="423892" cy="421693"/>
            <a:chOff x="2716201" y="4267204"/>
            <a:chExt cx="454986" cy="452626"/>
          </a:xfrm>
        </p:grpSpPr>
        <p:sp>
          <p:nvSpPr>
            <p:cNvPr id="35" name="Google Shape;3250;p35">
              <a:extLst>
                <a:ext uri="{FF2B5EF4-FFF2-40B4-BE49-F238E27FC236}">
                  <a16:creationId xmlns:a16="http://schemas.microsoft.com/office/drawing/2014/main" id="{AC9A48B0-A5BD-A4F9-AD20-68396F47EDCE}"/>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1;p35">
              <a:extLst>
                <a:ext uri="{FF2B5EF4-FFF2-40B4-BE49-F238E27FC236}">
                  <a16:creationId xmlns:a16="http://schemas.microsoft.com/office/drawing/2014/main" id="{72A844EB-4229-F038-2E59-E80B96592048}"/>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2;p35">
              <a:extLst>
                <a:ext uri="{FF2B5EF4-FFF2-40B4-BE49-F238E27FC236}">
                  <a16:creationId xmlns:a16="http://schemas.microsoft.com/office/drawing/2014/main" id="{BA0F71E5-EAA3-F06C-B6BE-17542DFF70E4}"/>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3;p35">
              <a:extLst>
                <a:ext uri="{FF2B5EF4-FFF2-40B4-BE49-F238E27FC236}">
                  <a16:creationId xmlns:a16="http://schemas.microsoft.com/office/drawing/2014/main" id="{155C26E5-4FBE-9745-65E2-E2B5E0DA4E38}"/>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4;p35">
              <a:extLst>
                <a:ext uri="{FF2B5EF4-FFF2-40B4-BE49-F238E27FC236}">
                  <a16:creationId xmlns:a16="http://schemas.microsoft.com/office/drawing/2014/main" id="{64921765-7F14-C62A-5B30-8E409AB6615F}"/>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5;p35">
              <a:extLst>
                <a:ext uri="{FF2B5EF4-FFF2-40B4-BE49-F238E27FC236}">
                  <a16:creationId xmlns:a16="http://schemas.microsoft.com/office/drawing/2014/main" id="{27E3641E-6386-025A-A115-EBF524EA0789}"/>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6;p35">
              <a:extLst>
                <a:ext uri="{FF2B5EF4-FFF2-40B4-BE49-F238E27FC236}">
                  <a16:creationId xmlns:a16="http://schemas.microsoft.com/office/drawing/2014/main" id="{7E242D7B-0316-1FA4-6A96-C0C458D5A923}"/>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57;p35">
              <a:extLst>
                <a:ext uri="{FF2B5EF4-FFF2-40B4-BE49-F238E27FC236}">
                  <a16:creationId xmlns:a16="http://schemas.microsoft.com/office/drawing/2014/main" id="{F35A74F9-8106-AC63-B058-817626074028}"/>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58;p35">
              <a:extLst>
                <a:ext uri="{FF2B5EF4-FFF2-40B4-BE49-F238E27FC236}">
                  <a16:creationId xmlns:a16="http://schemas.microsoft.com/office/drawing/2014/main" id="{B66E9B53-A31A-69BF-0D66-47B74BB13F93}"/>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59;p35">
              <a:extLst>
                <a:ext uri="{FF2B5EF4-FFF2-40B4-BE49-F238E27FC236}">
                  <a16:creationId xmlns:a16="http://schemas.microsoft.com/office/drawing/2014/main" id="{64C13293-0095-EEDD-266D-1FEA377C1C31}"/>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0;p35">
              <a:extLst>
                <a:ext uri="{FF2B5EF4-FFF2-40B4-BE49-F238E27FC236}">
                  <a16:creationId xmlns:a16="http://schemas.microsoft.com/office/drawing/2014/main" id="{C9E2B033-49CA-09C9-8298-B5F70DB681EE}"/>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1;p35">
              <a:extLst>
                <a:ext uri="{FF2B5EF4-FFF2-40B4-BE49-F238E27FC236}">
                  <a16:creationId xmlns:a16="http://schemas.microsoft.com/office/drawing/2014/main" id="{43031B1F-3E7B-53FC-13EE-CB20454697C1}"/>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2;p35">
              <a:extLst>
                <a:ext uri="{FF2B5EF4-FFF2-40B4-BE49-F238E27FC236}">
                  <a16:creationId xmlns:a16="http://schemas.microsoft.com/office/drawing/2014/main" id="{7E0091F0-E28E-BEC9-C233-23F4780C9CB5}"/>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3;p35">
              <a:extLst>
                <a:ext uri="{FF2B5EF4-FFF2-40B4-BE49-F238E27FC236}">
                  <a16:creationId xmlns:a16="http://schemas.microsoft.com/office/drawing/2014/main" id="{3EB5EF23-6317-8EF1-CAAC-C3CA161764E6}"/>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4;p35">
              <a:extLst>
                <a:ext uri="{FF2B5EF4-FFF2-40B4-BE49-F238E27FC236}">
                  <a16:creationId xmlns:a16="http://schemas.microsoft.com/office/drawing/2014/main" id="{3734B4A8-EE45-0271-9602-9B1CDF4079C8}"/>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5;p35">
              <a:extLst>
                <a:ext uri="{FF2B5EF4-FFF2-40B4-BE49-F238E27FC236}">
                  <a16:creationId xmlns:a16="http://schemas.microsoft.com/office/drawing/2014/main" id="{D7B046C5-77A7-F28C-DDFF-F7911CB81D0D}"/>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6;p35">
              <a:extLst>
                <a:ext uri="{FF2B5EF4-FFF2-40B4-BE49-F238E27FC236}">
                  <a16:creationId xmlns:a16="http://schemas.microsoft.com/office/drawing/2014/main" id="{13013063-24A4-FBBA-18ED-8582E764425D}"/>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67;p35">
              <a:extLst>
                <a:ext uri="{FF2B5EF4-FFF2-40B4-BE49-F238E27FC236}">
                  <a16:creationId xmlns:a16="http://schemas.microsoft.com/office/drawing/2014/main" id="{5007D0F5-BF7D-E0CF-D031-BD4FE3A47AC9}"/>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68;p35">
              <a:extLst>
                <a:ext uri="{FF2B5EF4-FFF2-40B4-BE49-F238E27FC236}">
                  <a16:creationId xmlns:a16="http://schemas.microsoft.com/office/drawing/2014/main" id="{7D62A272-873E-456A-CA4C-E45FA1F932CC}"/>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69;p35">
              <a:extLst>
                <a:ext uri="{FF2B5EF4-FFF2-40B4-BE49-F238E27FC236}">
                  <a16:creationId xmlns:a16="http://schemas.microsoft.com/office/drawing/2014/main" id="{61EEF42C-1884-8CDE-26ED-5540DB77CDAC}"/>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0;p35">
              <a:extLst>
                <a:ext uri="{FF2B5EF4-FFF2-40B4-BE49-F238E27FC236}">
                  <a16:creationId xmlns:a16="http://schemas.microsoft.com/office/drawing/2014/main" id="{87199EA2-7C29-913E-9DCB-5361E3275AB5}"/>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1;p35">
              <a:extLst>
                <a:ext uri="{FF2B5EF4-FFF2-40B4-BE49-F238E27FC236}">
                  <a16:creationId xmlns:a16="http://schemas.microsoft.com/office/drawing/2014/main" id="{24BE58D4-88B6-C60A-527A-03887347D7BB}"/>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2;p35">
              <a:extLst>
                <a:ext uri="{FF2B5EF4-FFF2-40B4-BE49-F238E27FC236}">
                  <a16:creationId xmlns:a16="http://schemas.microsoft.com/office/drawing/2014/main" id="{CACE4195-DE63-1591-C354-B9A9AC801150}"/>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3;p35">
              <a:extLst>
                <a:ext uri="{FF2B5EF4-FFF2-40B4-BE49-F238E27FC236}">
                  <a16:creationId xmlns:a16="http://schemas.microsoft.com/office/drawing/2014/main" id="{B5C06FB2-D4D5-E8A4-5376-FA981A79230F}"/>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4;p35">
              <a:extLst>
                <a:ext uri="{FF2B5EF4-FFF2-40B4-BE49-F238E27FC236}">
                  <a16:creationId xmlns:a16="http://schemas.microsoft.com/office/drawing/2014/main" id="{339C7BB3-950C-96FF-BD0B-5992A14BDEC5}"/>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5;p35">
              <a:extLst>
                <a:ext uri="{FF2B5EF4-FFF2-40B4-BE49-F238E27FC236}">
                  <a16:creationId xmlns:a16="http://schemas.microsoft.com/office/drawing/2014/main" id="{B979CC56-40B8-1B20-8B20-EA106DD90070}"/>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6;p35">
              <a:extLst>
                <a:ext uri="{FF2B5EF4-FFF2-40B4-BE49-F238E27FC236}">
                  <a16:creationId xmlns:a16="http://schemas.microsoft.com/office/drawing/2014/main" id="{9B82BF03-4EC4-4FB1-D64A-EA75FC6C6C97}"/>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77;p35">
              <a:extLst>
                <a:ext uri="{FF2B5EF4-FFF2-40B4-BE49-F238E27FC236}">
                  <a16:creationId xmlns:a16="http://schemas.microsoft.com/office/drawing/2014/main" id="{96BCE257-120D-A015-6450-AE9B32A9F04D}"/>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78;p35">
              <a:extLst>
                <a:ext uri="{FF2B5EF4-FFF2-40B4-BE49-F238E27FC236}">
                  <a16:creationId xmlns:a16="http://schemas.microsoft.com/office/drawing/2014/main" id="{9026664F-0161-CABF-E5C7-CA3E61A9136F}"/>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79;p35">
              <a:extLst>
                <a:ext uri="{FF2B5EF4-FFF2-40B4-BE49-F238E27FC236}">
                  <a16:creationId xmlns:a16="http://schemas.microsoft.com/office/drawing/2014/main" id="{A2264A1C-CED1-D2B7-BF3E-798AC291438A}"/>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0;p35">
              <a:extLst>
                <a:ext uri="{FF2B5EF4-FFF2-40B4-BE49-F238E27FC236}">
                  <a16:creationId xmlns:a16="http://schemas.microsoft.com/office/drawing/2014/main" id="{E86C4763-1DF1-CC71-BBCB-4E7976C9D0AD}"/>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1;p35">
              <a:extLst>
                <a:ext uri="{FF2B5EF4-FFF2-40B4-BE49-F238E27FC236}">
                  <a16:creationId xmlns:a16="http://schemas.microsoft.com/office/drawing/2014/main" id="{8FA890A1-FF1F-1997-60B1-218495EAADC0}"/>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2;p35">
              <a:extLst>
                <a:ext uri="{FF2B5EF4-FFF2-40B4-BE49-F238E27FC236}">
                  <a16:creationId xmlns:a16="http://schemas.microsoft.com/office/drawing/2014/main" id="{AEBB7569-07F7-F457-9DB2-D2AC4C8619DB}"/>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3;p35">
              <a:extLst>
                <a:ext uri="{FF2B5EF4-FFF2-40B4-BE49-F238E27FC236}">
                  <a16:creationId xmlns:a16="http://schemas.microsoft.com/office/drawing/2014/main" id="{E571B4E6-092E-E9B0-702A-603A781087D7}"/>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4;p35">
              <a:extLst>
                <a:ext uri="{FF2B5EF4-FFF2-40B4-BE49-F238E27FC236}">
                  <a16:creationId xmlns:a16="http://schemas.microsoft.com/office/drawing/2014/main" id="{CED028AD-D979-57C0-BB14-BE1EC52DE6FF}"/>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5;p35">
              <a:extLst>
                <a:ext uri="{FF2B5EF4-FFF2-40B4-BE49-F238E27FC236}">
                  <a16:creationId xmlns:a16="http://schemas.microsoft.com/office/drawing/2014/main" id="{11EF4677-4491-2181-776A-71BD05E3161D}"/>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6;p35">
              <a:extLst>
                <a:ext uri="{FF2B5EF4-FFF2-40B4-BE49-F238E27FC236}">
                  <a16:creationId xmlns:a16="http://schemas.microsoft.com/office/drawing/2014/main" id="{76B5C447-9A62-C310-D9F9-31D007F11550}"/>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87;p35">
              <a:extLst>
                <a:ext uri="{FF2B5EF4-FFF2-40B4-BE49-F238E27FC236}">
                  <a16:creationId xmlns:a16="http://schemas.microsoft.com/office/drawing/2014/main" id="{FA59F387-4C70-6416-E181-FDEB7A619D22}"/>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88;p35">
              <a:extLst>
                <a:ext uri="{FF2B5EF4-FFF2-40B4-BE49-F238E27FC236}">
                  <a16:creationId xmlns:a16="http://schemas.microsoft.com/office/drawing/2014/main" id="{3EEF22AE-BA1F-7235-DE9E-EE864367D343}"/>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89;p35">
              <a:extLst>
                <a:ext uri="{FF2B5EF4-FFF2-40B4-BE49-F238E27FC236}">
                  <a16:creationId xmlns:a16="http://schemas.microsoft.com/office/drawing/2014/main" id="{BAD8D536-FA5A-1A19-71B4-80361AC3D353}"/>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0;p35">
              <a:extLst>
                <a:ext uri="{FF2B5EF4-FFF2-40B4-BE49-F238E27FC236}">
                  <a16:creationId xmlns:a16="http://schemas.microsoft.com/office/drawing/2014/main" id="{0ACB5DE8-1ACE-243A-2514-2CF21658893B}"/>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1;p35">
              <a:extLst>
                <a:ext uri="{FF2B5EF4-FFF2-40B4-BE49-F238E27FC236}">
                  <a16:creationId xmlns:a16="http://schemas.microsoft.com/office/drawing/2014/main" id="{5C207296-EE3F-E690-3CF2-0CB5DC52959D}"/>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2;p35">
              <a:extLst>
                <a:ext uri="{FF2B5EF4-FFF2-40B4-BE49-F238E27FC236}">
                  <a16:creationId xmlns:a16="http://schemas.microsoft.com/office/drawing/2014/main" id="{4948A277-9F9D-2CD3-A601-A94096FE7F06}"/>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3;p35">
              <a:extLst>
                <a:ext uri="{FF2B5EF4-FFF2-40B4-BE49-F238E27FC236}">
                  <a16:creationId xmlns:a16="http://schemas.microsoft.com/office/drawing/2014/main" id="{F6AF8ED8-A56F-87DF-8B82-D8E50B87F88D}"/>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4;p35">
              <a:extLst>
                <a:ext uri="{FF2B5EF4-FFF2-40B4-BE49-F238E27FC236}">
                  <a16:creationId xmlns:a16="http://schemas.microsoft.com/office/drawing/2014/main" id="{629BE8A8-6E07-9B6C-C849-8205AD893DED}"/>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5;p35">
              <a:extLst>
                <a:ext uri="{FF2B5EF4-FFF2-40B4-BE49-F238E27FC236}">
                  <a16:creationId xmlns:a16="http://schemas.microsoft.com/office/drawing/2014/main" id="{A48BEF8F-9659-7BC3-4CEC-2135B101C452}"/>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6;p35">
              <a:extLst>
                <a:ext uri="{FF2B5EF4-FFF2-40B4-BE49-F238E27FC236}">
                  <a16:creationId xmlns:a16="http://schemas.microsoft.com/office/drawing/2014/main" id="{C76B05ED-CC6E-E645-7B71-B61B0DCA3787}"/>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297;p35">
              <a:extLst>
                <a:ext uri="{FF2B5EF4-FFF2-40B4-BE49-F238E27FC236}">
                  <a16:creationId xmlns:a16="http://schemas.microsoft.com/office/drawing/2014/main" id="{FD73D40A-E86E-B93A-927B-A6D25F92B134}"/>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298;p35">
              <a:extLst>
                <a:ext uri="{FF2B5EF4-FFF2-40B4-BE49-F238E27FC236}">
                  <a16:creationId xmlns:a16="http://schemas.microsoft.com/office/drawing/2014/main" id="{364B6BD6-F7D9-533D-1381-D168AA314BD1}"/>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299;p35">
              <a:extLst>
                <a:ext uri="{FF2B5EF4-FFF2-40B4-BE49-F238E27FC236}">
                  <a16:creationId xmlns:a16="http://schemas.microsoft.com/office/drawing/2014/main" id="{A08C1915-3EFA-52BA-A4CA-F7C42D13C143}"/>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0;p35">
              <a:extLst>
                <a:ext uri="{FF2B5EF4-FFF2-40B4-BE49-F238E27FC236}">
                  <a16:creationId xmlns:a16="http://schemas.microsoft.com/office/drawing/2014/main" id="{BDB5406C-7FB8-D890-7E9F-306578128ECF}"/>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1;p35">
              <a:extLst>
                <a:ext uri="{FF2B5EF4-FFF2-40B4-BE49-F238E27FC236}">
                  <a16:creationId xmlns:a16="http://schemas.microsoft.com/office/drawing/2014/main" id="{8BAFB0D1-2C4C-A988-9EF2-895BF9A1C5DE}"/>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2;p35">
              <a:extLst>
                <a:ext uri="{FF2B5EF4-FFF2-40B4-BE49-F238E27FC236}">
                  <a16:creationId xmlns:a16="http://schemas.microsoft.com/office/drawing/2014/main" id="{3A6FA9FB-01AA-81D8-6487-01F55343E00C}"/>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3;p35">
              <a:extLst>
                <a:ext uri="{FF2B5EF4-FFF2-40B4-BE49-F238E27FC236}">
                  <a16:creationId xmlns:a16="http://schemas.microsoft.com/office/drawing/2014/main" id="{D5E08884-E105-D937-112E-D492E526947E}"/>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4;p35">
              <a:extLst>
                <a:ext uri="{FF2B5EF4-FFF2-40B4-BE49-F238E27FC236}">
                  <a16:creationId xmlns:a16="http://schemas.microsoft.com/office/drawing/2014/main" id="{39C5D6AD-6845-119E-D79F-2B4440911BD8}"/>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5;p35">
              <a:extLst>
                <a:ext uri="{FF2B5EF4-FFF2-40B4-BE49-F238E27FC236}">
                  <a16:creationId xmlns:a16="http://schemas.microsoft.com/office/drawing/2014/main" id="{BB92B3A8-D8C0-A754-6160-90418F62E01B}"/>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6;p35">
              <a:extLst>
                <a:ext uri="{FF2B5EF4-FFF2-40B4-BE49-F238E27FC236}">
                  <a16:creationId xmlns:a16="http://schemas.microsoft.com/office/drawing/2014/main" id="{6206F814-908D-527A-A459-72C2BA129126}"/>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07;p35">
              <a:extLst>
                <a:ext uri="{FF2B5EF4-FFF2-40B4-BE49-F238E27FC236}">
                  <a16:creationId xmlns:a16="http://schemas.microsoft.com/office/drawing/2014/main" id="{880E89D3-CF31-E15A-2F4C-6ED2FFD86B80}"/>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08;p35">
              <a:extLst>
                <a:ext uri="{FF2B5EF4-FFF2-40B4-BE49-F238E27FC236}">
                  <a16:creationId xmlns:a16="http://schemas.microsoft.com/office/drawing/2014/main" id="{159AF05C-5F6D-ABA0-1F91-5A3D218FD487}"/>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09;p35">
              <a:extLst>
                <a:ext uri="{FF2B5EF4-FFF2-40B4-BE49-F238E27FC236}">
                  <a16:creationId xmlns:a16="http://schemas.microsoft.com/office/drawing/2014/main" id="{44CB04A8-5D49-0DA6-6955-C3A4C3CCBEEA}"/>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0;p35">
              <a:extLst>
                <a:ext uri="{FF2B5EF4-FFF2-40B4-BE49-F238E27FC236}">
                  <a16:creationId xmlns:a16="http://schemas.microsoft.com/office/drawing/2014/main" id="{060F2479-21CA-E501-08C7-AFE4E39840D7}"/>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1;p35">
              <a:extLst>
                <a:ext uri="{FF2B5EF4-FFF2-40B4-BE49-F238E27FC236}">
                  <a16:creationId xmlns:a16="http://schemas.microsoft.com/office/drawing/2014/main" id="{D4A4CF85-F0DA-D4E5-E5BB-2054E0419175}"/>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2;p35">
              <a:extLst>
                <a:ext uri="{FF2B5EF4-FFF2-40B4-BE49-F238E27FC236}">
                  <a16:creationId xmlns:a16="http://schemas.microsoft.com/office/drawing/2014/main" id="{06BC858A-FF25-B0B2-D666-3CFF3BAAD723}"/>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3;p35">
              <a:extLst>
                <a:ext uri="{FF2B5EF4-FFF2-40B4-BE49-F238E27FC236}">
                  <a16:creationId xmlns:a16="http://schemas.microsoft.com/office/drawing/2014/main" id="{5F35ACA9-EF90-E8E7-7CF8-8A0CECE8AC75}"/>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4;p35">
              <a:extLst>
                <a:ext uri="{FF2B5EF4-FFF2-40B4-BE49-F238E27FC236}">
                  <a16:creationId xmlns:a16="http://schemas.microsoft.com/office/drawing/2014/main" id="{6575CC03-6D9E-EAAE-C3BD-D450AFEF5573}"/>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5;p35">
              <a:extLst>
                <a:ext uri="{FF2B5EF4-FFF2-40B4-BE49-F238E27FC236}">
                  <a16:creationId xmlns:a16="http://schemas.microsoft.com/office/drawing/2014/main" id="{5785B42A-5C99-52AE-B1F7-510E912DF9FC}"/>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6;p35">
              <a:extLst>
                <a:ext uri="{FF2B5EF4-FFF2-40B4-BE49-F238E27FC236}">
                  <a16:creationId xmlns:a16="http://schemas.microsoft.com/office/drawing/2014/main" id="{DEC51168-8BCD-49F2-0EA5-29BF58F2FC11}"/>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17;p35">
              <a:extLst>
                <a:ext uri="{FF2B5EF4-FFF2-40B4-BE49-F238E27FC236}">
                  <a16:creationId xmlns:a16="http://schemas.microsoft.com/office/drawing/2014/main" id="{8CB3D830-CBA8-6944-9289-68D134769AFA}"/>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3318;p35">
              <a:extLst>
                <a:ext uri="{FF2B5EF4-FFF2-40B4-BE49-F238E27FC236}">
                  <a16:creationId xmlns:a16="http://schemas.microsoft.com/office/drawing/2014/main" id="{A471CF31-0D8F-D5F3-B5BA-2E74149B0711}"/>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3319;p35">
              <a:extLst>
                <a:ext uri="{FF2B5EF4-FFF2-40B4-BE49-F238E27FC236}">
                  <a16:creationId xmlns:a16="http://schemas.microsoft.com/office/drawing/2014/main" id="{07A13AA0-4D93-B51E-8944-6D1C598031D2}"/>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3320;p35">
              <a:extLst>
                <a:ext uri="{FF2B5EF4-FFF2-40B4-BE49-F238E27FC236}">
                  <a16:creationId xmlns:a16="http://schemas.microsoft.com/office/drawing/2014/main" id="{96DF56B3-25E7-3457-497C-14F0F8F4070C}"/>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54;p19">
            <a:extLst>
              <a:ext uri="{FF2B5EF4-FFF2-40B4-BE49-F238E27FC236}">
                <a16:creationId xmlns:a16="http://schemas.microsoft.com/office/drawing/2014/main" id="{36F15A95-0B4D-8598-1CA5-6996BE2E5345}"/>
              </a:ext>
            </a:extLst>
          </p:cNvPr>
          <p:cNvSpPr txBox="1"/>
          <p:nvPr/>
        </p:nvSpPr>
        <p:spPr>
          <a:xfrm>
            <a:off x="1404319" y="1228805"/>
            <a:ext cx="2484175"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Problem Analysis</a:t>
            </a:r>
            <a:endParaRPr sz="1600" dirty="0">
              <a:solidFill>
                <a:schemeClr val="dk1"/>
              </a:solidFill>
              <a:latin typeface="Montserrat SemiBold"/>
              <a:ea typeface="Montserrat SemiBold"/>
              <a:cs typeface="Montserrat SemiBold"/>
              <a:sym typeface="Montserrat SemiBold"/>
            </a:endParaRPr>
          </a:p>
        </p:txBody>
      </p:sp>
      <p:sp>
        <p:nvSpPr>
          <p:cNvPr id="6" name="Google Shape;452;p19">
            <a:extLst>
              <a:ext uri="{FF2B5EF4-FFF2-40B4-BE49-F238E27FC236}">
                <a16:creationId xmlns:a16="http://schemas.microsoft.com/office/drawing/2014/main" id="{54B75DE7-F70C-87D6-1DC8-34099C411C82}"/>
              </a:ext>
            </a:extLst>
          </p:cNvPr>
          <p:cNvSpPr txBox="1"/>
          <p:nvPr/>
        </p:nvSpPr>
        <p:spPr>
          <a:xfrm>
            <a:off x="1404319" y="1735924"/>
            <a:ext cx="2578302"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Design</a:t>
            </a:r>
            <a:endParaRPr sz="1600" dirty="0">
              <a:solidFill>
                <a:schemeClr val="dk1"/>
              </a:solidFill>
              <a:latin typeface="Montserrat SemiBold"/>
              <a:ea typeface="Montserrat SemiBold"/>
              <a:cs typeface="Montserrat SemiBold"/>
              <a:sym typeface="Montserrat SemiBold"/>
            </a:endParaRPr>
          </a:p>
        </p:txBody>
      </p:sp>
      <p:sp>
        <p:nvSpPr>
          <p:cNvPr id="9" name="Google Shape;453;p19">
            <a:extLst>
              <a:ext uri="{FF2B5EF4-FFF2-40B4-BE49-F238E27FC236}">
                <a16:creationId xmlns:a16="http://schemas.microsoft.com/office/drawing/2014/main" id="{62F0096B-97C3-7D61-F29E-1F80D8381200}"/>
              </a:ext>
            </a:extLst>
          </p:cNvPr>
          <p:cNvSpPr txBox="1"/>
          <p:nvPr/>
        </p:nvSpPr>
        <p:spPr>
          <a:xfrm>
            <a:off x="1404319" y="2975742"/>
            <a:ext cx="3175419"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Implementation</a:t>
            </a:r>
            <a:endParaRPr sz="1600" dirty="0">
              <a:solidFill>
                <a:schemeClr val="dk1"/>
              </a:solidFill>
              <a:latin typeface="Montserrat SemiBold"/>
              <a:ea typeface="Montserrat SemiBold"/>
              <a:cs typeface="Montserrat SemiBold"/>
              <a:sym typeface="Montserrat SemiBold"/>
            </a:endParaRPr>
          </a:p>
        </p:txBody>
      </p:sp>
      <p:sp>
        <p:nvSpPr>
          <p:cNvPr id="10" name="Google Shape;458;p19">
            <a:extLst>
              <a:ext uri="{FF2B5EF4-FFF2-40B4-BE49-F238E27FC236}">
                <a16:creationId xmlns:a16="http://schemas.microsoft.com/office/drawing/2014/main" id="{FC5A2DC0-1540-D5ED-A687-14317EC1E062}"/>
              </a:ext>
            </a:extLst>
          </p:cNvPr>
          <p:cNvSpPr txBox="1"/>
          <p:nvPr/>
        </p:nvSpPr>
        <p:spPr>
          <a:xfrm>
            <a:off x="1404319" y="3741399"/>
            <a:ext cx="3505959"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Testing &amp; Debugging</a:t>
            </a:r>
            <a:endParaRPr sz="1600" dirty="0">
              <a:solidFill>
                <a:schemeClr val="dk1"/>
              </a:solidFill>
              <a:latin typeface="Montserrat SemiBold"/>
              <a:ea typeface="Montserrat SemiBold"/>
              <a:cs typeface="Montserrat SemiBold"/>
              <a:sym typeface="Montserrat SemiBold"/>
            </a:endParaRPr>
          </a:p>
        </p:txBody>
      </p:sp>
      <p:sp>
        <p:nvSpPr>
          <p:cNvPr id="2246" name="Google Shape;456;p19">
            <a:extLst>
              <a:ext uri="{FF2B5EF4-FFF2-40B4-BE49-F238E27FC236}">
                <a16:creationId xmlns:a16="http://schemas.microsoft.com/office/drawing/2014/main" id="{FE1628D4-C5C8-8DDE-58A3-FE80473A3D61}"/>
              </a:ext>
            </a:extLst>
          </p:cNvPr>
          <p:cNvSpPr txBox="1"/>
          <p:nvPr/>
        </p:nvSpPr>
        <p:spPr>
          <a:xfrm>
            <a:off x="1404319" y="4498083"/>
            <a:ext cx="3202784"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Documentation</a:t>
            </a:r>
            <a:endParaRPr sz="1600" dirty="0">
              <a:solidFill>
                <a:schemeClr val="dk1"/>
              </a:solidFill>
              <a:latin typeface="Montserrat SemiBold"/>
              <a:ea typeface="Montserrat SemiBold"/>
              <a:cs typeface="Montserrat SemiBold"/>
              <a:sym typeface="Montserrat SemiBold"/>
            </a:endParaRPr>
          </a:p>
        </p:txBody>
      </p:sp>
      <p:sp>
        <p:nvSpPr>
          <p:cNvPr id="2244" name="TextBox 2243">
            <a:extLst>
              <a:ext uri="{FF2B5EF4-FFF2-40B4-BE49-F238E27FC236}">
                <a16:creationId xmlns:a16="http://schemas.microsoft.com/office/drawing/2014/main" id="{99948BF1-0797-9A55-83B1-8F26D8C16E58}"/>
              </a:ext>
            </a:extLst>
          </p:cNvPr>
          <p:cNvSpPr txBox="1"/>
          <p:nvPr/>
        </p:nvSpPr>
        <p:spPr>
          <a:xfrm>
            <a:off x="1404319" y="2028018"/>
            <a:ext cx="7511081" cy="646331"/>
          </a:xfrm>
          <a:prstGeom prst="rect">
            <a:avLst/>
          </a:prstGeom>
          <a:noFill/>
        </p:spPr>
        <p:txBody>
          <a:bodyPr wrap="square">
            <a:spAutoFit/>
          </a:bodyPr>
          <a:lstStyle/>
          <a:p>
            <a:pPr rtl="0"/>
            <a:r>
              <a:rPr lang="en-US" sz="1200" dirty="0">
                <a:solidFill>
                  <a:schemeClr val="dk1"/>
                </a:solidFill>
                <a:latin typeface="Montserrat Medium"/>
              </a:rPr>
              <a:t>To visualize the problem where we focused on planning and creating the </a:t>
            </a:r>
            <a:r>
              <a:rPr lang="en-US" sz="1200" b="1" dirty="0">
                <a:solidFill>
                  <a:schemeClr val="dk1"/>
                </a:solidFill>
                <a:latin typeface="Montserrat Medium"/>
              </a:rPr>
              <a:t>module</a:t>
            </a:r>
            <a:r>
              <a:rPr lang="en-US" sz="1200" dirty="0">
                <a:solidFill>
                  <a:schemeClr val="dk1"/>
                </a:solidFill>
                <a:latin typeface="Montserrat Medium"/>
              </a:rPr>
              <a:t> or structure of a solution to the problem. </a:t>
            </a:r>
            <a:r>
              <a:rPr lang="en-US" sz="1200" b="1" dirty="0">
                <a:solidFill>
                  <a:schemeClr val="dk1"/>
                </a:solidFill>
                <a:latin typeface="Montserrat Medium"/>
              </a:rPr>
              <a:t>The main goal</a:t>
            </a:r>
            <a:r>
              <a:rPr lang="en-US" sz="1200" dirty="0">
                <a:solidFill>
                  <a:schemeClr val="dk1"/>
                </a:solidFill>
                <a:latin typeface="Montserrat Medium"/>
              </a:rPr>
              <a:t> is to break down the problem into sets of modules and efficiently solve it step by step. </a:t>
            </a:r>
          </a:p>
        </p:txBody>
      </p:sp>
      <p:grpSp>
        <p:nvGrpSpPr>
          <p:cNvPr id="2" name="Google Shape;2315;p35">
            <a:extLst>
              <a:ext uri="{FF2B5EF4-FFF2-40B4-BE49-F238E27FC236}">
                <a16:creationId xmlns:a16="http://schemas.microsoft.com/office/drawing/2014/main" id="{9C538FF0-A512-5E81-12B0-B115DF46DFC0}"/>
              </a:ext>
            </a:extLst>
          </p:cNvPr>
          <p:cNvGrpSpPr/>
          <p:nvPr/>
        </p:nvGrpSpPr>
        <p:grpSpPr>
          <a:xfrm>
            <a:off x="8387846" y="4459361"/>
            <a:ext cx="450094" cy="454080"/>
            <a:chOff x="2070530" y="1063034"/>
            <a:chExt cx="450094" cy="454080"/>
          </a:xfrm>
        </p:grpSpPr>
        <p:sp>
          <p:nvSpPr>
            <p:cNvPr id="4" name="Google Shape;2316;p35">
              <a:extLst>
                <a:ext uri="{FF2B5EF4-FFF2-40B4-BE49-F238E27FC236}">
                  <a16:creationId xmlns:a16="http://schemas.microsoft.com/office/drawing/2014/main" id="{B4C292AC-0150-67C0-7243-86D9BA1F3997}"/>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7;p35">
              <a:extLst>
                <a:ext uri="{FF2B5EF4-FFF2-40B4-BE49-F238E27FC236}">
                  <a16:creationId xmlns:a16="http://schemas.microsoft.com/office/drawing/2014/main" id="{EBE98966-F8D4-6529-FD29-1CCB3756E66D}"/>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8;p35">
              <a:extLst>
                <a:ext uri="{FF2B5EF4-FFF2-40B4-BE49-F238E27FC236}">
                  <a16:creationId xmlns:a16="http://schemas.microsoft.com/office/drawing/2014/main" id="{C061FE3B-6BAE-4F3E-8EA1-CF5D00975C4D}"/>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319;p35">
              <a:extLst>
                <a:ext uri="{FF2B5EF4-FFF2-40B4-BE49-F238E27FC236}">
                  <a16:creationId xmlns:a16="http://schemas.microsoft.com/office/drawing/2014/main" id="{C002290E-5CAA-627C-6B05-2FF9A95B7B31}"/>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320;p35">
              <a:extLst>
                <a:ext uri="{FF2B5EF4-FFF2-40B4-BE49-F238E27FC236}">
                  <a16:creationId xmlns:a16="http://schemas.microsoft.com/office/drawing/2014/main" id="{30FDB48F-943B-8BE2-1D24-1B984274AA18}"/>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321;p35">
              <a:extLst>
                <a:ext uri="{FF2B5EF4-FFF2-40B4-BE49-F238E27FC236}">
                  <a16:creationId xmlns:a16="http://schemas.microsoft.com/office/drawing/2014/main" id="{B5EDC7B7-CB4D-DB47-32E4-965E2CECD9B3}"/>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322;p35">
              <a:extLst>
                <a:ext uri="{FF2B5EF4-FFF2-40B4-BE49-F238E27FC236}">
                  <a16:creationId xmlns:a16="http://schemas.microsoft.com/office/drawing/2014/main" id="{9D3CB9B4-5F0A-CCC7-D615-6F01546C5DE9}"/>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323;p35">
              <a:extLst>
                <a:ext uri="{FF2B5EF4-FFF2-40B4-BE49-F238E27FC236}">
                  <a16:creationId xmlns:a16="http://schemas.microsoft.com/office/drawing/2014/main" id="{8351F0D5-B72F-A595-C718-A5BE68CF2A3C}"/>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324;p35">
              <a:extLst>
                <a:ext uri="{FF2B5EF4-FFF2-40B4-BE49-F238E27FC236}">
                  <a16:creationId xmlns:a16="http://schemas.microsoft.com/office/drawing/2014/main" id="{C3CFC13E-DFB9-0347-3253-ED05EF5B19F0}"/>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325;p35">
              <a:extLst>
                <a:ext uri="{FF2B5EF4-FFF2-40B4-BE49-F238E27FC236}">
                  <a16:creationId xmlns:a16="http://schemas.microsoft.com/office/drawing/2014/main" id="{27409C15-3F37-FBAA-17A2-114A1F824DD4}"/>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326;p35">
              <a:extLst>
                <a:ext uri="{FF2B5EF4-FFF2-40B4-BE49-F238E27FC236}">
                  <a16:creationId xmlns:a16="http://schemas.microsoft.com/office/drawing/2014/main" id="{17511BC4-6412-D962-D1FD-6181B678FC33}"/>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327;p35">
              <a:extLst>
                <a:ext uri="{FF2B5EF4-FFF2-40B4-BE49-F238E27FC236}">
                  <a16:creationId xmlns:a16="http://schemas.microsoft.com/office/drawing/2014/main" id="{704E21D4-46D9-68E2-104E-0E32190FA819}"/>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328;p35">
              <a:extLst>
                <a:ext uri="{FF2B5EF4-FFF2-40B4-BE49-F238E27FC236}">
                  <a16:creationId xmlns:a16="http://schemas.microsoft.com/office/drawing/2014/main" id="{6D5E94AA-DABB-C696-FBD9-27A8D5547A20}"/>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329;p35">
              <a:extLst>
                <a:ext uri="{FF2B5EF4-FFF2-40B4-BE49-F238E27FC236}">
                  <a16:creationId xmlns:a16="http://schemas.microsoft.com/office/drawing/2014/main" id="{A9947AFD-01C9-7E20-A87C-91FB2B887334}"/>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330;p35">
              <a:extLst>
                <a:ext uri="{FF2B5EF4-FFF2-40B4-BE49-F238E27FC236}">
                  <a16:creationId xmlns:a16="http://schemas.microsoft.com/office/drawing/2014/main" id="{DDAFD5BD-ACBC-6725-86EA-E8DF28A85A87}"/>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331;p35">
              <a:extLst>
                <a:ext uri="{FF2B5EF4-FFF2-40B4-BE49-F238E27FC236}">
                  <a16:creationId xmlns:a16="http://schemas.microsoft.com/office/drawing/2014/main" id="{0E46CF48-003B-5B72-2A12-6B4A68284230}"/>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332;p35">
              <a:extLst>
                <a:ext uri="{FF2B5EF4-FFF2-40B4-BE49-F238E27FC236}">
                  <a16:creationId xmlns:a16="http://schemas.microsoft.com/office/drawing/2014/main" id="{73DCD979-085C-FF98-030F-D0960D82C9AA}"/>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333;p35">
              <a:extLst>
                <a:ext uri="{FF2B5EF4-FFF2-40B4-BE49-F238E27FC236}">
                  <a16:creationId xmlns:a16="http://schemas.microsoft.com/office/drawing/2014/main" id="{A3118B04-01F7-5BE5-0563-4C6DD940D387}"/>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334;p35">
              <a:extLst>
                <a:ext uri="{FF2B5EF4-FFF2-40B4-BE49-F238E27FC236}">
                  <a16:creationId xmlns:a16="http://schemas.microsoft.com/office/drawing/2014/main" id="{24E0FE6D-AAF2-6582-EEBF-A878610B9262}"/>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335;p35">
              <a:extLst>
                <a:ext uri="{FF2B5EF4-FFF2-40B4-BE49-F238E27FC236}">
                  <a16:creationId xmlns:a16="http://schemas.microsoft.com/office/drawing/2014/main" id="{A08D3102-93B1-4194-BE4D-2288B43CD453}"/>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336;p35">
              <a:extLst>
                <a:ext uri="{FF2B5EF4-FFF2-40B4-BE49-F238E27FC236}">
                  <a16:creationId xmlns:a16="http://schemas.microsoft.com/office/drawing/2014/main" id="{9982423C-751F-0D42-B24E-39DD24296F29}"/>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337;p35">
              <a:extLst>
                <a:ext uri="{FF2B5EF4-FFF2-40B4-BE49-F238E27FC236}">
                  <a16:creationId xmlns:a16="http://schemas.microsoft.com/office/drawing/2014/main" id="{F2168400-B6B8-FC1B-B58B-A286ECFEE224}"/>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338;p35">
              <a:extLst>
                <a:ext uri="{FF2B5EF4-FFF2-40B4-BE49-F238E27FC236}">
                  <a16:creationId xmlns:a16="http://schemas.microsoft.com/office/drawing/2014/main" id="{6B79C694-CF86-9BEC-5E3C-180633B3E4DB}"/>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339;p35">
              <a:extLst>
                <a:ext uri="{FF2B5EF4-FFF2-40B4-BE49-F238E27FC236}">
                  <a16:creationId xmlns:a16="http://schemas.microsoft.com/office/drawing/2014/main" id="{216CAC7D-03F1-3CB0-E4A6-23CE0097DD4F}"/>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340;p35">
              <a:extLst>
                <a:ext uri="{FF2B5EF4-FFF2-40B4-BE49-F238E27FC236}">
                  <a16:creationId xmlns:a16="http://schemas.microsoft.com/office/drawing/2014/main" id="{996AFE43-3C8B-9F27-F013-3ADAC9D81AA1}"/>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341;p35">
              <a:extLst>
                <a:ext uri="{FF2B5EF4-FFF2-40B4-BE49-F238E27FC236}">
                  <a16:creationId xmlns:a16="http://schemas.microsoft.com/office/drawing/2014/main" id="{7E4C4C9C-3413-89A4-3F2C-69D3F35D2D74}"/>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342;p35">
              <a:extLst>
                <a:ext uri="{FF2B5EF4-FFF2-40B4-BE49-F238E27FC236}">
                  <a16:creationId xmlns:a16="http://schemas.microsoft.com/office/drawing/2014/main" id="{2E6876BE-CB56-E5F4-63CD-A363B35CFCC1}"/>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343;p35">
              <a:extLst>
                <a:ext uri="{FF2B5EF4-FFF2-40B4-BE49-F238E27FC236}">
                  <a16:creationId xmlns:a16="http://schemas.microsoft.com/office/drawing/2014/main" id="{1F7DD59B-AE7F-F9C1-D964-C8B8DE939087}"/>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344;p35">
              <a:extLst>
                <a:ext uri="{FF2B5EF4-FFF2-40B4-BE49-F238E27FC236}">
                  <a16:creationId xmlns:a16="http://schemas.microsoft.com/office/drawing/2014/main" id="{F966C6B4-6105-AA4D-21A5-C0B041F88673}"/>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345;p35">
              <a:extLst>
                <a:ext uri="{FF2B5EF4-FFF2-40B4-BE49-F238E27FC236}">
                  <a16:creationId xmlns:a16="http://schemas.microsoft.com/office/drawing/2014/main" id="{90186674-4FEA-4CF7-5E08-316C849B3BAE}"/>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346;p35">
              <a:extLst>
                <a:ext uri="{FF2B5EF4-FFF2-40B4-BE49-F238E27FC236}">
                  <a16:creationId xmlns:a16="http://schemas.microsoft.com/office/drawing/2014/main" id="{E74FA5FA-439F-B77F-FAAD-988C46FAB7BC}"/>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347;p35">
              <a:extLst>
                <a:ext uri="{FF2B5EF4-FFF2-40B4-BE49-F238E27FC236}">
                  <a16:creationId xmlns:a16="http://schemas.microsoft.com/office/drawing/2014/main" id="{10E1215A-54FB-84B7-BD78-0626B2CE8CB7}"/>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348;p35">
              <a:extLst>
                <a:ext uri="{FF2B5EF4-FFF2-40B4-BE49-F238E27FC236}">
                  <a16:creationId xmlns:a16="http://schemas.microsoft.com/office/drawing/2014/main" id="{0E7732C6-587E-7FCC-70F6-D5E125CFFD67}"/>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349;p35">
              <a:extLst>
                <a:ext uri="{FF2B5EF4-FFF2-40B4-BE49-F238E27FC236}">
                  <a16:creationId xmlns:a16="http://schemas.microsoft.com/office/drawing/2014/main" id="{B54B589C-928D-8D26-3C3C-B90EFA3FFD81}"/>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350;p35">
              <a:extLst>
                <a:ext uri="{FF2B5EF4-FFF2-40B4-BE49-F238E27FC236}">
                  <a16:creationId xmlns:a16="http://schemas.microsoft.com/office/drawing/2014/main" id="{77290DAA-AA26-D807-4D64-181E0A43D37C}"/>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351;p35">
              <a:extLst>
                <a:ext uri="{FF2B5EF4-FFF2-40B4-BE49-F238E27FC236}">
                  <a16:creationId xmlns:a16="http://schemas.microsoft.com/office/drawing/2014/main" id="{19928987-EE5B-5670-EB62-C1899A858DBB}"/>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352;p35">
              <a:extLst>
                <a:ext uri="{FF2B5EF4-FFF2-40B4-BE49-F238E27FC236}">
                  <a16:creationId xmlns:a16="http://schemas.microsoft.com/office/drawing/2014/main" id="{A6AE0D2F-A6C2-B69C-A038-185E8F8B6706}"/>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353;p35">
              <a:extLst>
                <a:ext uri="{FF2B5EF4-FFF2-40B4-BE49-F238E27FC236}">
                  <a16:creationId xmlns:a16="http://schemas.microsoft.com/office/drawing/2014/main" id="{BAB46F09-1512-D6B3-90D3-FA6FDB54E648}"/>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354;p35">
              <a:extLst>
                <a:ext uri="{FF2B5EF4-FFF2-40B4-BE49-F238E27FC236}">
                  <a16:creationId xmlns:a16="http://schemas.microsoft.com/office/drawing/2014/main" id="{825DE5BB-FF40-D114-953F-F780E2A0BA11}"/>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355;p35">
              <a:extLst>
                <a:ext uri="{FF2B5EF4-FFF2-40B4-BE49-F238E27FC236}">
                  <a16:creationId xmlns:a16="http://schemas.microsoft.com/office/drawing/2014/main" id="{D538CFA6-7575-E2A2-B21D-30E4F1AB1493}"/>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356;p35">
              <a:extLst>
                <a:ext uri="{FF2B5EF4-FFF2-40B4-BE49-F238E27FC236}">
                  <a16:creationId xmlns:a16="http://schemas.microsoft.com/office/drawing/2014/main" id="{8BC31CA8-E37D-0233-6B8D-7DF2FD1BDA43}"/>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357;p35">
              <a:extLst>
                <a:ext uri="{FF2B5EF4-FFF2-40B4-BE49-F238E27FC236}">
                  <a16:creationId xmlns:a16="http://schemas.microsoft.com/office/drawing/2014/main" id="{51A3FD40-9ECE-18C9-B990-B93850F6A53D}"/>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358;p35">
              <a:extLst>
                <a:ext uri="{FF2B5EF4-FFF2-40B4-BE49-F238E27FC236}">
                  <a16:creationId xmlns:a16="http://schemas.microsoft.com/office/drawing/2014/main" id="{DF64CECD-E1D7-60D9-ACEE-3817730EEC25}"/>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359;p35">
              <a:extLst>
                <a:ext uri="{FF2B5EF4-FFF2-40B4-BE49-F238E27FC236}">
                  <a16:creationId xmlns:a16="http://schemas.microsoft.com/office/drawing/2014/main" id="{BAD601B4-7E14-09A1-20C4-AEF9F3A483D9}"/>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360;p35">
              <a:extLst>
                <a:ext uri="{FF2B5EF4-FFF2-40B4-BE49-F238E27FC236}">
                  <a16:creationId xmlns:a16="http://schemas.microsoft.com/office/drawing/2014/main" id="{01E6407D-A07E-EBC9-8AA8-CDF505FC21A5}"/>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361;p35">
              <a:extLst>
                <a:ext uri="{FF2B5EF4-FFF2-40B4-BE49-F238E27FC236}">
                  <a16:creationId xmlns:a16="http://schemas.microsoft.com/office/drawing/2014/main" id="{77CC06DC-A32A-42DD-A9D5-864ED5460BEA}"/>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362;p35">
              <a:extLst>
                <a:ext uri="{FF2B5EF4-FFF2-40B4-BE49-F238E27FC236}">
                  <a16:creationId xmlns:a16="http://schemas.microsoft.com/office/drawing/2014/main" id="{91D3AE51-5175-A1CC-169F-BE9EC6BC3DAD}"/>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363;p35">
              <a:extLst>
                <a:ext uri="{FF2B5EF4-FFF2-40B4-BE49-F238E27FC236}">
                  <a16:creationId xmlns:a16="http://schemas.microsoft.com/office/drawing/2014/main" id="{6DF20289-BE07-47A3-0AAE-1FA9D26693BA}"/>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364;p35">
              <a:extLst>
                <a:ext uri="{FF2B5EF4-FFF2-40B4-BE49-F238E27FC236}">
                  <a16:creationId xmlns:a16="http://schemas.microsoft.com/office/drawing/2014/main" id="{450CD711-9B5F-C5D6-8950-F292590B8B6A}"/>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365;p35">
              <a:extLst>
                <a:ext uri="{FF2B5EF4-FFF2-40B4-BE49-F238E27FC236}">
                  <a16:creationId xmlns:a16="http://schemas.microsoft.com/office/drawing/2014/main" id="{B0A7B09B-29B9-4704-2141-AA14486E3CAF}"/>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09011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704D3111-30C4-B3ED-A080-A6A16D4D8007}"/>
            </a:ext>
          </a:extLst>
        </p:cNvPr>
        <p:cNvGrpSpPr/>
        <p:nvPr/>
      </p:nvGrpSpPr>
      <p:grpSpPr>
        <a:xfrm>
          <a:off x="0" y="0"/>
          <a:ext cx="0" cy="0"/>
          <a:chOff x="0" y="0"/>
          <a:chExt cx="0" cy="0"/>
        </a:xfrm>
      </p:grpSpPr>
      <p:sp>
        <p:nvSpPr>
          <p:cNvPr id="7" name="Google Shape;2188;p34">
            <a:extLst>
              <a:ext uri="{FF2B5EF4-FFF2-40B4-BE49-F238E27FC236}">
                <a16:creationId xmlns:a16="http://schemas.microsoft.com/office/drawing/2014/main" id="{E38C3BED-F1D4-840F-1B65-B98B210BBBDA}"/>
              </a:ext>
            </a:extLst>
          </p:cNvPr>
          <p:cNvSpPr/>
          <p:nvPr/>
        </p:nvSpPr>
        <p:spPr>
          <a:xfrm>
            <a:off x="672919" y="3615500"/>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 name="Google Shape;2190;p34">
            <a:extLst>
              <a:ext uri="{FF2B5EF4-FFF2-40B4-BE49-F238E27FC236}">
                <a16:creationId xmlns:a16="http://schemas.microsoft.com/office/drawing/2014/main" id="{189F87A4-D462-EC8E-C3C5-9095A0EB846A}"/>
              </a:ext>
            </a:extLst>
          </p:cNvPr>
          <p:cNvSpPr>
            <a:spLocks/>
          </p:cNvSpPr>
          <p:nvPr/>
        </p:nvSpPr>
        <p:spPr>
          <a:xfrm>
            <a:off x="672919" y="2578837"/>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248" name="Google Shape;2190;p34">
            <a:extLst>
              <a:ext uri="{FF2B5EF4-FFF2-40B4-BE49-F238E27FC236}">
                <a16:creationId xmlns:a16="http://schemas.microsoft.com/office/drawing/2014/main" id="{F7DF0467-5A65-E5A9-C082-38130B6DDEF3}"/>
              </a:ext>
            </a:extLst>
          </p:cNvPr>
          <p:cNvSpPr/>
          <p:nvPr/>
        </p:nvSpPr>
        <p:spPr>
          <a:xfrm>
            <a:off x="672919" y="1104173"/>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86" name="Google Shape;2186;p34">
            <a:extLst>
              <a:ext uri="{FF2B5EF4-FFF2-40B4-BE49-F238E27FC236}">
                <a16:creationId xmlns:a16="http://schemas.microsoft.com/office/drawing/2014/main" id="{C561DAC1-0B31-59F9-3356-9A97792AC0FA}"/>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US" sz="2800" dirty="0"/>
              <a:t>4.0 Methodology</a:t>
            </a:r>
            <a:endParaRPr sz="2800" dirty="0"/>
          </a:p>
        </p:txBody>
      </p:sp>
      <p:sp>
        <p:nvSpPr>
          <p:cNvPr id="2190" name="Google Shape;2190;p34">
            <a:extLst>
              <a:ext uri="{FF2B5EF4-FFF2-40B4-BE49-F238E27FC236}">
                <a16:creationId xmlns:a16="http://schemas.microsoft.com/office/drawing/2014/main" id="{9BC8639E-DBCE-92A3-F5A0-2C30CDCD326B}"/>
              </a:ext>
            </a:extLst>
          </p:cNvPr>
          <p:cNvSpPr>
            <a:spLocks/>
          </p:cNvSpPr>
          <p:nvPr/>
        </p:nvSpPr>
        <p:spPr>
          <a:xfrm>
            <a:off x="672919" y="4364478"/>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grpSp>
        <p:nvGrpSpPr>
          <p:cNvPr id="11" name="Google Shape;2391;p35">
            <a:extLst>
              <a:ext uri="{FF2B5EF4-FFF2-40B4-BE49-F238E27FC236}">
                <a16:creationId xmlns:a16="http://schemas.microsoft.com/office/drawing/2014/main" id="{39BC42CA-DEE3-FDA2-86B1-A617D30E80EE}"/>
              </a:ext>
            </a:extLst>
          </p:cNvPr>
          <p:cNvGrpSpPr/>
          <p:nvPr/>
        </p:nvGrpSpPr>
        <p:grpSpPr>
          <a:xfrm>
            <a:off x="7549993" y="518995"/>
            <a:ext cx="455010" cy="454080"/>
            <a:chOff x="3363305" y="1063034"/>
            <a:chExt cx="455010" cy="454080"/>
          </a:xfrm>
        </p:grpSpPr>
        <p:sp>
          <p:nvSpPr>
            <p:cNvPr id="12" name="Google Shape;2392;p35">
              <a:extLst>
                <a:ext uri="{FF2B5EF4-FFF2-40B4-BE49-F238E27FC236}">
                  <a16:creationId xmlns:a16="http://schemas.microsoft.com/office/drawing/2014/main" id="{3780CFC9-EA33-B885-CBA2-F85750B9C0EF}"/>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3;p35">
              <a:extLst>
                <a:ext uri="{FF2B5EF4-FFF2-40B4-BE49-F238E27FC236}">
                  <a16:creationId xmlns:a16="http://schemas.microsoft.com/office/drawing/2014/main" id="{47EE7808-EC7E-A39B-7C4F-B40055FE8823}"/>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4;p35">
              <a:extLst>
                <a:ext uri="{FF2B5EF4-FFF2-40B4-BE49-F238E27FC236}">
                  <a16:creationId xmlns:a16="http://schemas.microsoft.com/office/drawing/2014/main" id="{790C0FB9-AF8A-3BB3-7E94-1F6B9F59269B}"/>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5;p35">
              <a:extLst>
                <a:ext uri="{FF2B5EF4-FFF2-40B4-BE49-F238E27FC236}">
                  <a16:creationId xmlns:a16="http://schemas.microsoft.com/office/drawing/2014/main" id="{460B0769-369A-3A01-CCC0-CED902F8F55A}"/>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6;p35">
              <a:extLst>
                <a:ext uri="{FF2B5EF4-FFF2-40B4-BE49-F238E27FC236}">
                  <a16:creationId xmlns:a16="http://schemas.microsoft.com/office/drawing/2014/main" id="{DEBE55B0-B35F-D9DF-0887-C68485A65403}"/>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97;p35">
              <a:extLst>
                <a:ext uri="{FF2B5EF4-FFF2-40B4-BE49-F238E27FC236}">
                  <a16:creationId xmlns:a16="http://schemas.microsoft.com/office/drawing/2014/main" id="{96427A91-3699-1B99-F180-B3085A263492}"/>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98;p35">
              <a:extLst>
                <a:ext uri="{FF2B5EF4-FFF2-40B4-BE49-F238E27FC236}">
                  <a16:creationId xmlns:a16="http://schemas.microsoft.com/office/drawing/2014/main" id="{62D17DE0-BE9B-8EFD-5474-B5ED1F1B661D}"/>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99;p35">
              <a:extLst>
                <a:ext uri="{FF2B5EF4-FFF2-40B4-BE49-F238E27FC236}">
                  <a16:creationId xmlns:a16="http://schemas.microsoft.com/office/drawing/2014/main" id="{F3DD263C-075D-4BBE-E44C-FB455E2555B6}"/>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0;p35">
              <a:extLst>
                <a:ext uri="{FF2B5EF4-FFF2-40B4-BE49-F238E27FC236}">
                  <a16:creationId xmlns:a16="http://schemas.microsoft.com/office/drawing/2014/main" id="{0E2B0B54-2B2A-F4DF-6554-61230E7AAD34}"/>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1;p35">
              <a:extLst>
                <a:ext uri="{FF2B5EF4-FFF2-40B4-BE49-F238E27FC236}">
                  <a16:creationId xmlns:a16="http://schemas.microsoft.com/office/drawing/2014/main" id="{07ECB6F3-6721-B0F2-D70B-5AEE1446A72E}"/>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2;p35">
              <a:extLst>
                <a:ext uri="{FF2B5EF4-FFF2-40B4-BE49-F238E27FC236}">
                  <a16:creationId xmlns:a16="http://schemas.microsoft.com/office/drawing/2014/main" id="{0DCD8D3E-B201-48C0-61BD-A5ECBFC4C9B2}"/>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3;p35">
              <a:extLst>
                <a:ext uri="{FF2B5EF4-FFF2-40B4-BE49-F238E27FC236}">
                  <a16:creationId xmlns:a16="http://schemas.microsoft.com/office/drawing/2014/main" id="{39519DA8-EB32-4CA4-3766-4C7C95B39C22}"/>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4;p35">
              <a:extLst>
                <a:ext uri="{FF2B5EF4-FFF2-40B4-BE49-F238E27FC236}">
                  <a16:creationId xmlns:a16="http://schemas.microsoft.com/office/drawing/2014/main" id="{738B8620-F4BD-EA64-FF83-65900BC3D254}"/>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5;p35">
              <a:extLst>
                <a:ext uri="{FF2B5EF4-FFF2-40B4-BE49-F238E27FC236}">
                  <a16:creationId xmlns:a16="http://schemas.microsoft.com/office/drawing/2014/main" id="{8C6261FA-7363-1109-6615-DA2F4618C156}"/>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6;p35">
              <a:extLst>
                <a:ext uri="{FF2B5EF4-FFF2-40B4-BE49-F238E27FC236}">
                  <a16:creationId xmlns:a16="http://schemas.microsoft.com/office/drawing/2014/main" id="{682F2F5C-CAA5-15F3-C460-B1B990BE63F1}"/>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07;p35">
              <a:extLst>
                <a:ext uri="{FF2B5EF4-FFF2-40B4-BE49-F238E27FC236}">
                  <a16:creationId xmlns:a16="http://schemas.microsoft.com/office/drawing/2014/main" id="{7E5CB7BC-152D-7D54-20D7-B29A8269CD56}"/>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08;p35">
              <a:extLst>
                <a:ext uri="{FF2B5EF4-FFF2-40B4-BE49-F238E27FC236}">
                  <a16:creationId xmlns:a16="http://schemas.microsoft.com/office/drawing/2014/main" id="{466F41CA-3E34-6D54-42EE-020965261466}"/>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09;p35">
              <a:extLst>
                <a:ext uri="{FF2B5EF4-FFF2-40B4-BE49-F238E27FC236}">
                  <a16:creationId xmlns:a16="http://schemas.microsoft.com/office/drawing/2014/main" id="{C624E7F0-0ABA-4EF9-DFD2-F5D4B13B5238}"/>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0;p35">
              <a:extLst>
                <a:ext uri="{FF2B5EF4-FFF2-40B4-BE49-F238E27FC236}">
                  <a16:creationId xmlns:a16="http://schemas.microsoft.com/office/drawing/2014/main" id="{C2E449DF-BD25-ECAD-1204-C44D9124C6A8}"/>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11;p35">
              <a:extLst>
                <a:ext uri="{FF2B5EF4-FFF2-40B4-BE49-F238E27FC236}">
                  <a16:creationId xmlns:a16="http://schemas.microsoft.com/office/drawing/2014/main" id="{25879700-D410-5602-8942-EB3278105264}"/>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12;p35">
              <a:extLst>
                <a:ext uri="{FF2B5EF4-FFF2-40B4-BE49-F238E27FC236}">
                  <a16:creationId xmlns:a16="http://schemas.microsoft.com/office/drawing/2014/main" id="{BC148211-4481-0B95-8A29-E655965E0DF8}"/>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13;p35">
              <a:extLst>
                <a:ext uri="{FF2B5EF4-FFF2-40B4-BE49-F238E27FC236}">
                  <a16:creationId xmlns:a16="http://schemas.microsoft.com/office/drawing/2014/main" id="{6862FB5D-4002-E1B1-D70D-BC66D350B2D9}"/>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3" name="Google Shape;2188;p34">
            <a:extLst>
              <a:ext uri="{FF2B5EF4-FFF2-40B4-BE49-F238E27FC236}">
                <a16:creationId xmlns:a16="http://schemas.microsoft.com/office/drawing/2014/main" id="{C7E44AB0-A87A-61A1-BB86-A1614A309604}"/>
              </a:ext>
            </a:extLst>
          </p:cNvPr>
          <p:cNvSpPr/>
          <p:nvPr/>
        </p:nvSpPr>
        <p:spPr>
          <a:xfrm>
            <a:off x="672919" y="1839523"/>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pic>
        <p:nvPicPr>
          <p:cNvPr id="3" name="Picture 2">
            <a:extLst>
              <a:ext uri="{FF2B5EF4-FFF2-40B4-BE49-F238E27FC236}">
                <a16:creationId xmlns:a16="http://schemas.microsoft.com/office/drawing/2014/main" id="{FED77C42-F2AB-1BF8-2481-143AE2603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oogle Shape;3249;p35">
            <a:extLst>
              <a:ext uri="{FF2B5EF4-FFF2-40B4-BE49-F238E27FC236}">
                <a16:creationId xmlns:a16="http://schemas.microsoft.com/office/drawing/2014/main" id="{338EA20D-22E5-EC60-2B42-F8B9F0A6BFD6}"/>
              </a:ext>
            </a:extLst>
          </p:cNvPr>
          <p:cNvGrpSpPr/>
          <p:nvPr/>
        </p:nvGrpSpPr>
        <p:grpSpPr>
          <a:xfrm>
            <a:off x="826673" y="2678490"/>
            <a:ext cx="423892" cy="421693"/>
            <a:chOff x="2716201" y="4267204"/>
            <a:chExt cx="454986" cy="452626"/>
          </a:xfrm>
        </p:grpSpPr>
        <p:sp>
          <p:nvSpPr>
            <p:cNvPr id="35" name="Google Shape;3250;p35">
              <a:extLst>
                <a:ext uri="{FF2B5EF4-FFF2-40B4-BE49-F238E27FC236}">
                  <a16:creationId xmlns:a16="http://schemas.microsoft.com/office/drawing/2014/main" id="{9CEF116A-44E3-E5BE-496F-5FC50602BF62}"/>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1;p35">
              <a:extLst>
                <a:ext uri="{FF2B5EF4-FFF2-40B4-BE49-F238E27FC236}">
                  <a16:creationId xmlns:a16="http://schemas.microsoft.com/office/drawing/2014/main" id="{949E6803-1E7C-985E-5436-85D195948084}"/>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2;p35">
              <a:extLst>
                <a:ext uri="{FF2B5EF4-FFF2-40B4-BE49-F238E27FC236}">
                  <a16:creationId xmlns:a16="http://schemas.microsoft.com/office/drawing/2014/main" id="{B24A9CEF-1103-E730-B1DE-D46CC6BE75E0}"/>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3;p35">
              <a:extLst>
                <a:ext uri="{FF2B5EF4-FFF2-40B4-BE49-F238E27FC236}">
                  <a16:creationId xmlns:a16="http://schemas.microsoft.com/office/drawing/2014/main" id="{8D25D9DB-0F3C-6299-B352-38AE70044EAE}"/>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4;p35">
              <a:extLst>
                <a:ext uri="{FF2B5EF4-FFF2-40B4-BE49-F238E27FC236}">
                  <a16:creationId xmlns:a16="http://schemas.microsoft.com/office/drawing/2014/main" id="{73308811-8158-0ECC-D6D0-3175ED72FA4D}"/>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5;p35">
              <a:extLst>
                <a:ext uri="{FF2B5EF4-FFF2-40B4-BE49-F238E27FC236}">
                  <a16:creationId xmlns:a16="http://schemas.microsoft.com/office/drawing/2014/main" id="{026A923E-8232-3EB2-8F97-292FAEB9154D}"/>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6;p35">
              <a:extLst>
                <a:ext uri="{FF2B5EF4-FFF2-40B4-BE49-F238E27FC236}">
                  <a16:creationId xmlns:a16="http://schemas.microsoft.com/office/drawing/2014/main" id="{C56370A1-0F28-5A51-0DC7-C3E6C016664A}"/>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57;p35">
              <a:extLst>
                <a:ext uri="{FF2B5EF4-FFF2-40B4-BE49-F238E27FC236}">
                  <a16:creationId xmlns:a16="http://schemas.microsoft.com/office/drawing/2014/main" id="{72651B38-A2E5-1DD6-3D6B-3BF84D6C2D22}"/>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58;p35">
              <a:extLst>
                <a:ext uri="{FF2B5EF4-FFF2-40B4-BE49-F238E27FC236}">
                  <a16:creationId xmlns:a16="http://schemas.microsoft.com/office/drawing/2014/main" id="{837AB3E4-0AAA-01EB-420E-6492FA63607F}"/>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59;p35">
              <a:extLst>
                <a:ext uri="{FF2B5EF4-FFF2-40B4-BE49-F238E27FC236}">
                  <a16:creationId xmlns:a16="http://schemas.microsoft.com/office/drawing/2014/main" id="{1939D040-94DD-28D4-AB06-F57D81ED488C}"/>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0;p35">
              <a:extLst>
                <a:ext uri="{FF2B5EF4-FFF2-40B4-BE49-F238E27FC236}">
                  <a16:creationId xmlns:a16="http://schemas.microsoft.com/office/drawing/2014/main" id="{05E171ED-54E9-2BA1-F189-048862BDB985}"/>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1;p35">
              <a:extLst>
                <a:ext uri="{FF2B5EF4-FFF2-40B4-BE49-F238E27FC236}">
                  <a16:creationId xmlns:a16="http://schemas.microsoft.com/office/drawing/2014/main" id="{238F6809-F076-DF18-A9FF-7F9B66CEC562}"/>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2;p35">
              <a:extLst>
                <a:ext uri="{FF2B5EF4-FFF2-40B4-BE49-F238E27FC236}">
                  <a16:creationId xmlns:a16="http://schemas.microsoft.com/office/drawing/2014/main" id="{0300897F-AD21-1603-6E23-80BD324C75DC}"/>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3;p35">
              <a:extLst>
                <a:ext uri="{FF2B5EF4-FFF2-40B4-BE49-F238E27FC236}">
                  <a16:creationId xmlns:a16="http://schemas.microsoft.com/office/drawing/2014/main" id="{532B673F-C355-EF7A-3EAC-F609E0E47B79}"/>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4;p35">
              <a:extLst>
                <a:ext uri="{FF2B5EF4-FFF2-40B4-BE49-F238E27FC236}">
                  <a16:creationId xmlns:a16="http://schemas.microsoft.com/office/drawing/2014/main" id="{2F8B4BC2-7148-7209-D642-1909A35CAFFA}"/>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5;p35">
              <a:extLst>
                <a:ext uri="{FF2B5EF4-FFF2-40B4-BE49-F238E27FC236}">
                  <a16:creationId xmlns:a16="http://schemas.microsoft.com/office/drawing/2014/main" id="{B288581F-A211-F124-E07A-1B006E513D50}"/>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6;p35">
              <a:extLst>
                <a:ext uri="{FF2B5EF4-FFF2-40B4-BE49-F238E27FC236}">
                  <a16:creationId xmlns:a16="http://schemas.microsoft.com/office/drawing/2014/main" id="{7B6758E5-9F4E-8CD1-3CDE-512AB5FD6D11}"/>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67;p35">
              <a:extLst>
                <a:ext uri="{FF2B5EF4-FFF2-40B4-BE49-F238E27FC236}">
                  <a16:creationId xmlns:a16="http://schemas.microsoft.com/office/drawing/2014/main" id="{8678E39F-AD18-A766-314F-C81F80D52B40}"/>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68;p35">
              <a:extLst>
                <a:ext uri="{FF2B5EF4-FFF2-40B4-BE49-F238E27FC236}">
                  <a16:creationId xmlns:a16="http://schemas.microsoft.com/office/drawing/2014/main" id="{E6B663AD-D9F0-5510-5E0F-7B78E65D104B}"/>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69;p35">
              <a:extLst>
                <a:ext uri="{FF2B5EF4-FFF2-40B4-BE49-F238E27FC236}">
                  <a16:creationId xmlns:a16="http://schemas.microsoft.com/office/drawing/2014/main" id="{A42B550D-20D7-C150-A0B7-1CF480E9226D}"/>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0;p35">
              <a:extLst>
                <a:ext uri="{FF2B5EF4-FFF2-40B4-BE49-F238E27FC236}">
                  <a16:creationId xmlns:a16="http://schemas.microsoft.com/office/drawing/2014/main" id="{7049DE8A-6088-8967-EDD1-82A27374CACE}"/>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1;p35">
              <a:extLst>
                <a:ext uri="{FF2B5EF4-FFF2-40B4-BE49-F238E27FC236}">
                  <a16:creationId xmlns:a16="http://schemas.microsoft.com/office/drawing/2014/main" id="{15C75807-8ECC-5A25-C514-FBFF1476AF92}"/>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2;p35">
              <a:extLst>
                <a:ext uri="{FF2B5EF4-FFF2-40B4-BE49-F238E27FC236}">
                  <a16:creationId xmlns:a16="http://schemas.microsoft.com/office/drawing/2014/main" id="{863C1DD7-0D3C-6A6D-098F-175D22D2D035}"/>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3;p35">
              <a:extLst>
                <a:ext uri="{FF2B5EF4-FFF2-40B4-BE49-F238E27FC236}">
                  <a16:creationId xmlns:a16="http://schemas.microsoft.com/office/drawing/2014/main" id="{CB528B2D-80A9-614E-E4E8-AB90AB989B31}"/>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4;p35">
              <a:extLst>
                <a:ext uri="{FF2B5EF4-FFF2-40B4-BE49-F238E27FC236}">
                  <a16:creationId xmlns:a16="http://schemas.microsoft.com/office/drawing/2014/main" id="{ABD774CF-F02C-47AC-97D0-91F16CBA0AD5}"/>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5;p35">
              <a:extLst>
                <a:ext uri="{FF2B5EF4-FFF2-40B4-BE49-F238E27FC236}">
                  <a16:creationId xmlns:a16="http://schemas.microsoft.com/office/drawing/2014/main" id="{034C96F3-1F2C-6D43-1511-BE36F45C9EE9}"/>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6;p35">
              <a:extLst>
                <a:ext uri="{FF2B5EF4-FFF2-40B4-BE49-F238E27FC236}">
                  <a16:creationId xmlns:a16="http://schemas.microsoft.com/office/drawing/2014/main" id="{74C0A929-625B-FA32-C27E-9BED48ABCCBD}"/>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77;p35">
              <a:extLst>
                <a:ext uri="{FF2B5EF4-FFF2-40B4-BE49-F238E27FC236}">
                  <a16:creationId xmlns:a16="http://schemas.microsoft.com/office/drawing/2014/main" id="{415F6E80-0DB7-F814-200A-C016FC857E28}"/>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78;p35">
              <a:extLst>
                <a:ext uri="{FF2B5EF4-FFF2-40B4-BE49-F238E27FC236}">
                  <a16:creationId xmlns:a16="http://schemas.microsoft.com/office/drawing/2014/main" id="{1BDEE4D2-DC0E-A810-0E78-51B83AC63EFF}"/>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79;p35">
              <a:extLst>
                <a:ext uri="{FF2B5EF4-FFF2-40B4-BE49-F238E27FC236}">
                  <a16:creationId xmlns:a16="http://schemas.microsoft.com/office/drawing/2014/main" id="{34B85BDD-4AB1-4DDB-0800-C2FA2ADD216E}"/>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0;p35">
              <a:extLst>
                <a:ext uri="{FF2B5EF4-FFF2-40B4-BE49-F238E27FC236}">
                  <a16:creationId xmlns:a16="http://schemas.microsoft.com/office/drawing/2014/main" id="{77688C56-F93B-70B0-E804-975D1E564853}"/>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1;p35">
              <a:extLst>
                <a:ext uri="{FF2B5EF4-FFF2-40B4-BE49-F238E27FC236}">
                  <a16:creationId xmlns:a16="http://schemas.microsoft.com/office/drawing/2014/main" id="{37959433-AF8A-568C-3E86-26D6201E6C8A}"/>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2;p35">
              <a:extLst>
                <a:ext uri="{FF2B5EF4-FFF2-40B4-BE49-F238E27FC236}">
                  <a16:creationId xmlns:a16="http://schemas.microsoft.com/office/drawing/2014/main" id="{9AACABB7-9285-1F55-16ED-716E9807B039}"/>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3;p35">
              <a:extLst>
                <a:ext uri="{FF2B5EF4-FFF2-40B4-BE49-F238E27FC236}">
                  <a16:creationId xmlns:a16="http://schemas.microsoft.com/office/drawing/2014/main" id="{DDDF5ED0-B1AF-C096-331C-A1461BFE7F5F}"/>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4;p35">
              <a:extLst>
                <a:ext uri="{FF2B5EF4-FFF2-40B4-BE49-F238E27FC236}">
                  <a16:creationId xmlns:a16="http://schemas.microsoft.com/office/drawing/2014/main" id="{AE111804-FB3D-62C4-B602-66694AFC4D24}"/>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5;p35">
              <a:extLst>
                <a:ext uri="{FF2B5EF4-FFF2-40B4-BE49-F238E27FC236}">
                  <a16:creationId xmlns:a16="http://schemas.microsoft.com/office/drawing/2014/main" id="{E67C1E5C-C2D5-780D-9018-3BE59C66052E}"/>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6;p35">
              <a:extLst>
                <a:ext uri="{FF2B5EF4-FFF2-40B4-BE49-F238E27FC236}">
                  <a16:creationId xmlns:a16="http://schemas.microsoft.com/office/drawing/2014/main" id="{297885DB-CF5A-F813-9963-8DF8017E5F3A}"/>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87;p35">
              <a:extLst>
                <a:ext uri="{FF2B5EF4-FFF2-40B4-BE49-F238E27FC236}">
                  <a16:creationId xmlns:a16="http://schemas.microsoft.com/office/drawing/2014/main" id="{7F7158E8-2223-A4B8-4507-48444E5FEC88}"/>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88;p35">
              <a:extLst>
                <a:ext uri="{FF2B5EF4-FFF2-40B4-BE49-F238E27FC236}">
                  <a16:creationId xmlns:a16="http://schemas.microsoft.com/office/drawing/2014/main" id="{E3F835CD-7FDF-C2E0-1FB3-1563427C6324}"/>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89;p35">
              <a:extLst>
                <a:ext uri="{FF2B5EF4-FFF2-40B4-BE49-F238E27FC236}">
                  <a16:creationId xmlns:a16="http://schemas.microsoft.com/office/drawing/2014/main" id="{4625E494-16D8-ECF0-794E-4599F7847D46}"/>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0;p35">
              <a:extLst>
                <a:ext uri="{FF2B5EF4-FFF2-40B4-BE49-F238E27FC236}">
                  <a16:creationId xmlns:a16="http://schemas.microsoft.com/office/drawing/2014/main" id="{7FDEAAF7-8627-136D-0626-ED081E2E9E03}"/>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1;p35">
              <a:extLst>
                <a:ext uri="{FF2B5EF4-FFF2-40B4-BE49-F238E27FC236}">
                  <a16:creationId xmlns:a16="http://schemas.microsoft.com/office/drawing/2014/main" id="{B3C90740-3DA6-D9BC-D055-530C6B017A5D}"/>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2;p35">
              <a:extLst>
                <a:ext uri="{FF2B5EF4-FFF2-40B4-BE49-F238E27FC236}">
                  <a16:creationId xmlns:a16="http://schemas.microsoft.com/office/drawing/2014/main" id="{775F2DF8-115F-09F4-4F7B-3DC6C4F33B3A}"/>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3;p35">
              <a:extLst>
                <a:ext uri="{FF2B5EF4-FFF2-40B4-BE49-F238E27FC236}">
                  <a16:creationId xmlns:a16="http://schemas.microsoft.com/office/drawing/2014/main" id="{13E14D93-A7B2-C026-F93D-E8439B0789C0}"/>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4;p35">
              <a:extLst>
                <a:ext uri="{FF2B5EF4-FFF2-40B4-BE49-F238E27FC236}">
                  <a16:creationId xmlns:a16="http://schemas.microsoft.com/office/drawing/2014/main" id="{A9E04277-CE24-1AE3-23C7-30C1DBA688F9}"/>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5;p35">
              <a:extLst>
                <a:ext uri="{FF2B5EF4-FFF2-40B4-BE49-F238E27FC236}">
                  <a16:creationId xmlns:a16="http://schemas.microsoft.com/office/drawing/2014/main" id="{8E0128FB-40BC-B2D4-0422-6F0CA58427DD}"/>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6;p35">
              <a:extLst>
                <a:ext uri="{FF2B5EF4-FFF2-40B4-BE49-F238E27FC236}">
                  <a16:creationId xmlns:a16="http://schemas.microsoft.com/office/drawing/2014/main" id="{3EC257A1-7E2C-CD23-8A1C-42950FD6F924}"/>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297;p35">
              <a:extLst>
                <a:ext uri="{FF2B5EF4-FFF2-40B4-BE49-F238E27FC236}">
                  <a16:creationId xmlns:a16="http://schemas.microsoft.com/office/drawing/2014/main" id="{0F38A4D3-2F73-0667-9D86-CEF0A24C0094}"/>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298;p35">
              <a:extLst>
                <a:ext uri="{FF2B5EF4-FFF2-40B4-BE49-F238E27FC236}">
                  <a16:creationId xmlns:a16="http://schemas.microsoft.com/office/drawing/2014/main" id="{EAA45BBF-2AB9-DC7F-C507-464D77D87B1B}"/>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299;p35">
              <a:extLst>
                <a:ext uri="{FF2B5EF4-FFF2-40B4-BE49-F238E27FC236}">
                  <a16:creationId xmlns:a16="http://schemas.microsoft.com/office/drawing/2014/main" id="{C2F2B2BD-63B2-4241-AFFA-C3C14F864356}"/>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0;p35">
              <a:extLst>
                <a:ext uri="{FF2B5EF4-FFF2-40B4-BE49-F238E27FC236}">
                  <a16:creationId xmlns:a16="http://schemas.microsoft.com/office/drawing/2014/main" id="{EF070810-A0BC-EE55-B397-CDE6494DE265}"/>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1;p35">
              <a:extLst>
                <a:ext uri="{FF2B5EF4-FFF2-40B4-BE49-F238E27FC236}">
                  <a16:creationId xmlns:a16="http://schemas.microsoft.com/office/drawing/2014/main" id="{10CFD8BA-B618-047D-8334-804F9A530992}"/>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2;p35">
              <a:extLst>
                <a:ext uri="{FF2B5EF4-FFF2-40B4-BE49-F238E27FC236}">
                  <a16:creationId xmlns:a16="http://schemas.microsoft.com/office/drawing/2014/main" id="{465E3595-AAFF-4CAA-22FF-551F1110D312}"/>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3;p35">
              <a:extLst>
                <a:ext uri="{FF2B5EF4-FFF2-40B4-BE49-F238E27FC236}">
                  <a16:creationId xmlns:a16="http://schemas.microsoft.com/office/drawing/2014/main" id="{01EE3337-3735-9BBD-0BC5-ADC9129BC99F}"/>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4;p35">
              <a:extLst>
                <a:ext uri="{FF2B5EF4-FFF2-40B4-BE49-F238E27FC236}">
                  <a16:creationId xmlns:a16="http://schemas.microsoft.com/office/drawing/2014/main" id="{121C81C9-062D-E12C-1EE1-E82C52E2E57B}"/>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5;p35">
              <a:extLst>
                <a:ext uri="{FF2B5EF4-FFF2-40B4-BE49-F238E27FC236}">
                  <a16:creationId xmlns:a16="http://schemas.microsoft.com/office/drawing/2014/main" id="{A25381BA-0D9B-C654-EA3A-703596E06B7A}"/>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6;p35">
              <a:extLst>
                <a:ext uri="{FF2B5EF4-FFF2-40B4-BE49-F238E27FC236}">
                  <a16:creationId xmlns:a16="http://schemas.microsoft.com/office/drawing/2014/main" id="{2119EB7E-4C0E-A573-F6AF-10D519AACA6D}"/>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07;p35">
              <a:extLst>
                <a:ext uri="{FF2B5EF4-FFF2-40B4-BE49-F238E27FC236}">
                  <a16:creationId xmlns:a16="http://schemas.microsoft.com/office/drawing/2014/main" id="{E0394764-F4A7-A5EF-ADB5-F7D0D4F1B5BA}"/>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08;p35">
              <a:extLst>
                <a:ext uri="{FF2B5EF4-FFF2-40B4-BE49-F238E27FC236}">
                  <a16:creationId xmlns:a16="http://schemas.microsoft.com/office/drawing/2014/main" id="{4B3D1539-3399-FF22-F73D-738B8F99BA0F}"/>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09;p35">
              <a:extLst>
                <a:ext uri="{FF2B5EF4-FFF2-40B4-BE49-F238E27FC236}">
                  <a16:creationId xmlns:a16="http://schemas.microsoft.com/office/drawing/2014/main" id="{BD18DE12-B32B-641B-E61D-E606709AE4AA}"/>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0;p35">
              <a:extLst>
                <a:ext uri="{FF2B5EF4-FFF2-40B4-BE49-F238E27FC236}">
                  <a16:creationId xmlns:a16="http://schemas.microsoft.com/office/drawing/2014/main" id="{B34B4A32-58A2-EA34-4A9F-5F315B671B6C}"/>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1;p35">
              <a:extLst>
                <a:ext uri="{FF2B5EF4-FFF2-40B4-BE49-F238E27FC236}">
                  <a16:creationId xmlns:a16="http://schemas.microsoft.com/office/drawing/2014/main" id="{F2C10DD9-F551-F871-A8C8-5909CFBEBA8F}"/>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2;p35">
              <a:extLst>
                <a:ext uri="{FF2B5EF4-FFF2-40B4-BE49-F238E27FC236}">
                  <a16:creationId xmlns:a16="http://schemas.microsoft.com/office/drawing/2014/main" id="{5A35742A-E374-5A40-2767-D10E6747CB2C}"/>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3;p35">
              <a:extLst>
                <a:ext uri="{FF2B5EF4-FFF2-40B4-BE49-F238E27FC236}">
                  <a16:creationId xmlns:a16="http://schemas.microsoft.com/office/drawing/2014/main" id="{5DDC92F5-AE8E-6CA8-82DF-91C87B82D09A}"/>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4;p35">
              <a:extLst>
                <a:ext uri="{FF2B5EF4-FFF2-40B4-BE49-F238E27FC236}">
                  <a16:creationId xmlns:a16="http://schemas.microsoft.com/office/drawing/2014/main" id="{6C552501-7705-F58A-9A0D-F8F8CF437978}"/>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5;p35">
              <a:extLst>
                <a:ext uri="{FF2B5EF4-FFF2-40B4-BE49-F238E27FC236}">
                  <a16:creationId xmlns:a16="http://schemas.microsoft.com/office/drawing/2014/main" id="{B65980FB-FC2B-8746-ACDE-F5290B388CA9}"/>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6;p35">
              <a:extLst>
                <a:ext uri="{FF2B5EF4-FFF2-40B4-BE49-F238E27FC236}">
                  <a16:creationId xmlns:a16="http://schemas.microsoft.com/office/drawing/2014/main" id="{3822466E-4053-9832-43BA-48CEADA40C93}"/>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17;p35">
              <a:extLst>
                <a:ext uri="{FF2B5EF4-FFF2-40B4-BE49-F238E27FC236}">
                  <a16:creationId xmlns:a16="http://schemas.microsoft.com/office/drawing/2014/main" id="{A081282C-6511-2662-8CA2-2D6D3B56A5DF}"/>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3318;p35">
              <a:extLst>
                <a:ext uri="{FF2B5EF4-FFF2-40B4-BE49-F238E27FC236}">
                  <a16:creationId xmlns:a16="http://schemas.microsoft.com/office/drawing/2014/main" id="{35D10F2B-7E51-F0AD-1532-D35D7E9CFEAA}"/>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3319;p35">
              <a:extLst>
                <a:ext uri="{FF2B5EF4-FFF2-40B4-BE49-F238E27FC236}">
                  <a16:creationId xmlns:a16="http://schemas.microsoft.com/office/drawing/2014/main" id="{7C751D0C-4C5B-8179-EB7D-8AC91346775F}"/>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3320;p35">
              <a:extLst>
                <a:ext uri="{FF2B5EF4-FFF2-40B4-BE49-F238E27FC236}">
                  <a16:creationId xmlns:a16="http://schemas.microsoft.com/office/drawing/2014/main" id="{385D9D57-49AC-664B-D862-5F7BD60E6060}"/>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54;p19">
            <a:extLst>
              <a:ext uri="{FF2B5EF4-FFF2-40B4-BE49-F238E27FC236}">
                <a16:creationId xmlns:a16="http://schemas.microsoft.com/office/drawing/2014/main" id="{541D7E53-7D65-2101-D47C-CB6BDD6BAC7D}"/>
              </a:ext>
            </a:extLst>
          </p:cNvPr>
          <p:cNvSpPr txBox="1"/>
          <p:nvPr/>
        </p:nvSpPr>
        <p:spPr>
          <a:xfrm>
            <a:off x="1404319" y="1228805"/>
            <a:ext cx="2484175"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Problem Analysis</a:t>
            </a:r>
            <a:endParaRPr sz="1600" dirty="0">
              <a:solidFill>
                <a:schemeClr val="dk1"/>
              </a:solidFill>
              <a:latin typeface="Montserrat SemiBold"/>
              <a:ea typeface="Montserrat SemiBold"/>
              <a:cs typeface="Montserrat SemiBold"/>
              <a:sym typeface="Montserrat SemiBold"/>
            </a:endParaRPr>
          </a:p>
        </p:txBody>
      </p:sp>
      <p:sp>
        <p:nvSpPr>
          <p:cNvPr id="6" name="Google Shape;452;p19">
            <a:extLst>
              <a:ext uri="{FF2B5EF4-FFF2-40B4-BE49-F238E27FC236}">
                <a16:creationId xmlns:a16="http://schemas.microsoft.com/office/drawing/2014/main" id="{D6A26841-5461-DB6E-9CCF-FB6C79DC3D44}"/>
              </a:ext>
            </a:extLst>
          </p:cNvPr>
          <p:cNvSpPr txBox="1"/>
          <p:nvPr/>
        </p:nvSpPr>
        <p:spPr>
          <a:xfrm>
            <a:off x="1404319" y="1965732"/>
            <a:ext cx="2578302"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Design</a:t>
            </a:r>
            <a:endParaRPr sz="1600" dirty="0">
              <a:solidFill>
                <a:schemeClr val="dk1"/>
              </a:solidFill>
              <a:latin typeface="Montserrat SemiBold"/>
              <a:ea typeface="Montserrat SemiBold"/>
              <a:cs typeface="Montserrat SemiBold"/>
              <a:sym typeface="Montserrat SemiBold"/>
            </a:endParaRPr>
          </a:p>
        </p:txBody>
      </p:sp>
      <p:sp>
        <p:nvSpPr>
          <p:cNvPr id="9" name="Google Shape;453;p19">
            <a:extLst>
              <a:ext uri="{FF2B5EF4-FFF2-40B4-BE49-F238E27FC236}">
                <a16:creationId xmlns:a16="http://schemas.microsoft.com/office/drawing/2014/main" id="{FE281254-EBBA-2AD8-8BB0-9E4E23844D50}"/>
              </a:ext>
            </a:extLst>
          </p:cNvPr>
          <p:cNvSpPr txBox="1"/>
          <p:nvPr/>
        </p:nvSpPr>
        <p:spPr>
          <a:xfrm>
            <a:off x="1404319" y="2458382"/>
            <a:ext cx="3175419"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Implementation</a:t>
            </a:r>
            <a:endParaRPr sz="1600" dirty="0">
              <a:solidFill>
                <a:schemeClr val="dk1"/>
              </a:solidFill>
              <a:latin typeface="Montserrat SemiBold"/>
              <a:ea typeface="Montserrat SemiBold"/>
              <a:cs typeface="Montserrat SemiBold"/>
              <a:sym typeface="Montserrat SemiBold"/>
            </a:endParaRPr>
          </a:p>
        </p:txBody>
      </p:sp>
      <p:sp>
        <p:nvSpPr>
          <p:cNvPr id="10" name="Google Shape;458;p19">
            <a:extLst>
              <a:ext uri="{FF2B5EF4-FFF2-40B4-BE49-F238E27FC236}">
                <a16:creationId xmlns:a16="http://schemas.microsoft.com/office/drawing/2014/main" id="{8FE56961-22E6-AF0B-3875-BF36F8ABAB86}"/>
              </a:ext>
            </a:extLst>
          </p:cNvPr>
          <p:cNvSpPr txBox="1"/>
          <p:nvPr/>
        </p:nvSpPr>
        <p:spPr>
          <a:xfrm>
            <a:off x="1404319" y="3741399"/>
            <a:ext cx="3505959"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Testing &amp; Debugging</a:t>
            </a:r>
            <a:endParaRPr sz="1600" dirty="0">
              <a:solidFill>
                <a:schemeClr val="dk1"/>
              </a:solidFill>
              <a:latin typeface="Montserrat SemiBold"/>
              <a:ea typeface="Montserrat SemiBold"/>
              <a:cs typeface="Montserrat SemiBold"/>
              <a:sym typeface="Montserrat SemiBold"/>
            </a:endParaRPr>
          </a:p>
        </p:txBody>
      </p:sp>
      <p:sp>
        <p:nvSpPr>
          <p:cNvPr id="2246" name="Google Shape;456;p19">
            <a:extLst>
              <a:ext uri="{FF2B5EF4-FFF2-40B4-BE49-F238E27FC236}">
                <a16:creationId xmlns:a16="http://schemas.microsoft.com/office/drawing/2014/main" id="{5F70EE00-AA08-DAC1-5CFA-AA12C131EAD1}"/>
              </a:ext>
            </a:extLst>
          </p:cNvPr>
          <p:cNvSpPr txBox="1"/>
          <p:nvPr/>
        </p:nvSpPr>
        <p:spPr>
          <a:xfrm>
            <a:off x="1404319" y="4498083"/>
            <a:ext cx="3202784"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Documentation</a:t>
            </a:r>
            <a:endParaRPr sz="1600" dirty="0">
              <a:solidFill>
                <a:schemeClr val="dk1"/>
              </a:solidFill>
              <a:latin typeface="Montserrat SemiBold"/>
              <a:ea typeface="Montserrat SemiBold"/>
              <a:cs typeface="Montserrat SemiBold"/>
              <a:sym typeface="Montserrat SemiBold"/>
            </a:endParaRPr>
          </a:p>
        </p:txBody>
      </p:sp>
      <p:sp>
        <p:nvSpPr>
          <p:cNvPr id="2249" name="TextBox 2248">
            <a:extLst>
              <a:ext uri="{FF2B5EF4-FFF2-40B4-BE49-F238E27FC236}">
                <a16:creationId xmlns:a16="http://schemas.microsoft.com/office/drawing/2014/main" id="{0B96CAF0-D934-D08C-2F6C-9EFB1D18E15F}"/>
              </a:ext>
            </a:extLst>
          </p:cNvPr>
          <p:cNvSpPr txBox="1"/>
          <p:nvPr/>
        </p:nvSpPr>
        <p:spPr>
          <a:xfrm>
            <a:off x="1404318" y="2741125"/>
            <a:ext cx="7287131" cy="646331"/>
          </a:xfrm>
          <a:prstGeom prst="rect">
            <a:avLst/>
          </a:prstGeom>
          <a:noFill/>
        </p:spPr>
        <p:txBody>
          <a:bodyPr wrap="square">
            <a:spAutoFit/>
          </a:bodyPr>
          <a:lstStyle/>
          <a:p>
            <a:pPr rtl="0"/>
            <a:r>
              <a:rPr lang="en-US" sz="1200" dirty="0">
                <a:solidFill>
                  <a:schemeClr val="dk1"/>
                </a:solidFill>
                <a:latin typeface="Montserrat Medium"/>
              </a:rPr>
              <a:t>To transform the designed algorithm into a functional system using </a:t>
            </a:r>
            <a:r>
              <a:rPr lang="en-US" sz="1200" b="1" dirty="0" err="1">
                <a:solidFill>
                  <a:schemeClr val="dk1"/>
                </a:solidFill>
                <a:latin typeface="Montserrat Medium"/>
              </a:rPr>
              <a:t>c++</a:t>
            </a:r>
            <a:r>
              <a:rPr lang="en-US" sz="1200" b="1" dirty="0">
                <a:solidFill>
                  <a:schemeClr val="dk1"/>
                </a:solidFill>
                <a:latin typeface="Montserrat Medium"/>
              </a:rPr>
              <a:t> programming language</a:t>
            </a:r>
            <a:r>
              <a:rPr lang="en-US" sz="1200" dirty="0">
                <a:solidFill>
                  <a:schemeClr val="dk1"/>
                </a:solidFill>
                <a:latin typeface="Montserrat Medium"/>
              </a:rPr>
              <a:t> that automates tasks, optimizes processes, and adapts dynamically to meet the user needs effectively.</a:t>
            </a:r>
          </a:p>
        </p:txBody>
      </p:sp>
      <p:grpSp>
        <p:nvGrpSpPr>
          <p:cNvPr id="4" name="Google Shape;2315;p35">
            <a:extLst>
              <a:ext uri="{FF2B5EF4-FFF2-40B4-BE49-F238E27FC236}">
                <a16:creationId xmlns:a16="http://schemas.microsoft.com/office/drawing/2014/main" id="{F7985A7A-425A-39B3-BD18-677A10FC36EB}"/>
              </a:ext>
            </a:extLst>
          </p:cNvPr>
          <p:cNvGrpSpPr/>
          <p:nvPr/>
        </p:nvGrpSpPr>
        <p:grpSpPr>
          <a:xfrm>
            <a:off x="8387846" y="4459361"/>
            <a:ext cx="450094" cy="454080"/>
            <a:chOff x="2070530" y="1063034"/>
            <a:chExt cx="450094" cy="454080"/>
          </a:xfrm>
        </p:grpSpPr>
        <p:sp>
          <p:nvSpPr>
            <p:cNvPr id="8" name="Google Shape;2316;p35">
              <a:extLst>
                <a:ext uri="{FF2B5EF4-FFF2-40B4-BE49-F238E27FC236}">
                  <a16:creationId xmlns:a16="http://schemas.microsoft.com/office/drawing/2014/main" id="{779A1F69-A927-A775-6C89-43A54A219833}"/>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317;p35">
              <a:extLst>
                <a:ext uri="{FF2B5EF4-FFF2-40B4-BE49-F238E27FC236}">
                  <a16:creationId xmlns:a16="http://schemas.microsoft.com/office/drawing/2014/main" id="{261695C4-5942-1E93-526B-6ABCAAA833E4}"/>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318;p35">
              <a:extLst>
                <a:ext uri="{FF2B5EF4-FFF2-40B4-BE49-F238E27FC236}">
                  <a16:creationId xmlns:a16="http://schemas.microsoft.com/office/drawing/2014/main" id="{20A17BC2-2CA6-1A40-A7B4-FD0DD016AD4F}"/>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319;p35">
              <a:extLst>
                <a:ext uri="{FF2B5EF4-FFF2-40B4-BE49-F238E27FC236}">
                  <a16:creationId xmlns:a16="http://schemas.microsoft.com/office/drawing/2014/main" id="{8F4F18A2-65B2-934B-20E9-E29EE1ACA25E}"/>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320;p35">
              <a:extLst>
                <a:ext uri="{FF2B5EF4-FFF2-40B4-BE49-F238E27FC236}">
                  <a16:creationId xmlns:a16="http://schemas.microsoft.com/office/drawing/2014/main" id="{F77EC94C-A0DD-6EF2-4810-A5F0E2F4B345}"/>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321;p35">
              <a:extLst>
                <a:ext uri="{FF2B5EF4-FFF2-40B4-BE49-F238E27FC236}">
                  <a16:creationId xmlns:a16="http://schemas.microsoft.com/office/drawing/2014/main" id="{FDC02ECC-09A7-B33B-C7AA-3EF8B6D8A903}"/>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322;p35">
              <a:extLst>
                <a:ext uri="{FF2B5EF4-FFF2-40B4-BE49-F238E27FC236}">
                  <a16:creationId xmlns:a16="http://schemas.microsoft.com/office/drawing/2014/main" id="{1238DB41-243A-BAAF-F1E3-580765D11FEF}"/>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323;p35">
              <a:extLst>
                <a:ext uri="{FF2B5EF4-FFF2-40B4-BE49-F238E27FC236}">
                  <a16:creationId xmlns:a16="http://schemas.microsoft.com/office/drawing/2014/main" id="{994436F2-E10D-0040-F521-578D4E9A995D}"/>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324;p35">
              <a:extLst>
                <a:ext uri="{FF2B5EF4-FFF2-40B4-BE49-F238E27FC236}">
                  <a16:creationId xmlns:a16="http://schemas.microsoft.com/office/drawing/2014/main" id="{D2D89350-DC7B-94CF-3119-7CB375C490E7}"/>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325;p35">
              <a:extLst>
                <a:ext uri="{FF2B5EF4-FFF2-40B4-BE49-F238E27FC236}">
                  <a16:creationId xmlns:a16="http://schemas.microsoft.com/office/drawing/2014/main" id="{E2B16111-1322-5E38-9570-F218C0967549}"/>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326;p35">
              <a:extLst>
                <a:ext uri="{FF2B5EF4-FFF2-40B4-BE49-F238E27FC236}">
                  <a16:creationId xmlns:a16="http://schemas.microsoft.com/office/drawing/2014/main" id="{8680E11C-3D22-E2E3-F257-3073B075FE02}"/>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327;p35">
              <a:extLst>
                <a:ext uri="{FF2B5EF4-FFF2-40B4-BE49-F238E27FC236}">
                  <a16:creationId xmlns:a16="http://schemas.microsoft.com/office/drawing/2014/main" id="{81C1950B-9490-BD8C-1756-A5994164F748}"/>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328;p35">
              <a:extLst>
                <a:ext uri="{FF2B5EF4-FFF2-40B4-BE49-F238E27FC236}">
                  <a16:creationId xmlns:a16="http://schemas.microsoft.com/office/drawing/2014/main" id="{60E3D3C1-EAA4-EA13-7E30-528DB463A1FE}"/>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329;p35">
              <a:extLst>
                <a:ext uri="{FF2B5EF4-FFF2-40B4-BE49-F238E27FC236}">
                  <a16:creationId xmlns:a16="http://schemas.microsoft.com/office/drawing/2014/main" id="{78BC378B-E109-DDD6-0C16-E5CB5347CEF0}"/>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330;p35">
              <a:extLst>
                <a:ext uri="{FF2B5EF4-FFF2-40B4-BE49-F238E27FC236}">
                  <a16:creationId xmlns:a16="http://schemas.microsoft.com/office/drawing/2014/main" id="{06F1B4EA-8C1F-B81F-39E1-91DDA47DDBEB}"/>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331;p35">
              <a:extLst>
                <a:ext uri="{FF2B5EF4-FFF2-40B4-BE49-F238E27FC236}">
                  <a16:creationId xmlns:a16="http://schemas.microsoft.com/office/drawing/2014/main" id="{0881D677-0DE3-A1F9-99C3-BA32DBF7398C}"/>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332;p35">
              <a:extLst>
                <a:ext uri="{FF2B5EF4-FFF2-40B4-BE49-F238E27FC236}">
                  <a16:creationId xmlns:a16="http://schemas.microsoft.com/office/drawing/2014/main" id="{811118C7-D0B2-4D79-42F2-0D2C68F29DD1}"/>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333;p35">
              <a:extLst>
                <a:ext uri="{FF2B5EF4-FFF2-40B4-BE49-F238E27FC236}">
                  <a16:creationId xmlns:a16="http://schemas.microsoft.com/office/drawing/2014/main" id="{B8CB4B31-BBD5-6C9B-7254-22C712BBC4C5}"/>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334;p35">
              <a:extLst>
                <a:ext uri="{FF2B5EF4-FFF2-40B4-BE49-F238E27FC236}">
                  <a16:creationId xmlns:a16="http://schemas.microsoft.com/office/drawing/2014/main" id="{C2ECBB67-5350-E88D-09E3-E783D28615B3}"/>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335;p35">
              <a:extLst>
                <a:ext uri="{FF2B5EF4-FFF2-40B4-BE49-F238E27FC236}">
                  <a16:creationId xmlns:a16="http://schemas.microsoft.com/office/drawing/2014/main" id="{C5500B38-186F-094A-67EF-8A53BAF222F6}"/>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336;p35">
              <a:extLst>
                <a:ext uri="{FF2B5EF4-FFF2-40B4-BE49-F238E27FC236}">
                  <a16:creationId xmlns:a16="http://schemas.microsoft.com/office/drawing/2014/main" id="{41437738-6AC1-80EF-FA29-66DF87EDF8F6}"/>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337;p35">
              <a:extLst>
                <a:ext uri="{FF2B5EF4-FFF2-40B4-BE49-F238E27FC236}">
                  <a16:creationId xmlns:a16="http://schemas.microsoft.com/office/drawing/2014/main" id="{1B7E85EB-EB33-470F-4ED1-C1E120EB9651}"/>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338;p35">
              <a:extLst>
                <a:ext uri="{FF2B5EF4-FFF2-40B4-BE49-F238E27FC236}">
                  <a16:creationId xmlns:a16="http://schemas.microsoft.com/office/drawing/2014/main" id="{80A2B6C9-A41E-09AC-157E-630F7CA30333}"/>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339;p35">
              <a:extLst>
                <a:ext uri="{FF2B5EF4-FFF2-40B4-BE49-F238E27FC236}">
                  <a16:creationId xmlns:a16="http://schemas.microsoft.com/office/drawing/2014/main" id="{A6F34AB0-5753-38B8-0E19-353CC6F937BA}"/>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340;p35">
              <a:extLst>
                <a:ext uri="{FF2B5EF4-FFF2-40B4-BE49-F238E27FC236}">
                  <a16:creationId xmlns:a16="http://schemas.microsoft.com/office/drawing/2014/main" id="{755AE6C3-BB1A-5416-BEA0-96FB99116AA4}"/>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341;p35">
              <a:extLst>
                <a:ext uri="{FF2B5EF4-FFF2-40B4-BE49-F238E27FC236}">
                  <a16:creationId xmlns:a16="http://schemas.microsoft.com/office/drawing/2014/main" id="{8C487099-5F2C-EC94-6B6D-3C0E6DB46974}"/>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342;p35">
              <a:extLst>
                <a:ext uri="{FF2B5EF4-FFF2-40B4-BE49-F238E27FC236}">
                  <a16:creationId xmlns:a16="http://schemas.microsoft.com/office/drawing/2014/main" id="{AFFE7441-2C3E-0FEE-7049-CCC107FE01CA}"/>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343;p35">
              <a:extLst>
                <a:ext uri="{FF2B5EF4-FFF2-40B4-BE49-F238E27FC236}">
                  <a16:creationId xmlns:a16="http://schemas.microsoft.com/office/drawing/2014/main" id="{34CD75D7-BA3D-9489-45C4-4F0911FA5E2F}"/>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344;p35">
              <a:extLst>
                <a:ext uri="{FF2B5EF4-FFF2-40B4-BE49-F238E27FC236}">
                  <a16:creationId xmlns:a16="http://schemas.microsoft.com/office/drawing/2014/main" id="{BDAABB56-F80A-56C0-FB14-AE889F73D845}"/>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345;p35">
              <a:extLst>
                <a:ext uri="{FF2B5EF4-FFF2-40B4-BE49-F238E27FC236}">
                  <a16:creationId xmlns:a16="http://schemas.microsoft.com/office/drawing/2014/main" id="{F32E262C-7700-E7E7-F024-3F98C607F289}"/>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346;p35">
              <a:extLst>
                <a:ext uri="{FF2B5EF4-FFF2-40B4-BE49-F238E27FC236}">
                  <a16:creationId xmlns:a16="http://schemas.microsoft.com/office/drawing/2014/main" id="{A3403ED6-1491-F19A-9694-5699BA956942}"/>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347;p35">
              <a:extLst>
                <a:ext uri="{FF2B5EF4-FFF2-40B4-BE49-F238E27FC236}">
                  <a16:creationId xmlns:a16="http://schemas.microsoft.com/office/drawing/2014/main" id="{74015809-831D-A8EA-29BD-2A0664E88294}"/>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348;p35">
              <a:extLst>
                <a:ext uri="{FF2B5EF4-FFF2-40B4-BE49-F238E27FC236}">
                  <a16:creationId xmlns:a16="http://schemas.microsoft.com/office/drawing/2014/main" id="{D8DF4FAD-5B25-7AB5-9907-4A65B579DB85}"/>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349;p35">
              <a:extLst>
                <a:ext uri="{FF2B5EF4-FFF2-40B4-BE49-F238E27FC236}">
                  <a16:creationId xmlns:a16="http://schemas.microsoft.com/office/drawing/2014/main" id="{593A3734-17E9-7435-07B9-E04F30E10159}"/>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350;p35">
              <a:extLst>
                <a:ext uri="{FF2B5EF4-FFF2-40B4-BE49-F238E27FC236}">
                  <a16:creationId xmlns:a16="http://schemas.microsoft.com/office/drawing/2014/main" id="{934467A6-7709-A936-262B-F0B539753BA2}"/>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351;p35">
              <a:extLst>
                <a:ext uri="{FF2B5EF4-FFF2-40B4-BE49-F238E27FC236}">
                  <a16:creationId xmlns:a16="http://schemas.microsoft.com/office/drawing/2014/main" id="{B4CC4C7C-52DD-9F9C-AA47-365E3CF2E842}"/>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352;p35">
              <a:extLst>
                <a:ext uri="{FF2B5EF4-FFF2-40B4-BE49-F238E27FC236}">
                  <a16:creationId xmlns:a16="http://schemas.microsoft.com/office/drawing/2014/main" id="{2F34A9CE-0206-63B9-0D8F-ECD6855FB20F}"/>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353;p35">
              <a:extLst>
                <a:ext uri="{FF2B5EF4-FFF2-40B4-BE49-F238E27FC236}">
                  <a16:creationId xmlns:a16="http://schemas.microsoft.com/office/drawing/2014/main" id="{5F47A894-DFD3-42ED-A7B0-BAFF14E034CC}"/>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354;p35">
              <a:extLst>
                <a:ext uri="{FF2B5EF4-FFF2-40B4-BE49-F238E27FC236}">
                  <a16:creationId xmlns:a16="http://schemas.microsoft.com/office/drawing/2014/main" id="{52961BE1-1303-0E20-36FB-EAF287B4A619}"/>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355;p35">
              <a:extLst>
                <a:ext uri="{FF2B5EF4-FFF2-40B4-BE49-F238E27FC236}">
                  <a16:creationId xmlns:a16="http://schemas.microsoft.com/office/drawing/2014/main" id="{5E3B7788-7487-EDD5-26C7-6E608B7F3B43}"/>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356;p35">
              <a:extLst>
                <a:ext uri="{FF2B5EF4-FFF2-40B4-BE49-F238E27FC236}">
                  <a16:creationId xmlns:a16="http://schemas.microsoft.com/office/drawing/2014/main" id="{2F0400FF-3740-13D6-7D19-1DB9AC8B2E9F}"/>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357;p35">
              <a:extLst>
                <a:ext uri="{FF2B5EF4-FFF2-40B4-BE49-F238E27FC236}">
                  <a16:creationId xmlns:a16="http://schemas.microsoft.com/office/drawing/2014/main" id="{27EAB918-456D-6E04-DA3E-F18A8824D0E6}"/>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358;p35">
              <a:extLst>
                <a:ext uri="{FF2B5EF4-FFF2-40B4-BE49-F238E27FC236}">
                  <a16:creationId xmlns:a16="http://schemas.microsoft.com/office/drawing/2014/main" id="{A8CDF845-0FF2-711E-0DE6-4672C71B654A}"/>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359;p35">
              <a:extLst>
                <a:ext uri="{FF2B5EF4-FFF2-40B4-BE49-F238E27FC236}">
                  <a16:creationId xmlns:a16="http://schemas.microsoft.com/office/drawing/2014/main" id="{A856D176-D81F-51D1-B0B5-1C5ABD753F6F}"/>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360;p35">
              <a:extLst>
                <a:ext uri="{FF2B5EF4-FFF2-40B4-BE49-F238E27FC236}">
                  <a16:creationId xmlns:a16="http://schemas.microsoft.com/office/drawing/2014/main" id="{8A0207A4-DA00-1933-E793-803BAD605ABA}"/>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361;p35">
              <a:extLst>
                <a:ext uri="{FF2B5EF4-FFF2-40B4-BE49-F238E27FC236}">
                  <a16:creationId xmlns:a16="http://schemas.microsoft.com/office/drawing/2014/main" id="{B2800254-2412-5598-0F4F-6AE6EEEE714E}"/>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362;p35">
              <a:extLst>
                <a:ext uri="{FF2B5EF4-FFF2-40B4-BE49-F238E27FC236}">
                  <a16:creationId xmlns:a16="http://schemas.microsoft.com/office/drawing/2014/main" id="{0539CCD1-7D3A-A292-87FF-4852AC73F4A8}"/>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363;p35">
              <a:extLst>
                <a:ext uri="{FF2B5EF4-FFF2-40B4-BE49-F238E27FC236}">
                  <a16:creationId xmlns:a16="http://schemas.microsoft.com/office/drawing/2014/main" id="{AC280F4B-ABB2-2A0B-FB1D-A671376954B9}"/>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364;p35">
              <a:extLst>
                <a:ext uri="{FF2B5EF4-FFF2-40B4-BE49-F238E27FC236}">
                  <a16:creationId xmlns:a16="http://schemas.microsoft.com/office/drawing/2014/main" id="{3E870441-EFE0-6764-7608-0ECFA4AD8E9B}"/>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365;p35">
              <a:extLst>
                <a:ext uri="{FF2B5EF4-FFF2-40B4-BE49-F238E27FC236}">
                  <a16:creationId xmlns:a16="http://schemas.microsoft.com/office/drawing/2014/main" id="{929C4C96-2765-60DF-613D-601350CB4799}"/>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13656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1804383C-BFCD-654D-3F9A-C3DC2BB2A0C5}"/>
            </a:ext>
          </a:extLst>
        </p:cNvPr>
        <p:cNvGrpSpPr/>
        <p:nvPr/>
      </p:nvGrpSpPr>
      <p:grpSpPr>
        <a:xfrm>
          <a:off x="0" y="0"/>
          <a:ext cx="0" cy="0"/>
          <a:chOff x="0" y="0"/>
          <a:chExt cx="0" cy="0"/>
        </a:xfrm>
      </p:grpSpPr>
      <p:sp>
        <p:nvSpPr>
          <p:cNvPr id="7" name="Google Shape;2188;p34">
            <a:extLst>
              <a:ext uri="{FF2B5EF4-FFF2-40B4-BE49-F238E27FC236}">
                <a16:creationId xmlns:a16="http://schemas.microsoft.com/office/drawing/2014/main" id="{A80DEDF5-9753-A516-0710-9C81D0AF75AE}"/>
              </a:ext>
            </a:extLst>
          </p:cNvPr>
          <p:cNvSpPr/>
          <p:nvPr/>
        </p:nvSpPr>
        <p:spPr>
          <a:xfrm>
            <a:off x="664791" y="3318151"/>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 name="Google Shape;2190;p34">
            <a:extLst>
              <a:ext uri="{FF2B5EF4-FFF2-40B4-BE49-F238E27FC236}">
                <a16:creationId xmlns:a16="http://schemas.microsoft.com/office/drawing/2014/main" id="{F7CE7773-1E90-20A5-1603-030493FCBEC1}"/>
              </a:ext>
            </a:extLst>
          </p:cNvPr>
          <p:cNvSpPr>
            <a:spLocks/>
          </p:cNvSpPr>
          <p:nvPr/>
        </p:nvSpPr>
        <p:spPr>
          <a:xfrm>
            <a:off x="672919" y="2578837"/>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248" name="Google Shape;2190;p34">
            <a:extLst>
              <a:ext uri="{FF2B5EF4-FFF2-40B4-BE49-F238E27FC236}">
                <a16:creationId xmlns:a16="http://schemas.microsoft.com/office/drawing/2014/main" id="{8ACA97E3-137B-8647-2FBB-4E8F77DD956B}"/>
              </a:ext>
            </a:extLst>
          </p:cNvPr>
          <p:cNvSpPr/>
          <p:nvPr/>
        </p:nvSpPr>
        <p:spPr>
          <a:xfrm>
            <a:off x="672919" y="1104173"/>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86" name="Google Shape;2186;p34">
            <a:extLst>
              <a:ext uri="{FF2B5EF4-FFF2-40B4-BE49-F238E27FC236}">
                <a16:creationId xmlns:a16="http://schemas.microsoft.com/office/drawing/2014/main" id="{FE334751-C341-0B22-7F9A-4DFEA47A8321}"/>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US" sz="2800" dirty="0"/>
              <a:t>4.0 Methodology</a:t>
            </a:r>
            <a:endParaRPr sz="2800" dirty="0"/>
          </a:p>
        </p:txBody>
      </p:sp>
      <p:sp>
        <p:nvSpPr>
          <p:cNvPr id="2190" name="Google Shape;2190;p34">
            <a:extLst>
              <a:ext uri="{FF2B5EF4-FFF2-40B4-BE49-F238E27FC236}">
                <a16:creationId xmlns:a16="http://schemas.microsoft.com/office/drawing/2014/main" id="{B5446DB6-5195-4F78-10D9-465D0E1947F3}"/>
              </a:ext>
            </a:extLst>
          </p:cNvPr>
          <p:cNvSpPr>
            <a:spLocks/>
          </p:cNvSpPr>
          <p:nvPr/>
        </p:nvSpPr>
        <p:spPr>
          <a:xfrm>
            <a:off x="672919" y="4364478"/>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grpSp>
        <p:nvGrpSpPr>
          <p:cNvPr id="11" name="Google Shape;2391;p35">
            <a:extLst>
              <a:ext uri="{FF2B5EF4-FFF2-40B4-BE49-F238E27FC236}">
                <a16:creationId xmlns:a16="http://schemas.microsoft.com/office/drawing/2014/main" id="{0C6AA6E0-591B-2AB6-8501-C036B10E8632}"/>
              </a:ext>
            </a:extLst>
          </p:cNvPr>
          <p:cNvGrpSpPr/>
          <p:nvPr/>
        </p:nvGrpSpPr>
        <p:grpSpPr>
          <a:xfrm>
            <a:off x="7512176" y="895231"/>
            <a:ext cx="455010" cy="454080"/>
            <a:chOff x="3363305" y="1063034"/>
            <a:chExt cx="455010" cy="454080"/>
          </a:xfrm>
        </p:grpSpPr>
        <p:sp>
          <p:nvSpPr>
            <p:cNvPr id="12" name="Google Shape;2392;p35">
              <a:extLst>
                <a:ext uri="{FF2B5EF4-FFF2-40B4-BE49-F238E27FC236}">
                  <a16:creationId xmlns:a16="http://schemas.microsoft.com/office/drawing/2014/main" id="{0800E4A9-C2A9-1C7C-8BDF-BB9A30D6B821}"/>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3;p35">
              <a:extLst>
                <a:ext uri="{FF2B5EF4-FFF2-40B4-BE49-F238E27FC236}">
                  <a16:creationId xmlns:a16="http://schemas.microsoft.com/office/drawing/2014/main" id="{35B99ED3-9520-ED42-C034-DDB2CC9580C4}"/>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4;p35">
              <a:extLst>
                <a:ext uri="{FF2B5EF4-FFF2-40B4-BE49-F238E27FC236}">
                  <a16:creationId xmlns:a16="http://schemas.microsoft.com/office/drawing/2014/main" id="{5BD9CD05-C701-9C78-6301-F800FCC5DD89}"/>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5;p35">
              <a:extLst>
                <a:ext uri="{FF2B5EF4-FFF2-40B4-BE49-F238E27FC236}">
                  <a16:creationId xmlns:a16="http://schemas.microsoft.com/office/drawing/2014/main" id="{7D117C7E-5045-8E3C-E54B-52C414770B49}"/>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6;p35">
              <a:extLst>
                <a:ext uri="{FF2B5EF4-FFF2-40B4-BE49-F238E27FC236}">
                  <a16:creationId xmlns:a16="http://schemas.microsoft.com/office/drawing/2014/main" id="{4B4F75BD-E36C-EE68-D3FF-2E7555C5B5BB}"/>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97;p35">
              <a:extLst>
                <a:ext uri="{FF2B5EF4-FFF2-40B4-BE49-F238E27FC236}">
                  <a16:creationId xmlns:a16="http://schemas.microsoft.com/office/drawing/2014/main" id="{04B03CAD-B62C-D29E-2B68-092B4B21BF01}"/>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98;p35">
              <a:extLst>
                <a:ext uri="{FF2B5EF4-FFF2-40B4-BE49-F238E27FC236}">
                  <a16:creationId xmlns:a16="http://schemas.microsoft.com/office/drawing/2014/main" id="{9B102A7B-2ED8-4558-C4FA-E28FA17A796E}"/>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99;p35">
              <a:extLst>
                <a:ext uri="{FF2B5EF4-FFF2-40B4-BE49-F238E27FC236}">
                  <a16:creationId xmlns:a16="http://schemas.microsoft.com/office/drawing/2014/main" id="{465D2CC9-6E4A-BC50-C23F-FABCEEDD5D1D}"/>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0;p35">
              <a:extLst>
                <a:ext uri="{FF2B5EF4-FFF2-40B4-BE49-F238E27FC236}">
                  <a16:creationId xmlns:a16="http://schemas.microsoft.com/office/drawing/2014/main" id="{2FA97C9F-1081-0006-DB62-599F7853DA50}"/>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1;p35">
              <a:extLst>
                <a:ext uri="{FF2B5EF4-FFF2-40B4-BE49-F238E27FC236}">
                  <a16:creationId xmlns:a16="http://schemas.microsoft.com/office/drawing/2014/main" id="{8DA7093E-10B9-52A4-13EA-4EB52EFDC5E3}"/>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2;p35">
              <a:extLst>
                <a:ext uri="{FF2B5EF4-FFF2-40B4-BE49-F238E27FC236}">
                  <a16:creationId xmlns:a16="http://schemas.microsoft.com/office/drawing/2014/main" id="{8A3B2A82-BEFD-D2E5-2FDA-7F797F4371B5}"/>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3;p35">
              <a:extLst>
                <a:ext uri="{FF2B5EF4-FFF2-40B4-BE49-F238E27FC236}">
                  <a16:creationId xmlns:a16="http://schemas.microsoft.com/office/drawing/2014/main" id="{BC1D4D44-22F1-1B51-ABDE-1C8658B26DE6}"/>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4;p35">
              <a:extLst>
                <a:ext uri="{FF2B5EF4-FFF2-40B4-BE49-F238E27FC236}">
                  <a16:creationId xmlns:a16="http://schemas.microsoft.com/office/drawing/2014/main" id="{0AE3B3CA-A329-0184-88A8-C54B8FE1293D}"/>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5;p35">
              <a:extLst>
                <a:ext uri="{FF2B5EF4-FFF2-40B4-BE49-F238E27FC236}">
                  <a16:creationId xmlns:a16="http://schemas.microsoft.com/office/drawing/2014/main" id="{AFCC74FB-BACA-F447-D077-E919A32F9257}"/>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6;p35">
              <a:extLst>
                <a:ext uri="{FF2B5EF4-FFF2-40B4-BE49-F238E27FC236}">
                  <a16:creationId xmlns:a16="http://schemas.microsoft.com/office/drawing/2014/main" id="{93301DFA-D879-445F-89FA-74A212FC4F50}"/>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07;p35">
              <a:extLst>
                <a:ext uri="{FF2B5EF4-FFF2-40B4-BE49-F238E27FC236}">
                  <a16:creationId xmlns:a16="http://schemas.microsoft.com/office/drawing/2014/main" id="{3503F8AA-B152-69A1-D380-DCE7AA3DBF06}"/>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08;p35">
              <a:extLst>
                <a:ext uri="{FF2B5EF4-FFF2-40B4-BE49-F238E27FC236}">
                  <a16:creationId xmlns:a16="http://schemas.microsoft.com/office/drawing/2014/main" id="{1F7AF3EF-5A12-4123-FB8F-1E26DEE5A0B8}"/>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09;p35">
              <a:extLst>
                <a:ext uri="{FF2B5EF4-FFF2-40B4-BE49-F238E27FC236}">
                  <a16:creationId xmlns:a16="http://schemas.microsoft.com/office/drawing/2014/main" id="{70E368B6-C96C-3940-BF59-FE7284FBB919}"/>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0;p35">
              <a:extLst>
                <a:ext uri="{FF2B5EF4-FFF2-40B4-BE49-F238E27FC236}">
                  <a16:creationId xmlns:a16="http://schemas.microsoft.com/office/drawing/2014/main" id="{C83A5197-BADB-2976-2862-0BF0E0407D5B}"/>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11;p35">
              <a:extLst>
                <a:ext uri="{FF2B5EF4-FFF2-40B4-BE49-F238E27FC236}">
                  <a16:creationId xmlns:a16="http://schemas.microsoft.com/office/drawing/2014/main" id="{323ECC59-8EB4-9E1F-39EA-3732FECF4AD4}"/>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12;p35">
              <a:extLst>
                <a:ext uri="{FF2B5EF4-FFF2-40B4-BE49-F238E27FC236}">
                  <a16:creationId xmlns:a16="http://schemas.microsoft.com/office/drawing/2014/main" id="{57E4AC95-484F-D842-E916-152EB99ED183}"/>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13;p35">
              <a:extLst>
                <a:ext uri="{FF2B5EF4-FFF2-40B4-BE49-F238E27FC236}">
                  <a16:creationId xmlns:a16="http://schemas.microsoft.com/office/drawing/2014/main" id="{BAFAA5D8-4FE0-70D6-A7F2-B23639D04754}"/>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3" name="Google Shape;2188;p34">
            <a:extLst>
              <a:ext uri="{FF2B5EF4-FFF2-40B4-BE49-F238E27FC236}">
                <a16:creationId xmlns:a16="http://schemas.microsoft.com/office/drawing/2014/main" id="{590DD1B7-1007-E98F-2B8D-70724F260988}"/>
              </a:ext>
            </a:extLst>
          </p:cNvPr>
          <p:cNvSpPr/>
          <p:nvPr/>
        </p:nvSpPr>
        <p:spPr>
          <a:xfrm>
            <a:off x="672919" y="1839523"/>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pic>
        <p:nvPicPr>
          <p:cNvPr id="3" name="Picture 2">
            <a:extLst>
              <a:ext uri="{FF2B5EF4-FFF2-40B4-BE49-F238E27FC236}">
                <a16:creationId xmlns:a16="http://schemas.microsoft.com/office/drawing/2014/main" id="{D75785D9-C413-F206-10F9-161AFF182F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oogle Shape;3249;p35">
            <a:extLst>
              <a:ext uri="{FF2B5EF4-FFF2-40B4-BE49-F238E27FC236}">
                <a16:creationId xmlns:a16="http://schemas.microsoft.com/office/drawing/2014/main" id="{7B4F1AD5-A204-9A51-F96A-E7E568D54FE9}"/>
              </a:ext>
            </a:extLst>
          </p:cNvPr>
          <p:cNvGrpSpPr/>
          <p:nvPr/>
        </p:nvGrpSpPr>
        <p:grpSpPr>
          <a:xfrm>
            <a:off x="826673" y="3414317"/>
            <a:ext cx="423892" cy="421693"/>
            <a:chOff x="2716201" y="4267204"/>
            <a:chExt cx="454986" cy="452626"/>
          </a:xfrm>
        </p:grpSpPr>
        <p:sp>
          <p:nvSpPr>
            <p:cNvPr id="35" name="Google Shape;3250;p35">
              <a:extLst>
                <a:ext uri="{FF2B5EF4-FFF2-40B4-BE49-F238E27FC236}">
                  <a16:creationId xmlns:a16="http://schemas.microsoft.com/office/drawing/2014/main" id="{F5449EF9-F6F4-2E20-7E98-9D9BAB9A88AE}"/>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1;p35">
              <a:extLst>
                <a:ext uri="{FF2B5EF4-FFF2-40B4-BE49-F238E27FC236}">
                  <a16:creationId xmlns:a16="http://schemas.microsoft.com/office/drawing/2014/main" id="{00E87199-24F6-E40A-B764-B11564798A53}"/>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2;p35">
              <a:extLst>
                <a:ext uri="{FF2B5EF4-FFF2-40B4-BE49-F238E27FC236}">
                  <a16:creationId xmlns:a16="http://schemas.microsoft.com/office/drawing/2014/main" id="{0ABD4D09-859F-2195-F954-8FAB1724258F}"/>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3;p35">
              <a:extLst>
                <a:ext uri="{FF2B5EF4-FFF2-40B4-BE49-F238E27FC236}">
                  <a16:creationId xmlns:a16="http://schemas.microsoft.com/office/drawing/2014/main" id="{BCB10989-5D3C-CA69-E925-987E7464A079}"/>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4;p35">
              <a:extLst>
                <a:ext uri="{FF2B5EF4-FFF2-40B4-BE49-F238E27FC236}">
                  <a16:creationId xmlns:a16="http://schemas.microsoft.com/office/drawing/2014/main" id="{172A5C5D-7014-362B-7D85-781DF1D6A422}"/>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5;p35">
              <a:extLst>
                <a:ext uri="{FF2B5EF4-FFF2-40B4-BE49-F238E27FC236}">
                  <a16:creationId xmlns:a16="http://schemas.microsoft.com/office/drawing/2014/main" id="{06766182-D74B-B9C4-1A15-B2BCAC8DFF5E}"/>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6;p35">
              <a:extLst>
                <a:ext uri="{FF2B5EF4-FFF2-40B4-BE49-F238E27FC236}">
                  <a16:creationId xmlns:a16="http://schemas.microsoft.com/office/drawing/2014/main" id="{64E2CF79-5EA4-DB75-EF01-266308ECC5CC}"/>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57;p35">
              <a:extLst>
                <a:ext uri="{FF2B5EF4-FFF2-40B4-BE49-F238E27FC236}">
                  <a16:creationId xmlns:a16="http://schemas.microsoft.com/office/drawing/2014/main" id="{B0E1E77C-24BF-9071-DD50-FEC066D3B169}"/>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58;p35">
              <a:extLst>
                <a:ext uri="{FF2B5EF4-FFF2-40B4-BE49-F238E27FC236}">
                  <a16:creationId xmlns:a16="http://schemas.microsoft.com/office/drawing/2014/main" id="{FD30F838-FAB8-5CCA-2F89-71F98425E3EA}"/>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59;p35">
              <a:extLst>
                <a:ext uri="{FF2B5EF4-FFF2-40B4-BE49-F238E27FC236}">
                  <a16:creationId xmlns:a16="http://schemas.microsoft.com/office/drawing/2014/main" id="{D2DBD6C3-C145-5FA4-3BAB-B31C74D4D985}"/>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0;p35">
              <a:extLst>
                <a:ext uri="{FF2B5EF4-FFF2-40B4-BE49-F238E27FC236}">
                  <a16:creationId xmlns:a16="http://schemas.microsoft.com/office/drawing/2014/main" id="{DF5F10A8-B671-E03E-D0F3-87C69CE49A51}"/>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1;p35">
              <a:extLst>
                <a:ext uri="{FF2B5EF4-FFF2-40B4-BE49-F238E27FC236}">
                  <a16:creationId xmlns:a16="http://schemas.microsoft.com/office/drawing/2014/main" id="{7F4728EE-FB43-1E0E-34CC-1CBBD104EE55}"/>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2;p35">
              <a:extLst>
                <a:ext uri="{FF2B5EF4-FFF2-40B4-BE49-F238E27FC236}">
                  <a16:creationId xmlns:a16="http://schemas.microsoft.com/office/drawing/2014/main" id="{47B518F6-5842-AF0D-B596-F629C233BB17}"/>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3;p35">
              <a:extLst>
                <a:ext uri="{FF2B5EF4-FFF2-40B4-BE49-F238E27FC236}">
                  <a16:creationId xmlns:a16="http://schemas.microsoft.com/office/drawing/2014/main" id="{563842EB-7B72-C2A9-6E4C-96A1DEB7B2FA}"/>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4;p35">
              <a:extLst>
                <a:ext uri="{FF2B5EF4-FFF2-40B4-BE49-F238E27FC236}">
                  <a16:creationId xmlns:a16="http://schemas.microsoft.com/office/drawing/2014/main" id="{7B177D20-AC15-91A8-FD67-8FAFFC230E04}"/>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5;p35">
              <a:extLst>
                <a:ext uri="{FF2B5EF4-FFF2-40B4-BE49-F238E27FC236}">
                  <a16:creationId xmlns:a16="http://schemas.microsoft.com/office/drawing/2014/main" id="{5BBF5B13-85EC-B524-ED15-C26CCD81265E}"/>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6;p35">
              <a:extLst>
                <a:ext uri="{FF2B5EF4-FFF2-40B4-BE49-F238E27FC236}">
                  <a16:creationId xmlns:a16="http://schemas.microsoft.com/office/drawing/2014/main" id="{C22AF821-A2B8-ACD3-0BED-B33E7B16A3C1}"/>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67;p35">
              <a:extLst>
                <a:ext uri="{FF2B5EF4-FFF2-40B4-BE49-F238E27FC236}">
                  <a16:creationId xmlns:a16="http://schemas.microsoft.com/office/drawing/2014/main" id="{38C198DA-B202-B236-16B8-F54343801F7E}"/>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68;p35">
              <a:extLst>
                <a:ext uri="{FF2B5EF4-FFF2-40B4-BE49-F238E27FC236}">
                  <a16:creationId xmlns:a16="http://schemas.microsoft.com/office/drawing/2014/main" id="{BC087976-F323-7B4F-EE5D-B1072B789D3E}"/>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69;p35">
              <a:extLst>
                <a:ext uri="{FF2B5EF4-FFF2-40B4-BE49-F238E27FC236}">
                  <a16:creationId xmlns:a16="http://schemas.microsoft.com/office/drawing/2014/main" id="{047585F1-6B7F-61CD-42EB-C4471FEE1934}"/>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0;p35">
              <a:extLst>
                <a:ext uri="{FF2B5EF4-FFF2-40B4-BE49-F238E27FC236}">
                  <a16:creationId xmlns:a16="http://schemas.microsoft.com/office/drawing/2014/main" id="{B7AAFBD1-C33C-4D87-E1A0-9D19889D90A2}"/>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1;p35">
              <a:extLst>
                <a:ext uri="{FF2B5EF4-FFF2-40B4-BE49-F238E27FC236}">
                  <a16:creationId xmlns:a16="http://schemas.microsoft.com/office/drawing/2014/main" id="{B63E150E-0691-040D-6B97-A19CDA3F079C}"/>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2;p35">
              <a:extLst>
                <a:ext uri="{FF2B5EF4-FFF2-40B4-BE49-F238E27FC236}">
                  <a16:creationId xmlns:a16="http://schemas.microsoft.com/office/drawing/2014/main" id="{B9689078-4185-3411-B3FD-9C85D3C9BBA7}"/>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3;p35">
              <a:extLst>
                <a:ext uri="{FF2B5EF4-FFF2-40B4-BE49-F238E27FC236}">
                  <a16:creationId xmlns:a16="http://schemas.microsoft.com/office/drawing/2014/main" id="{B912CD0C-CA25-63D5-BFD6-E6F5D783F180}"/>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4;p35">
              <a:extLst>
                <a:ext uri="{FF2B5EF4-FFF2-40B4-BE49-F238E27FC236}">
                  <a16:creationId xmlns:a16="http://schemas.microsoft.com/office/drawing/2014/main" id="{A0E8C0F0-B8B9-376B-C4C7-4625329E106B}"/>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5;p35">
              <a:extLst>
                <a:ext uri="{FF2B5EF4-FFF2-40B4-BE49-F238E27FC236}">
                  <a16:creationId xmlns:a16="http://schemas.microsoft.com/office/drawing/2014/main" id="{7F00E61B-17C4-7A08-3830-2924B35F99F4}"/>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6;p35">
              <a:extLst>
                <a:ext uri="{FF2B5EF4-FFF2-40B4-BE49-F238E27FC236}">
                  <a16:creationId xmlns:a16="http://schemas.microsoft.com/office/drawing/2014/main" id="{D2860A00-5AE1-C9D7-3A1B-905BED604F69}"/>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77;p35">
              <a:extLst>
                <a:ext uri="{FF2B5EF4-FFF2-40B4-BE49-F238E27FC236}">
                  <a16:creationId xmlns:a16="http://schemas.microsoft.com/office/drawing/2014/main" id="{17D75533-814D-E69D-4581-B10B65729AB0}"/>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78;p35">
              <a:extLst>
                <a:ext uri="{FF2B5EF4-FFF2-40B4-BE49-F238E27FC236}">
                  <a16:creationId xmlns:a16="http://schemas.microsoft.com/office/drawing/2014/main" id="{08E310B2-91CB-42E2-7541-1DE04D0EA045}"/>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79;p35">
              <a:extLst>
                <a:ext uri="{FF2B5EF4-FFF2-40B4-BE49-F238E27FC236}">
                  <a16:creationId xmlns:a16="http://schemas.microsoft.com/office/drawing/2014/main" id="{CE9F2465-0FC6-D353-A212-B87CC619FE8A}"/>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0;p35">
              <a:extLst>
                <a:ext uri="{FF2B5EF4-FFF2-40B4-BE49-F238E27FC236}">
                  <a16:creationId xmlns:a16="http://schemas.microsoft.com/office/drawing/2014/main" id="{9D16B13F-00D8-C2EF-33B3-611602B6690F}"/>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1;p35">
              <a:extLst>
                <a:ext uri="{FF2B5EF4-FFF2-40B4-BE49-F238E27FC236}">
                  <a16:creationId xmlns:a16="http://schemas.microsoft.com/office/drawing/2014/main" id="{18AE70A1-B657-458D-1AD2-FAC675BA19F5}"/>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2;p35">
              <a:extLst>
                <a:ext uri="{FF2B5EF4-FFF2-40B4-BE49-F238E27FC236}">
                  <a16:creationId xmlns:a16="http://schemas.microsoft.com/office/drawing/2014/main" id="{16A5C92B-6DED-1DE3-262A-2E80235CBF99}"/>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3;p35">
              <a:extLst>
                <a:ext uri="{FF2B5EF4-FFF2-40B4-BE49-F238E27FC236}">
                  <a16:creationId xmlns:a16="http://schemas.microsoft.com/office/drawing/2014/main" id="{18CF27A4-19A8-1460-60E2-4617E36F8B6E}"/>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4;p35">
              <a:extLst>
                <a:ext uri="{FF2B5EF4-FFF2-40B4-BE49-F238E27FC236}">
                  <a16:creationId xmlns:a16="http://schemas.microsoft.com/office/drawing/2014/main" id="{7A652465-4624-9ED1-3528-0EAC9849A55C}"/>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5;p35">
              <a:extLst>
                <a:ext uri="{FF2B5EF4-FFF2-40B4-BE49-F238E27FC236}">
                  <a16:creationId xmlns:a16="http://schemas.microsoft.com/office/drawing/2014/main" id="{E4781B5E-4158-51AB-8C1E-8C8DED53A902}"/>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6;p35">
              <a:extLst>
                <a:ext uri="{FF2B5EF4-FFF2-40B4-BE49-F238E27FC236}">
                  <a16:creationId xmlns:a16="http://schemas.microsoft.com/office/drawing/2014/main" id="{88DB7DCA-E12E-74D1-93A1-7FC99B56BDF3}"/>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87;p35">
              <a:extLst>
                <a:ext uri="{FF2B5EF4-FFF2-40B4-BE49-F238E27FC236}">
                  <a16:creationId xmlns:a16="http://schemas.microsoft.com/office/drawing/2014/main" id="{BEDACC10-8581-2DBF-BC77-D9C6DA3458D7}"/>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88;p35">
              <a:extLst>
                <a:ext uri="{FF2B5EF4-FFF2-40B4-BE49-F238E27FC236}">
                  <a16:creationId xmlns:a16="http://schemas.microsoft.com/office/drawing/2014/main" id="{669B7B88-06B3-8535-69EE-725B1F775638}"/>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89;p35">
              <a:extLst>
                <a:ext uri="{FF2B5EF4-FFF2-40B4-BE49-F238E27FC236}">
                  <a16:creationId xmlns:a16="http://schemas.microsoft.com/office/drawing/2014/main" id="{BAD5FF17-1810-1B2C-4186-5523A4492FFB}"/>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0;p35">
              <a:extLst>
                <a:ext uri="{FF2B5EF4-FFF2-40B4-BE49-F238E27FC236}">
                  <a16:creationId xmlns:a16="http://schemas.microsoft.com/office/drawing/2014/main" id="{C9861578-580A-2758-2E88-AAC826FB4863}"/>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1;p35">
              <a:extLst>
                <a:ext uri="{FF2B5EF4-FFF2-40B4-BE49-F238E27FC236}">
                  <a16:creationId xmlns:a16="http://schemas.microsoft.com/office/drawing/2014/main" id="{F2A43B2A-3F8E-BD47-A5DF-B8AE81D02181}"/>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2;p35">
              <a:extLst>
                <a:ext uri="{FF2B5EF4-FFF2-40B4-BE49-F238E27FC236}">
                  <a16:creationId xmlns:a16="http://schemas.microsoft.com/office/drawing/2014/main" id="{0E9E4F0E-A875-BEEB-036B-62BC4A2C9203}"/>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3;p35">
              <a:extLst>
                <a:ext uri="{FF2B5EF4-FFF2-40B4-BE49-F238E27FC236}">
                  <a16:creationId xmlns:a16="http://schemas.microsoft.com/office/drawing/2014/main" id="{49E8EABB-E082-B609-B7D1-E740612FEBC7}"/>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4;p35">
              <a:extLst>
                <a:ext uri="{FF2B5EF4-FFF2-40B4-BE49-F238E27FC236}">
                  <a16:creationId xmlns:a16="http://schemas.microsoft.com/office/drawing/2014/main" id="{D12B1021-BD22-9078-B8B5-A2B2CE582F97}"/>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5;p35">
              <a:extLst>
                <a:ext uri="{FF2B5EF4-FFF2-40B4-BE49-F238E27FC236}">
                  <a16:creationId xmlns:a16="http://schemas.microsoft.com/office/drawing/2014/main" id="{01528EFC-6E3F-CE6A-ECE1-2C61D2A2D798}"/>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6;p35">
              <a:extLst>
                <a:ext uri="{FF2B5EF4-FFF2-40B4-BE49-F238E27FC236}">
                  <a16:creationId xmlns:a16="http://schemas.microsoft.com/office/drawing/2014/main" id="{79C73C1C-4AD6-5C2F-51E5-10D2A9FDA235}"/>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297;p35">
              <a:extLst>
                <a:ext uri="{FF2B5EF4-FFF2-40B4-BE49-F238E27FC236}">
                  <a16:creationId xmlns:a16="http://schemas.microsoft.com/office/drawing/2014/main" id="{73CBB706-84BF-4E58-E221-8A1D6C5A0BAF}"/>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298;p35">
              <a:extLst>
                <a:ext uri="{FF2B5EF4-FFF2-40B4-BE49-F238E27FC236}">
                  <a16:creationId xmlns:a16="http://schemas.microsoft.com/office/drawing/2014/main" id="{93468915-942F-C5D4-BDB9-9D3CC036DE42}"/>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299;p35">
              <a:extLst>
                <a:ext uri="{FF2B5EF4-FFF2-40B4-BE49-F238E27FC236}">
                  <a16:creationId xmlns:a16="http://schemas.microsoft.com/office/drawing/2014/main" id="{5AC60927-30C7-2DBB-4B95-23084AEAC9EA}"/>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0;p35">
              <a:extLst>
                <a:ext uri="{FF2B5EF4-FFF2-40B4-BE49-F238E27FC236}">
                  <a16:creationId xmlns:a16="http://schemas.microsoft.com/office/drawing/2014/main" id="{CBB2410E-9E48-C2F0-5788-15725A7232AA}"/>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1;p35">
              <a:extLst>
                <a:ext uri="{FF2B5EF4-FFF2-40B4-BE49-F238E27FC236}">
                  <a16:creationId xmlns:a16="http://schemas.microsoft.com/office/drawing/2014/main" id="{14862B70-74EE-B095-F675-0FFB110223F4}"/>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2;p35">
              <a:extLst>
                <a:ext uri="{FF2B5EF4-FFF2-40B4-BE49-F238E27FC236}">
                  <a16:creationId xmlns:a16="http://schemas.microsoft.com/office/drawing/2014/main" id="{52F00BB1-369C-54C8-6536-1DB1CC1095FC}"/>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3;p35">
              <a:extLst>
                <a:ext uri="{FF2B5EF4-FFF2-40B4-BE49-F238E27FC236}">
                  <a16:creationId xmlns:a16="http://schemas.microsoft.com/office/drawing/2014/main" id="{7C2744E2-B675-DB28-FE60-D0E2C37ABC45}"/>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4;p35">
              <a:extLst>
                <a:ext uri="{FF2B5EF4-FFF2-40B4-BE49-F238E27FC236}">
                  <a16:creationId xmlns:a16="http://schemas.microsoft.com/office/drawing/2014/main" id="{2B8F5778-4B80-0ED4-8F64-1739D6C38B51}"/>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5;p35">
              <a:extLst>
                <a:ext uri="{FF2B5EF4-FFF2-40B4-BE49-F238E27FC236}">
                  <a16:creationId xmlns:a16="http://schemas.microsoft.com/office/drawing/2014/main" id="{AE3F6C92-526B-2A16-66EC-BC18387AE5F6}"/>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6;p35">
              <a:extLst>
                <a:ext uri="{FF2B5EF4-FFF2-40B4-BE49-F238E27FC236}">
                  <a16:creationId xmlns:a16="http://schemas.microsoft.com/office/drawing/2014/main" id="{AE35E105-7E4C-A36F-4CBE-EBE8BF6965E5}"/>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07;p35">
              <a:extLst>
                <a:ext uri="{FF2B5EF4-FFF2-40B4-BE49-F238E27FC236}">
                  <a16:creationId xmlns:a16="http://schemas.microsoft.com/office/drawing/2014/main" id="{C4E56CD2-8FEE-2F43-63E5-1362FDCA79FE}"/>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08;p35">
              <a:extLst>
                <a:ext uri="{FF2B5EF4-FFF2-40B4-BE49-F238E27FC236}">
                  <a16:creationId xmlns:a16="http://schemas.microsoft.com/office/drawing/2014/main" id="{BF881CDB-D5A4-F676-7E98-F5CF49C61252}"/>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09;p35">
              <a:extLst>
                <a:ext uri="{FF2B5EF4-FFF2-40B4-BE49-F238E27FC236}">
                  <a16:creationId xmlns:a16="http://schemas.microsoft.com/office/drawing/2014/main" id="{3C9EC8E7-F4AB-5197-BD65-3ABA8AF85384}"/>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0;p35">
              <a:extLst>
                <a:ext uri="{FF2B5EF4-FFF2-40B4-BE49-F238E27FC236}">
                  <a16:creationId xmlns:a16="http://schemas.microsoft.com/office/drawing/2014/main" id="{7A2919DB-B775-DCA8-9870-E721AC5EFB93}"/>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1;p35">
              <a:extLst>
                <a:ext uri="{FF2B5EF4-FFF2-40B4-BE49-F238E27FC236}">
                  <a16:creationId xmlns:a16="http://schemas.microsoft.com/office/drawing/2014/main" id="{A33CD3A4-02FE-7DFD-316F-8396EDE65BBD}"/>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2;p35">
              <a:extLst>
                <a:ext uri="{FF2B5EF4-FFF2-40B4-BE49-F238E27FC236}">
                  <a16:creationId xmlns:a16="http://schemas.microsoft.com/office/drawing/2014/main" id="{775B1D1A-3C90-B5EE-594C-3CD4AE9FA9BA}"/>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3;p35">
              <a:extLst>
                <a:ext uri="{FF2B5EF4-FFF2-40B4-BE49-F238E27FC236}">
                  <a16:creationId xmlns:a16="http://schemas.microsoft.com/office/drawing/2014/main" id="{B231B64D-2BC0-3582-ED26-E04E6820CEF0}"/>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4;p35">
              <a:extLst>
                <a:ext uri="{FF2B5EF4-FFF2-40B4-BE49-F238E27FC236}">
                  <a16:creationId xmlns:a16="http://schemas.microsoft.com/office/drawing/2014/main" id="{A6C9AE8A-5B4D-7AEC-5286-A3B2C4236EE4}"/>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5;p35">
              <a:extLst>
                <a:ext uri="{FF2B5EF4-FFF2-40B4-BE49-F238E27FC236}">
                  <a16:creationId xmlns:a16="http://schemas.microsoft.com/office/drawing/2014/main" id="{D6CB7E08-74BD-779C-FB4D-19BF2AB84207}"/>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6;p35">
              <a:extLst>
                <a:ext uri="{FF2B5EF4-FFF2-40B4-BE49-F238E27FC236}">
                  <a16:creationId xmlns:a16="http://schemas.microsoft.com/office/drawing/2014/main" id="{E70FE462-7051-FAAD-A9A2-C25CD2DCD7AD}"/>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17;p35">
              <a:extLst>
                <a:ext uri="{FF2B5EF4-FFF2-40B4-BE49-F238E27FC236}">
                  <a16:creationId xmlns:a16="http://schemas.microsoft.com/office/drawing/2014/main" id="{5CBEF7E1-0F53-4443-FA44-314A5EFA3F67}"/>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3318;p35">
              <a:extLst>
                <a:ext uri="{FF2B5EF4-FFF2-40B4-BE49-F238E27FC236}">
                  <a16:creationId xmlns:a16="http://schemas.microsoft.com/office/drawing/2014/main" id="{2B8E15F2-5A7A-C3D8-5661-F82DB2C2260F}"/>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3319;p35">
              <a:extLst>
                <a:ext uri="{FF2B5EF4-FFF2-40B4-BE49-F238E27FC236}">
                  <a16:creationId xmlns:a16="http://schemas.microsoft.com/office/drawing/2014/main" id="{5A4B0263-38E3-1101-18FA-1737D30FD64B}"/>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3320;p35">
              <a:extLst>
                <a:ext uri="{FF2B5EF4-FFF2-40B4-BE49-F238E27FC236}">
                  <a16:creationId xmlns:a16="http://schemas.microsoft.com/office/drawing/2014/main" id="{B08E0EF3-7DC3-0278-653C-8C92F78CD736}"/>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54;p19">
            <a:extLst>
              <a:ext uri="{FF2B5EF4-FFF2-40B4-BE49-F238E27FC236}">
                <a16:creationId xmlns:a16="http://schemas.microsoft.com/office/drawing/2014/main" id="{693BDAC8-3D9A-20DA-52B0-1C0492CDE6FF}"/>
              </a:ext>
            </a:extLst>
          </p:cNvPr>
          <p:cNvSpPr txBox="1"/>
          <p:nvPr/>
        </p:nvSpPr>
        <p:spPr>
          <a:xfrm>
            <a:off x="1404319" y="1228805"/>
            <a:ext cx="2484175"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Problem Analysis</a:t>
            </a:r>
            <a:endParaRPr sz="1600" dirty="0">
              <a:solidFill>
                <a:schemeClr val="dk1"/>
              </a:solidFill>
              <a:latin typeface="Montserrat SemiBold"/>
              <a:ea typeface="Montserrat SemiBold"/>
              <a:cs typeface="Montserrat SemiBold"/>
              <a:sym typeface="Montserrat SemiBold"/>
            </a:endParaRPr>
          </a:p>
        </p:txBody>
      </p:sp>
      <p:sp>
        <p:nvSpPr>
          <p:cNvPr id="6" name="Google Shape;452;p19">
            <a:extLst>
              <a:ext uri="{FF2B5EF4-FFF2-40B4-BE49-F238E27FC236}">
                <a16:creationId xmlns:a16="http://schemas.microsoft.com/office/drawing/2014/main" id="{A1785154-BCF8-74AB-5BCA-E69852EDC84F}"/>
              </a:ext>
            </a:extLst>
          </p:cNvPr>
          <p:cNvSpPr txBox="1"/>
          <p:nvPr/>
        </p:nvSpPr>
        <p:spPr>
          <a:xfrm>
            <a:off x="1404319" y="1976278"/>
            <a:ext cx="2578302"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Design</a:t>
            </a:r>
            <a:endParaRPr sz="1600" dirty="0">
              <a:solidFill>
                <a:schemeClr val="dk1"/>
              </a:solidFill>
              <a:latin typeface="Montserrat SemiBold"/>
              <a:ea typeface="Montserrat SemiBold"/>
              <a:cs typeface="Montserrat SemiBold"/>
              <a:sym typeface="Montserrat SemiBold"/>
            </a:endParaRPr>
          </a:p>
        </p:txBody>
      </p:sp>
      <p:sp>
        <p:nvSpPr>
          <p:cNvPr id="9" name="Google Shape;453;p19">
            <a:extLst>
              <a:ext uri="{FF2B5EF4-FFF2-40B4-BE49-F238E27FC236}">
                <a16:creationId xmlns:a16="http://schemas.microsoft.com/office/drawing/2014/main" id="{8D84D993-B684-B1AD-051B-C551B92162C8}"/>
              </a:ext>
            </a:extLst>
          </p:cNvPr>
          <p:cNvSpPr txBox="1"/>
          <p:nvPr/>
        </p:nvSpPr>
        <p:spPr>
          <a:xfrm>
            <a:off x="1404319" y="2700187"/>
            <a:ext cx="3175419"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Implementation</a:t>
            </a:r>
            <a:endParaRPr sz="1600" dirty="0">
              <a:solidFill>
                <a:schemeClr val="dk1"/>
              </a:solidFill>
              <a:latin typeface="Montserrat SemiBold"/>
              <a:ea typeface="Montserrat SemiBold"/>
              <a:cs typeface="Montserrat SemiBold"/>
              <a:sym typeface="Montserrat SemiBold"/>
            </a:endParaRPr>
          </a:p>
        </p:txBody>
      </p:sp>
      <p:sp>
        <p:nvSpPr>
          <p:cNvPr id="10" name="Google Shape;458;p19">
            <a:extLst>
              <a:ext uri="{FF2B5EF4-FFF2-40B4-BE49-F238E27FC236}">
                <a16:creationId xmlns:a16="http://schemas.microsoft.com/office/drawing/2014/main" id="{F9E19EEC-CE91-0F28-97C9-C924A8E87708}"/>
              </a:ext>
            </a:extLst>
          </p:cNvPr>
          <p:cNvSpPr txBox="1"/>
          <p:nvPr/>
        </p:nvSpPr>
        <p:spPr>
          <a:xfrm>
            <a:off x="1404319" y="3193374"/>
            <a:ext cx="3505959"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Testing &amp; Debugging</a:t>
            </a:r>
            <a:endParaRPr sz="1600" dirty="0">
              <a:solidFill>
                <a:schemeClr val="dk1"/>
              </a:solidFill>
              <a:latin typeface="Montserrat SemiBold"/>
              <a:ea typeface="Montserrat SemiBold"/>
              <a:cs typeface="Montserrat SemiBold"/>
              <a:sym typeface="Montserrat SemiBold"/>
            </a:endParaRPr>
          </a:p>
        </p:txBody>
      </p:sp>
      <p:sp>
        <p:nvSpPr>
          <p:cNvPr id="2246" name="Google Shape;456;p19">
            <a:extLst>
              <a:ext uri="{FF2B5EF4-FFF2-40B4-BE49-F238E27FC236}">
                <a16:creationId xmlns:a16="http://schemas.microsoft.com/office/drawing/2014/main" id="{FED11DFD-0A41-5546-824D-5EED7CCBBC92}"/>
              </a:ext>
            </a:extLst>
          </p:cNvPr>
          <p:cNvSpPr txBox="1"/>
          <p:nvPr/>
        </p:nvSpPr>
        <p:spPr>
          <a:xfrm>
            <a:off x="1404319" y="4498083"/>
            <a:ext cx="3202784"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Documentation</a:t>
            </a:r>
            <a:endParaRPr sz="1600" dirty="0">
              <a:solidFill>
                <a:schemeClr val="dk1"/>
              </a:solidFill>
              <a:latin typeface="Montserrat SemiBold"/>
              <a:ea typeface="Montserrat SemiBold"/>
              <a:cs typeface="Montserrat SemiBold"/>
              <a:sym typeface="Montserrat SemiBold"/>
            </a:endParaRPr>
          </a:p>
        </p:txBody>
      </p:sp>
      <p:sp>
        <p:nvSpPr>
          <p:cNvPr id="8" name="TextBox 7">
            <a:extLst>
              <a:ext uri="{FF2B5EF4-FFF2-40B4-BE49-F238E27FC236}">
                <a16:creationId xmlns:a16="http://schemas.microsoft.com/office/drawing/2014/main" id="{95C1532E-CB46-391A-7FC2-6EAF745B1A2A}"/>
              </a:ext>
            </a:extLst>
          </p:cNvPr>
          <p:cNvSpPr txBox="1"/>
          <p:nvPr/>
        </p:nvSpPr>
        <p:spPr>
          <a:xfrm>
            <a:off x="1404319" y="3481993"/>
            <a:ext cx="6797787" cy="861774"/>
          </a:xfrm>
          <a:prstGeom prst="rect">
            <a:avLst/>
          </a:prstGeom>
          <a:noFill/>
        </p:spPr>
        <p:txBody>
          <a:bodyPr wrap="square">
            <a:spAutoFit/>
          </a:bodyPr>
          <a:lstStyle/>
          <a:p>
            <a:pPr rtl="0"/>
            <a:r>
              <a:rPr lang="en-US" sz="1200" dirty="0">
                <a:solidFill>
                  <a:schemeClr val="dk1"/>
                </a:solidFill>
                <a:latin typeface="Montserrat Medium"/>
              </a:rPr>
              <a:t>To test the program which is the process of executing a program with the </a:t>
            </a:r>
            <a:r>
              <a:rPr lang="en-US" sz="1200" b="1" dirty="0">
                <a:solidFill>
                  <a:schemeClr val="dk1"/>
                </a:solidFill>
                <a:latin typeface="Montserrat Medium"/>
              </a:rPr>
              <a:t>intent of finding errors in the system</a:t>
            </a:r>
            <a:r>
              <a:rPr lang="en-US" sz="1200" dirty="0">
                <a:solidFill>
                  <a:schemeClr val="dk1"/>
                </a:solidFill>
                <a:latin typeface="Montserrat Medium"/>
              </a:rPr>
              <a:t>.</a:t>
            </a:r>
          </a:p>
          <a:p>
            <a:pPr rtl="0"/>
            <a:r>
              <a:rPr lang="en-US" sz="1200" dirty="0">
                <a:solidFill>
                  <a:schemeClr val="dk1"/>
                </a:solidFill>
                <a:latin typeface="Montserrat Medium"/>
              </a:rPr>
              <a:t>PALS </a:t>
            </a:r>
            <a:r>
              <a:rPr lang="en-US" sz="1200" b="1" dirty="0">
                <a:solidFill>
                  <a:schemeClr val="dk1"/>
                </a:solidFill>
                <a:latin typeface="Montserrat Medium"/>
              </a:rPr>
              <a:t>undergoes rigorous testing</a:t>
            </a:r>
            <a:r>
              <a:rPr lang="en-US" sz="1200" dirty="0">
                <a:solidFill>
                  <a:schemeClr val="dk1"/>
                </a:solidFill>
                <a:latin typeface="Montserrat Medium"/>
              </a:rPr>
              <a:t> to ensure </a:t>
            </a:r>
            <a:r>
              <a:rPr lang="en-US" sz="1200" b="1" dirty="0">
                <a:solidFill>
                  <a:schemeClr val="dk1"/>
                </a:solidFill>
                <a:latin typeface="Montserrat Medium"/>
              </a:rPr>
              <a:t>functionality, reliability, and usability</a:t>
            </a:r>
            <a:r>
              <a:rPr lang="en-US" sz="1200" dirty="0">
                <a:solidFill>
                  <a:schemeClr val="dk1"/>
                </a:solidFill>
                <a:latin typeface="Montserrat Medium"/>
              </a:rPr>
              <a:t>. </a:t>
            </a:r>
            <a:br>
              <a:rPr lang="en-US" dirty="0"/>
            </a:br>
            <a:endParaRPr lang="en-US" dirty="0"/>
          </a:p>
        </p:txBody>
      </p:sp>
    </p:spTree>
    <p:extLst>
      <p:ext uri="{BB962C8B-B14F-4D97-AF65-F5344CB8AC3E}">
        <p14:creationId xmlns:p14="http://schemas.microsoft.com/office/powerpoint/2010/main" val="3570972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9EDC2869-7FF8-D38F-1890-1A6C1A1829EA}"/>
            </a:ext>
          </a:extLst>
        </p:cNvPr>
        <p:cNvGrpSpPr/>
        <p:nvPr/>
      </p:nvGrpSpPr>
      <p:grpSpPr>
        <a:xfrm>
          <a:off x="0" y="0"/>
          <a:ext cx="0" cy="0"/>
          <a:chOff x="0" y="0"/>
          <a:chExt cx="0" cy="0"/>
        </a:xfrm>
      </p:grpSpPr>
      <p:sp>
        <p:nvSpPr>
          <p:cNvPr id="7" name="Google Shape;2188;p34">
            <a:extLst>
              <a:ext uri="{FF2B5EF4-FFF2-40B4-BE49-F238E27FC236}">
                <a16:creationId xmlns:a16="http://schemas.microsoft.com/office/drawing/2014/main" id="{06DBF8FB-EACF-5473-4908-5FA7A74F3076}"/>
              </a:ext>
            </a:extLst>
          </p:cNvPr>
          <p:cNvSpPr/>
          <p:nvPr/>
        </p:nvSpPr>
        <p:spPr>
          <a:xfrm>
            <a:off x="664791" y="3318151"/>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sp>
        <p:nvSpPr>
          <p:cNvPr id="2" name="Google Shape;2190;p34">
            <a:extLst>
              <a:ext uri="{FF2B5EF4-FFF2-40B4-BE49-F238E27FC236}">
                <a16:creationId xmlns:a16="http://schemas.microsoft.com/office/drawing/2014/main" id="{BB2799B9-8749-398F-9FDE-F08028E9153B}"/>
              </a:ext>
            </a:extLst>
          </p:cNvPr>
          <p:cNvSpPr>
            <a:spLocks/>
          </p:cNvSpPr>
          <p:nvPr/>
        </p:nvSpPr>
        <p:spPr>
          <a:xfrm>
            <a:off x="672919" y="2578837"/>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248" name="Google Shape;2190;p34">
            <a:extLst>
              <a:ext uri="{FF2B5EF4-FFF2-40B4-BE49-F238E27FC236}">
                <a16:creationId xmlns:a16="http://schemas.microsoft.com/office/drawing/2014/main" id="{BBBA140F-FDBF-2782-8C26-B04B882F6824}"/>
              </a:ext>
            </a:extLst>
          </p:cNvPr>
          <p:cNvSpPr/>
          <p:nvPr/>
        </p:nvSpPr>
        <p:spPr>
          <a:xfrm>
            <a:off x="672919" y="1104173"/>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sp>
        <p:nvSpPr>
          <p:cNvPr id="2186" name="Google Shape;2186;p34">
            <a:extLst>
              <a:ext uri="{FF2B5EF4-FFF2-40B4-BE49-F238E27FC236}">
                <a16:creationId xmlns:a16="http://schemas.microsoft.com/office/drawing/2014/main" id="{76F0105A-46B7-6C41-0A1E-AF2150B0829E}"/>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rtl="0">
              <a:spcBef>
                <a:spcPts val="0"/>
              </a:spcBef>
              <a:spcAft>
                <a:spcPts val="0"/>
              </a:spcAft>
              <a:buNone/>
            </a:pPr>
            <a:r>
              <a:rPr lang="en-US" sz="2800" dirty="0"/>
              <a:t>4.0 Methodology</a:t>
            </a:r>
            <a:endParaRPr sz="2800" dirty="0"/>
          </a:p>
        </p:txBody>
      </p:sp>
      <p:sp>
        <p:nvSpPr>
          <p:cNvPr id="2190" name="Google Shape;2190;p34">
            <a:extLst>
              <a:ext uri="{FF2B5EF4-FFF2-40B4-BE49-F238E27FC236}">
                <a16:creationId xmlns:a16="http://schemas.microsoft.com/office/drawing/2014/main" id="{20C03E25-068E-2D1F-168E-769D261F4419}"/>
              </a:ext>
            </a:extLst>
          </p:cNvPr>
          <p:cNvSpPr>
            <a:spLocks/>
          </p:cNvSpPr>
          <p:nvPr/>
        </p:nvSpPr>
        <p:spPr>
          <a:xfrm>
            <a:off x="672919" y="4062183"/>
            <a:ext cx="731400" cy="629100"/>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a:latin typeface="Montserrat SemiBold"/>
              <a:ea typeface="Montserrat SemiBold"/>
              <a:cs typeface="Montserrat SemiBold"/>
              <a:sym typeface="Montserrat SemiBold"/>
            </a:endParaRPr>
          </a:p>
        </p:txBody>
      </p:sp>
      <p:grpSp>
        <p:nvGrpSpPr>
          <p:cNvPr id="11" name="Google Shape;2391;p35">
            <a:extLst>
              <a:ext uri="{FF2B5EF4-FFF2-40B4-BE49-F238E27FC236}">
                <a16:creationId xmlns:a16="http://schemas.microsoft.com/office/drawing/2014/main" id="{A93E0D47-0647-4D1F-20DC-7C124755239F}"/>
              </a:ext>
            </a:extLst>
          </p:cNvPr>
          <p:cNvGrpSpPr/>
          <p:nvPr/>
        </p:nvGrpSpPr>
        <p:grpSpPr>
          <a:xfrm>
            <a:off x="7414866" y="357504"/>
            <a:ext cx="455010" cy="454080"/>
            <a:chOff x="3363305" y="1063034"/>
            <a:chExt cx="455010" cy="454080"/>
          </a:xfrm>
        </p:grpSpPr>
        <p:sp>
          <p:nvSpPr>
            <p:cNvPr id="12" name="Google Shape;2392;p35">
              <a:extLst>
                <a:ext uri="{FF2B5EF4-FFF2-40B4-BE49-F238E27FC236}">
                  <a16:creationId xmlns:a16="http://schemas.microsoft.com/office/drawing/2014/main" id="{4323E80B-E2BC-43B3-A0FF-385CCE92D06F}"/>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93;p35">
              <a:extLst>
                <a:ext uri="{FF2B5EF4-FFF2-40B4-BE49-F238E27FC236}">
                  <a16:creationId xmlns:a16="http://schemas.microsoft.com/office/drawing/2014/main" id="{76C83205-411F-7849-A570-A32791B09985}"/>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94;p35">
              <a:extLst>
                <a:ext uri="{FF2B5EF4-FFF2-40B4-BE49-F238E27FC236}">
                  <a16:creationId xmlns:a16="http://schemas.microsoft.com/office/drawing/2014/main" id="{6819216C-B1EA-F9DA-7C59-A7304BF48894}"/>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95;p35">
              <a:extLst>
                <a:ext uri="{FF2B5EF4-FFF2-40B4-BE49-F238E27FC236}">
                  <a16:creationId xmlns:a16="http://schemas.microsoft.com/office/drawing/2014/main" id="{2BEE6FFB-6D36-E82C-F2AF-542CF6EEF5E9}"/>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96;p35">
              <a:extLst>
                <a:ext uri="{FF2B5EF4-FFF2-40B4-BE49-F238E27FC236}">
                  <a16:creationId xmlns:a16="http://schemas.microsoft.com/office/drawing/2014/main" id="{08B1D6AE-A27F-90D1-F69A-EC976909A2C8}"/>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97;p35">
              <a:extLst>
                <a:ext uri="{FF2B5EF4-FFF2-40B4-BE49-F238E27FC236}">
                  <a16:creationId xmlns:a16="http://schemas.microsoft.com/office/drawing/2014/main" id="{DA508C8F-176B-908C-D969-5B7E5436CACF}"/>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98;p35">
              <a:extLst>
                <a:ext uri="{FF2B5EF4-FFF2-40B4-BE49-F238E27FC236}">
                  <a16:creationId xmlns:a16="http://schemas.microsoft.com/office/drawing/2014/main" id="{8056002B-C3C4-EAE2-9083-0500E8E019B3}"/>
                </a:ext>
              </a:extLst>
            </p:cNvPr>
            <p:cNvSpPr/>
            <p:nvPr/>
          </p:nvSpPr>
          <p:spPr>
            <a:xfrm>
              <a:off x="3565611" y="1185990"/>
              <a:ext cx="164723" cy="190740"/>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99;p35">
              <a:extLst>
                <a:ext uri="{FF2B5EF4-FFF2-40B4-BE49-F238E27FC236}">
                  <a16:creationId xmlns:a16="http://schemas.microsoft.com/office/drawing/2014/main" id="{0BF15BF5-0E6D-202E-0730-8905AE0F0BE4}"/>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00;p35">
              <a:extLst>
                <a:ext uri="{FF2B5EF4-FFF2-40B4-BE49-F238E27FC236}">
                  <a16:creationId xmlns:a16="http://schemas.microsoft.com/office/drawing/2014/main" id="{840A14F8-A209-6D80-2E05-9B02A7D0501D}"/>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01;p35">
              <a:extLst>
                <a:ext uri="{FF2B5EF4-FFF2-40B4-BE49-F238E27FC236}">
                  <a16:creationId xmlns:a16="http://schemas.microsoft.com/office/drawing/2014/main" id="{B1A5FCA2-4724-7287-FBAE-4697E36B6DC3}"/>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402;p35">
              <a:extLst>
                <a:ext uri="{FF2B5EF4-FFF2-40B4-BE49-F238E27FC236}">
                  <a16:creationId xmlns:a16="http://schemas.microsoft.com/office/drawing/2014/main" id="{DA324868-E49B-2454-6250-1C1F50D12509}"/>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03;p35">
              <a:extLst>
                <a:ext uri="{FF2B5EF4-FFF2-40B4-BE49-F238E27FC236}">
                  <a16:creationId xmlns:a16="http://schemas.microsoft.com/office/drawing/2014/main" id="{1AE251F0-BC7A-1E6F-F008-20F17B9A6FEF}"/>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04;p35">
              <a:extLst>
                <a:ext uri="{FF2B5EF4-FFF2-40B4-BE49-F238E27FC236}">
                  <a16:creationId xmlns:a16="http://schemas.microsoft.com/office/drawing/2014/main" id="{4A58F789-3A1A-E376-DE3A-3FDB7079C6AF}"/>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405;p35">
              <a:extLst>
                <a:ext uri="{FF2B5EF4-FFF2-40B4-BE49-F238E27FC236}">
                  <a16:creationId xmlns:a16="http://schemas.microsoft.com/office/drawing/2014/main" id="{F63EB666-6500-9850-D03E-0710863743B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06;p35">
              <a:extLst>
                <a:ext uri="{FF2B5EF4-FFF2-40B4-BE49-F238E27FC236}">
                  <a16:creationId xmlns:a16="http://schemas.microsoft.com/office/drawing/2014/main" id="{B5DDE287-5594-74A3-94F9-EF0DA104BA4B}"/>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407;p35">
              <a:extLst>
                <a:ext uri="{FF2B5EF4-FFF2-40B4-BE49-F238E27FC236}">
                  <a16:creationId xmlns:a16="http://schemas.microsoft.com/office/drawing/2014/main" id="{FBB643FB-DC29-05D5-85C4-F0F1E172FC3D}"/>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08;p35">
              <a:extLst>
                <a:ext uri="{FF2B5EF4-FFF2-40B4-BE49-F238E27FC236}">
                  <a16:creationId xmlns:a16="http://schemas.microsoft.com/office/drawing/2014/main" id="{9741BE0F-582D-8027-7B06-F219AC0C6CAB}"/>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409;p35">
              <a:extLst>
                <a:ext uri="{FF2B5EF4-FFF2-40B4-BE49-F238E27FC236}">
                  <a16:creationId xmlns:a16="http://schemas.microsoft.com/office/drawing/2014/main" id="{EC1021AD-48B1-7F1A-5495-3E93AD773633}"/>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10;p35">
              <a:extLst>
                <a:ext uri="{FF2B5EF4-FFF2-40B4-BE49-F238E27FC236}">
                  <a16:creationId xmlns:a16="http://schemas.microsoft.com/office/drawing/2014/main" id="{77357FEA-2F21-4259-A3DD-B877ADB518F9}"/>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411;p35">
              <a:extLst>
                <a:ext uri="{FF2B5EF4-FFF2-40B4-BE49-F238E27FC236}">
                  <a16:creationId xmlns:a16="http://schemas.microsoft.com/office/drawing/2014/main" id="{BD8BF9FA-E2E7-3769-2538-22AA7477EEB2}"/>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12;p35">
              <a:extLst>
                <a:ext uri="{FF2B5EF4-FFF2-40B4-BE49-F238E27FC236}">
                  <a16:creationId xmlns:a16="http://schemas.microsoft.com/office/drawing/2014/main" id="{D068263E-C213-A8B1-E287-7039E6EE5BB4}"/>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13;p35">
              <a:extLst>
                <a:ext uri="{FF2B5EF4-FFF2-40B4-BE49-F238E27FC236}">
                  <a16:creationId xmlns:a16="http://schemas.microsoft.com/office/drawing/2014/main" id="{D2AFDF7A-03CA-6F02-399C-893A9CBBEEA0}"/>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3" name="Google Shape;2188;p34">
            <a:extLst>
              <a:ext uri="{FF2B5EF4-FFF2-40B4-BE49-F238E27FC236}">
                <a16:creationId xmlns:a16="http://schemas.microsoft.com/office/drawing/2014/main" id="{4AFFE5D5-474C-1C1C-AB3D-543C64CDEABD}"/>
              </a:ext>
            </a:extLst>
          </p:cNvPr>
          <p:cNvSpPr/>
          <p:nvPr/>
        </p:nvSpPr>
        <p:spPr>
          <a:xfrm>
            <a:off x="672919" y="1839523"/>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latin typeface="Montserrat SemiBold"/>
              <a:ea typeface="Montserrat SemiBold"/>
              <a:cs typeface="Montserrat SemiBold"/>
              <a:sym typeface="Montserrat SemiBold"/>
            </a:endParaRPr>
          </a:p>
        </p:txBody>
      </p:sp>
      <p:pic>
        <p:nvPicPr>
          <p:cNvPr id="3" name="Picture 2">
            <a:extLst>
              <a:ext uri="{FF2B5EF4-FFF2-40B4-BE49-F238E27FC236}">
                <a16:creationId xmlns:a16="http://schemas.microsoft.com/office/drawing/2014/main" id="{39AA6510-CBE7-5115-14BD-DEF9D6E76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oogle Shape;3249;p35">
            <a:extLst>
              <a:ext uri="{FF2B5EF4-FFF2-40B4-BE49-F238E27FC236}">
                <a16:creationId xmlns:a16="http://schemas.microsoft.com/office/drawing/2014/main" id="{732646EA-EB49-F72F-2DF5-79BDC0F381FF}"/>
              </a:ext>
            </a:extLst>
          </p:cNvPr>
          <p:cNvGrpSpPr/>
          <p:nvPr/>
        </p:nvGrpSpPr>
        <p:grpSpPr>
          <a:xfrm>
            <a:off x="838705" y="4165886"/>
            <a:ext cx="423892" cy="421693"/>
            <a:chOff x="2716201" y="4267204"/>
            <a:chExt cx="454986" cy="452626"/>
          </a:xfrm>
        </p:grpSpPr>
        <p:sp>
          <p:nvSpPr>
            <p:cNvPr id="35" name="Google Shape;3250;p35">
              <a:extLst>
                <a:ext uri="{FF2B5EF4-FFF2-40B4-BE49-F238E27FC236}">
                  <a16:creationId xmlns:a16="http://schemas.microsoft.com/office/drawing/2014/main" id="{10ADF861-6B2E-C3F4-38AE-1E9D465066B4}"/>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251;p35">
              <a:extLst>
                <a:ext uri="{FF2B5EF4-FFF2-40B4-BE49-F238E27FC236}">
                  <a16:creationId xmlns:a16="http://schemas.microsoft.com/office/drawing/2014/main" id="{4D3C8627-7B50-8A7D-1AEF-CB5C2CE6A2CC}"/>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252;p35">
              <a:extLst>
                <a:ext uri="{FF2B5EF4-FFF2-40B4-BE49-F238E27FC236}">
                  <a16:creationId xmlns:a16="http://schemas.microsoft.com/office/drawing/2014/main" id="{5499BD98-E548-6E87-4902-D5B373C455F6}"/>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253;p35">
              <a:extLst>
                <a:ext uri="{FF2B5EF4-FFF2-40B4-BE49-F238E27FC236}">
                  <a16:creationId xmlns:a16="http://schemas.microsoft.com/office/drawing/2014/main" id="{0707DF4C-C876-D53B-8966-057121FEA7A2}"/>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254;p35">
              <a:extLst>
                <a:ext uri="{FF2B5EF4-FFF2-40B4-BE49-F238E27FC236}">
                  <a16:creationId xmlns:a16="http://schemas.microsoft.com/office/drawing/2014/main" id="{5F003F15-F342-FF15-22AF-42842E733798}"/>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255;p35">
              <a:extLst>
                <a:ext uri="{FF2B5EF4-FFF2-40B4-BE49-F238E27FC236}">
                  <a16:creationId xmlns:a16="http://schemas.microsoft.com/office/drawing/2014/main" id="{1130D081-8370-209E-B7DD-95907161AB3A}"/>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256;p35">
              <a:extLst>
                <a:ext uri="{FF2B5EF4-FFF2-40B4-BE49-F238E27FC236}">
                  <a16:creationId xmlns:a16="http://schemas.microsoft.com/office/drawing/2014/main" id="{A54139D9-C9B3-B45A-5BDE-6BD81516D4EE}"/>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257;p35">
              <a:extLst>
                <a:ext uri="{FF2B5EF4-FFF2-40B4-BE49-F238E27FC236}">
                  <a16:creationId xmlns:a16="http://schemas.microsoft.com/office/drawing/2014/main" id="{404D271F-4035-2104-345E-D5280ABBE5AC}"/>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258;p35">
              <a:extLst>
                <a:ext uri="{FF2B5EF4-FFF2-40B4-BE49-F238E27FC236}">
                  <a16:creationId xmlns:a16="http://schemas.microsoft.com/office/drawing/2014/main" id="{ED6CD8A2-8AE3-57F8-BFD6-6B2E2412C5B7}"/>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259;p35">
              <a:extLst>
                <a:ext uri="{FF2B5EF4-FFF2-40B4-BE49-F238E27FC236}">
                  <a16:creationId xmlns:a16="http://schemas.microsoft.com/office/drawing/2014/main" id="{526811B3-4777-355F-A8C3-BD67AB9C3C74}"/>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260;p35">
              <a:extLst>
                <a:ext uri="{FF2B5EF4-FFF2-40B4-BE49-F238E27FC236}">
                  <a16:creationId xmlns:a16="http://schemas.microsoft.com/office/drawing/2014/main" id="{33C7D3BF-8447-4943-17E9-998132E99B23}"/>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261;p35">
              <a:extLst>
                <a:ext uri="{FF2B5EF4-FFF2-40B4-BE49-F238E27FC236}">
                  <a16:creationId xmlns:a16="http://schemas.microsoft.com/office/drawing/2014/main" id="{AAAC01F6-928F-ED2C-E996-EBCEB1C68F92}"/>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262;p35">
              <a:extLst>
                <a:ext uri="{FF2B5EF4-FFF2-40B4-BE49-F238E27FC236}">
                  <a16:creationId xmlns:a16="http://schemas.microsoft.com/office/drawing/2014/main" id="{2A570ECC-6033-9766-7A06-2167A6225A88}"/>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263;p35">
              <a:extLst>
                <a:ext uri="{FF2B5EF4-FFF2-40B4-BE49-F238E27FC236}">
                  <a16:creationId xmlns:a16="http://schemas.microsoft.com/office/drawing/2014/main" id="{B9231822-52C0-9C04-076E-246726835D28}"/>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264;p35">
              <a:extLst>
                <a:ext uri="{FF2B5EF4-FFF2-40B4-BE49-F238E27FC236}">
                  <a16:creationId xmlns:a16="http://schemas.microsoft.com/office/drawing/2014/main" id="{F3ADEEDD-FB85-BDBE-DB70-DE3871DCE3DB}"/>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265;p35">
              <a:extLst>
                <a:ext uri="{FF2B5EF4-FFF2-40B4-BE49-F238E27FC236}">
                  <a16:creationId xmlns:a16="http://schemas.microsoft.com/office/drawing/2014/main" id="{A695020D-3794-46CF-3A92-9D0F3878222A}"/>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266;p35">
              <a:extLst>
                <a:ext uri="{FF2B5EF4-FFF2-40B4-BE49-F238E27FC236}">
                  <a16:creationId xmlns:a16="http://schemas.microsoft.com/office/drawing/2014/main" id="{23EA4E7B-B726-3111-C811-1BBEE72082DE}"/>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267;p35">
              <a:extLst>
                <a:ext uri="{FF2B5EF4-FFF2-40B4-BE49-F238E27FC236}">
                  <a16:creationId xmlns:a16="http://schemas.microsoft.com/office/drawing/2014/main" id="{546F8DE6-9DBA-E1A3-4E34-5AACFE73450B}"/>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268;p35">
              <a:extLst>
                <a:ext uri="{FF2B5EF4-FFF2-40B4-BE49-F238E27FC236}">
                  <a16:creationId xmlns:a16="http://schemas.microsoft.com/office/drawing/2014/main" id="{47ABAF1F-5F32-60C8-6B57-AF8F2871C00D}"/>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269;p35">
              <a:extLst>
                <a:ext uri="{FF2B5EF4-FFF2-40B4-BE49-F238E27FC236}">
                  <a16:creationId xmlns:a16="http://schemas.microsoft.com/office/drawing/2014/main" id="{A608EE97-E7C2-1DB1-4E39-9A4C84CDE4DB}"/>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270;p35">
              <a:extLst>
                <a:ext uri="{FF2B5EF4-FFF2-40B4-BE49-F238E27FC236}">
                  <a16:creationId xmlns:a16="http://schemas.microsoft.com/office/drawing/2014/main" id="{D78F269D-2197-00C8-2EC5-590CC3029C4A}"/>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271;p35">
              <a:extLst>
                <a:ext uri="{FF2B5EF4-FFF2-40B4-BE49-F238E27FC236}">
                  <a16:creationId xmlns:a16="http://schemas.microsoft.com/office/drawing/2014/main" id="{B0722B85-BE00-0476-CBB5-26655244BD79}"/>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272;p35">
              <a:extLst>
                <a:ext uri="{FF2B5EF4-FFF2-40B4-BE49-F238E27FC236}">
                  <a16:creationId xmlns:a16="http://schemas.microsoft.com/office/drawing/2014/main" id="{90273C06-E9E9-E883-6378-EE21CF4A650F}"/>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273;p35">
              <a:extLst>
                <a:ext uri="{FF2B5EF4-FFF2-40B4-BE49-F238E27FC236}">
                  <a16:creationId xmlns:a16="http://schemas.microsoft.com/office/drawing/2014/main" id="{E80BFF32-D499-C129-6C32-6F17F4E79464}"/>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274;p35">
              <a:extLst>
                <a:ext uri="{FF2B5EF4-FFF2-40B4-BE49-F238E27FC236}">
                  <a16:creationId xmlns:a16="http://schemas.microsoft.com/office/drawing/2014/main" id="{94093ECE-B17F-4082-8221-4042C865A713}"/>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275;p35">
              <a:extLst>
                <a:ext uri="{FF2B5EF4-FFF2-40B4-BE49-F238E27FC236}">
                  <a16:creationId xmlns:a16="http://schemas.microsoft.com/office/drawing/2014/main" id="{0AB87A53-CA9D-AD92-E10E-A85655660156}"/>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276;p35">
              <a:extLst>
                <a:ext uri="{FF2B5EF4-FFF2-40B4-BE49-F238E27FC236}">
                  <a16:creationId xmlns:a16="http://schemas.microsoft.com/office/drawing/2014/main" id="{BB5B9CBE-136F-A1A8-9FB4-947B571AC6FE}"/>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277;p35">
              <a:extLst>
                <a:ext uri="{FF2B5EF4-FFF2-40B4-BE49-F238E27FC236}">
                  <a16:creationId xmlns:a16="http://schemas.microsoft.com/office/drawing/2014/main" id="{4D6644CA-0323-E67E-40A8-17B0BB6C0290}"/>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278;p35">
              <a:extLst>
                <a:ext uri="{FF2B5EF4-FFF2-40B4-BE49-F238E27FC236}">
                  <a16:creationId xmlns:a16="http://schemas.microsoft.com/office/drawing/2014/main" id="{407268FA-3A16-4862-4CBA-F8DFE554A592}"/>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3279;p35">
              <a:extLst>
                <a:ext uri="{FF2B5EF4-FFF2-40B4-BE49-F238E27FC236}">
                  <a16:creationId xmlns:a16="http://schemas.microsoft.com/office/drawing/2014/main" id="{91A2ECC4-E9CA-CAC7-8F68-28718BE4238F}"/>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3280;p35">
              <a:extLst>
                <a:ext uri="{FF2B5EF4-FFF2-40B4-BE49-F238E27FC236}">
                  <a16:creationId xmlns:a16="http://schemas.microsoft.com/office/drawing/2014/main" id="{66696AD5-FB04-ECB7-34A5-C59DA799B5A6}"/>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3281;p35">
              <a:extLst>
                <a:ext uri="{FF2B5EF4-FFF2-40B4-BE49-F238E27FC236}">
                  <a16:creationId xmlns:a16="http://schemas.microsoft.com/office/drawing/2014/main" id="{92FB98B1-5DEA-A1B4-DAE1-004E2974531E}"/>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3282;p35">
              <a:extLst>
                <a:ext uri="{FF2B5EF4-FFF2-40B4-BE49-F238E27FC236}">
                  <a16:creationId xmlns:a16="http://schemas.microsoft.com/office/drawing/2014/main" id="{27B28361-CEE8-70F7-A351-53D198F6108B}"/>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3283;p35">
              <a:extLst>
                <a:ext uri="{FF2B5EF4-FFF2-40B4-BE49-F238E27FC236}">
                  <a16:creationId xmlns:a16="http://schemas.microsoft.com/office/drawing/2014/main" id="{B5E7262A-F770-7274-2850-8749EB2493E5}"/>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3284;p35">
              <a:extLst>
                <a:ext uri="{FF2B5EF4-FFF2-40B4-BE49-F238E27FC236}">
                  <a16:creationId xmlns:a16="http://schemas.microsoft.com/office/drawing/2014/main" id="{A74DBF3E-7907-FABC-C513-109C58B9FAC9}"/>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3285;p35">
              <a:extLst>
                <a:ext uri="{FF2B5EF4-FFF2-40B4-BE49-F238E27FC236}">
                  <a16:creationId xmlns:a16="http://schemas.microsoft.com/office/drawing/2014/main" id="{B5B4A68A-D038-59F7-93F2-504466AED182}"/>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3286;p35">
              <a:extLst>
                <a:ext uri="{FF2B5EF4-FFF2-40B4-BE49-F238E27FC236}">
                  <a16:creationId xmlns:a16="http://schemas.microsoft.com/office/drawing/2014/main" id="{D2DD2E4D-EBA8-8A11-7C28-0FCC78F58E00}"/>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3287;p35">
              <a:extLst>
                <a:ext uri="{FF2B5EF4-FFF2-40B4-BE49-F238E27FC236}">
                  <a16:creationId xmlns:a16="http://schemas.microsoft.com/office/drawing/2014/main" id="{9F2A41F9-BD04-DE7B-806D-3D1AAA3C27C6}"/>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3288;p35">
              <a:extLst>
                <a:ext uri="{FF2B5EF4-FFF2-40B4-BE49-F238E27FC236}">
                  <a16:creationId xmlns:a16="http://schemas.microsoft.com/office/drawing/2014/main" id="{14570A3F-2872-F3A1-C6F9-C5227C21EB13}"/>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3289;p35">
              <a:extLst>
                <a:ext uri="{FF2B5EF4-FFF2-40B4-BE49-F238E27FC236}">
                  <a16:creationId xmlns:a16="http://schemas.microsoft.com/office/drawing/2014/main" id="{AE284F38-AC30-E7E3-8659-7BABE4CE8762}"/>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3290;p35">
              <a:extLst>
                <a:ext uri="{FF2B5EF4-FFF2-40B4-BE49-F238E27FC236}">
                  <a16:creationId xmlns:a16="http://schemas.microsoft.com/office/drawing/2014/main" id="{44F44084-F3AE-6D76-41C5-54372201A915}"/>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3291;p35">
              <a:extLst>
                <a:ext uri="{FF2B5EF4-FFF2-40B4-BE49-F238E27FC236}">
                  <a16:creationId xmlns:a16="http://schemas.microsoft.com/office/drawing/2014/main" id="{BA5A9091-3A57-1242-52D0-0B5F38E31AF1}"/>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3292;p35">
              <a:extLst>
                <a:ext uri="{FF2B5EF4-FFF2-40B4-BE49-F238E27FC236}">
                  <a16:creationId xmlns:a16="http://schemas.microsoft.com/office/drawing/2014/main" id="{A36C86A1-B7F9-8978-0390-922E48323CBA}"/>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3293;p35">
              <a:extLst>
                <a:ext uri="{FF2B5EF4-FFF2-40B4-BE49-F238E27FC236}">
                  <a16:creationId xmlns:a16="http://schemas.microsoft.com/office/drawing/2014/main" id="{31FD83BB-BBDF-C363-7EFD-B86811B708E6}"/>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3294;p35">
              <a:extLst>
                <a:ext uri="{FF2B5EF4-FFF2-40B4-BE49-F238E27FC236}">
                  <a16:creationId xmlns:a16="http://schemas.microsoft.com/office/drawing/2014/main" id="{F4E1E838-F555-9D5E-34B8-1A4F6BC90104}"/>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3295;p35">
              <a:extLst>
                <a:ext uri="{FF2B5EF4-FFF2-40B4-BE49-F238E27FC236}">
                  <a16:creationId xmlns:a16="http://schemas.microsoft.com/office/drawing/2014/main" id="{C77A871C-EE9B-DFDB-2D08-D37DC1BCF6FB}"/>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3296;p35">
              <a:extLst>
                <a:ext uri="{FF2B5EF4-FFF2-40B4-BE49-F238E27FC236}">
                  <a16:creationId xmlns:a16="http://schemas.microsoft.com/office/drawing/2014/main" id="{5B29D5C1-4685-161F-54F9-A99919E49C19}"/>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3297;p35">
              <a:extLst>
                <a:ext uri="{FF2B5EF4-FFF2-40B4-BE49-F238E27FC236}">
                  <a16:creationId xmlns:a16="http://schemas.microsoft.com/office/drawing/2014/main" id="{E69ED79A-F448-6C84-D80A-1251E8246736}"/>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3298;p35">
              <a:extLst>
                <a:ext uri="{FF2B5EF4-FFF2-40B4-BE49-F238E27FC236}">
                  <a16:creationId xmlns:a16="http://schemas.microsoft.com/office/drawing/2014/main" id="{BB10467B-D6DA-24B9-EC48-51A17D6CF534}"/>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3299;p35">
              <a:extLst>
                <a:ext uri="{FF2B5EF4-FFF2-40B4-BE49-F238E27FC236}">
                  <a16:creationId xmlns:a16="http://schemas.microsoft.com/office/drawing/2014/main" id="{EE70132E-3E69-605D-C126-F10D343C37C7}"/>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3300;p35">
              <a:extLst>
                <a:ext uri="{FF2B5EF4-FFF2-40B4-BE49-F238E27FC236}">
                  <a16:creationId xmlns:a16="http://schemas.microsoft.com/office/drawing/2014/main" id="{92BA78A1-7C8C-01F0-28D1-860789EF4DF7}"/>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3301;p35">
              <a:extLst>
                <a:ext uri="{FF2B5EF4-FFF2-40B4-BE49-F238E27FC236}">
                  <a16:creationId xmlns:a16="http://schemas.microsoft.com/office/drawing/2014/main" id="{2DD08096-8CD4-8E15-0BE6-8203DD36B1BB}"/>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3302;p35">
              <a:extLst>
                <a:ext uri="{FF2B5EF4-FFF2-40B4-BE49-F238E27FC236}">
                  <a16:creationId xmlns:a16="http://schemas.microsoft.com/office/drawing/2014/main" id="{DFA01E0E-74CD-8878-DED9-162BFCCCA7CE}"/>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3303;p35">
              <a:extLst>
                <a:ext uri="{FF2B5EF4-FFF2-40B4-BE49-F238E27FC236}">
                  <a16:creationId xmlns:a16="http://schemas.microsoft.com/office/drawing/2014/main" id="{DC4ED3CB-363F-43AF-6449-2E30DF2B667B}"/>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3304;p35">
              <a:extLst>
                <a:ext uri="{FF2B5EF4-FFF2-40B4-BE49-F238E27FC236}">
                  <a16:creationId xmlns:a16="http://schemas.microsoft.com/office/drawing/2014/main" id="{9520BEBB-54CA-7D70-1703-4A7C3601A827}"/>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3305;p35">
              <a:extLst>
                <a:ext uri="{FF2B5EF4-FFF2-40B4-BE49-F238E27FC236}">
                  <a16:creationId xmlns:a16="http://schemas.microsoft.com/office/drawing/2014/main" id="{47C79026-54B9-B4DD-2BEB-27D446D8E862}"/>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3306;p35">
              <a:extLst>
                <a:ext uri="{FF2B5EF4-FFF2-40B4-BE49-F238E27FC236}">
                  <a16:creationId xmlns:a16="http://schemas.microsoft.com/office/drawing/2014/main" id="{B91683F3-610B-EAEE-38B7-B9508E558E59}"/>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3307;p35">
              <a:extLst>
                <a:ext uri="{FF2B5EF4-FFF2-40B4-BE49-F238E27FC236}">
                  <a16:creationId xmlns:a16="http://schemas.microsoft.com/office/drawing/2014/main" id="{C9C144A0-CD5B-1B95-E98D-4EF28B310F4D}"/>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3308;p35">
              <a:extLst>
                <a:ext uri="{FF2B5EF4-FFF2-40B4-BE49-F238E27FC236}">
                  <a16:creationId xmlns:a16="http://schemas.microsoft.com/office/drawing/2014/main" id="{3AF568A1-A312-6069-0142-7C8F823EA47E}"/>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3309;p35">
              <a:extLst>
                <a:ext uri="{FF2B5EF4-FFF2-40B4-BE49-F238E27FC236}">
                  <a16:creationId xmlns:a16="http://schemas.microsoft.com/office/drawing/2014/main" id="{7E71B431-F288-43A4-E3CA-F71AE24D3700}"/>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3310;p35">
              <a:extLst>
                <a:ext uri="{FF2B5EF4-FFF2-40B4-BE49-F238E27FC236}">
                  <a16:creationId xmlns:a16="http://schemas.microsoft.com/office/drawing/2014/main" id="{05E4AEC2-CFFA-D2E9-78F4-BF7DFD7AD320}"/>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3311;p35">
              <a:extLst>
                <a:ext uri="{FF2B5EF4-FFF2-40B4-BE49-F238E27FC236}">
                  <a16:creationId xmlns:a16="http://schemas.microsoft.com/office/drawing/2014/main" id="{CD2C1A65-EFD1-D5EA-2306-3419269023D8}"/>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3312;p35">
              <a:extLst>
                <a:ext uri="{FF2B5EF4-FFF2-40B4-BE49-F238E27FC236}">
                  <a16:creationId xmlns:a16="http://schemas.microsoft.com/office/drawing/2014/main" id="{C13892D7-E249-2BA8-B121-4A5E8D5FBDA0}"/>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3313;p35">
              <a:extLst>
                <a:ext uri="{FF2B5EF4-FFF2-40B4-BE49-F238E27FC236}">
                  <a16:creationId xmlns:a16="http://schemas.microsoft.com/office/drawing/2014/main" id="{9393AA74-2578-3755-B233-BF2B59BE96BF}"/>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3314;p35">
              <a:extLst>
                <a:ext uri="{FF2B5EF4-FFF2-40B4-BE49-F238E27FC236}">
                  <a16:creationId xmlns:a16="http://schemas.microsoft.com/office/drawing/2014/main" id="{D29781BE-8671-29B2-3B2B-595F315E87F4}"/>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3315;p35">
              <a:extLst>
                <a:ext uri="{FF2B5EF4-FFF2-40B4-BE49-F238E27FC236}">
                  <a16:creationId xmlns:a16="http://schemas.microsoft.com/office/drawing/2014/main" id="{E476C388-9569-1A11-7AE0-226A2963AFA8}"/>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3316;p35">
              <a:extLst>
                <a:ext uri="{FF2B5EF4-FFF2-40B4-BE49-F238E27FC236}">
                  <a16:creationId xmlns:a16="http://schemas.microsoft.com/office/drawing/2014/main" id="{3F7CFE1C-75CD-F945-C933-208C9FE4B3F8}"/>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3317;p35">
              <a:extLst>
                <a:ext uri="{FF2B5EF4-FFF2-40B4-BE49-F238E27FC236}">
                  <a16:creationId xmlns:a16="http://schemas.microsoft.com/office/drawing/2014/main" id="{D6C7CF17-3768-83C1-4D8C-ED9A2E996F14}"/>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3318;p35">
              <a:extLst>
                <a:ext uri="{FF2B5EF4-FFF2-40B4-BE49-F238E27FC236}">
                  <a16:creationId xmlns:a16="http://schemas.microsoft.com/office/drawing/2014/main" id="{EDD84056-1B4C-8F3B-8482-ED37F76DF83F}"/>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3319;p35">
              <a:extLst>
                <a:ext uri="{FF2B5EF4-FFF2-40B4-BE49-F238E27FC236}">
                  <a16:creationId xmlns:a16="http://schemas.microsoft.com/office/drawing/2014/main" id="{2536E188-1693-D8FF-D449-8E141AECE8DA}"/>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3320;p35">
              <a:extLst>
                <a:ext uri="{FF2B5EF4-FFF2-40B4-BE49-F238E27FC236}">
                  <a16:creationId xmlns:a16="http://schemas.microsoft.com/office/drawing/2014/main" id="{DF01DFAB-B16A-F885-1599-C41D8D4A8B41}"/>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454;p19">
            <a:extLst>
              <a:ext uri="{FF2B5EF4-FFF2-40B4-BE49-F238E27FC236}">
                <a16:creationId xmlns:a16="http://schemas.microsoft.com/office/drawing/2014/main" id="{728EADE6-8672-9D27-CF27-1481FF109A91}"/>
              </a:ext>
            </a:extLst>
          </p:cNvPr>
          <p:cNvSpPr txBox="1"/>
          <p:nvPr/>
        </p:nvSpPr>
        <p:spPr>
          <a:xfrm>
            <a:off x="1404319" y="1228805"/>
            <a:ext cx="2484175"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Problem Analysis</a:t>
            </a:r>
            <a:endParaRPr sz="1600" dirty="0">
              <a:solidFill>
                <a:schemeClr val="dk1"/>
              </a:solidFill>
              <a:latin typeface="Montserrat SemiBold"/>
              <a:ea typeface="Montserrat SemiBold"/>
              <a:cs typeface="Montserrat SemiBold"/>
              <a:sym typeface="Montserrat SemiBold"/>
            </a:endParaRPr>
          </a:p>
        </p:txBody>
      </p:sp>
      <p:sp>
        <p:nvSpPr>
          <p:cNvPr id="10" name="Google Shape;458;p19">
            <a:extLst>
              <a:ext uri="{FF2B5EF4-FFF2-40B4-BE49-F238E27FC236}">
                <a16:creationId xmlns:a16="http://schemas.microsoft.com/office/drawing/2014/main" id="{DE6AE1E1-15C9-C055-78BF-11226A1856F1}"/>
              </a:ext>
            </a:extLst>
          </p:cNvPr>
          <p:cNvSpPr txBox="1"/>
          <p:nvPr/>
        </p:nvSpPr>
        <p:spPr>
          <a:xfrm>
            <a:off x="1404319" y="3478232"/>
            <a:ext cx="3505959"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Testing &amp; Debugging</a:t>
            </a:r>
            <a:endParaRPr sz="1600" dirty="0">
              <a:solidFill>
                <a:schemeClr val="dk1"/>
              </a:solidFill>
              <a:latin typeface="Montserrat SemiBold"/>
              <a:ea typeface="Montserrat SemiBold"/>
              <a:cs typeface="Montserrat SemiBold"/>
              <a:sym typeface="Montserrat SemiBold"/>
            </a:endParaRPr>
          </a:p>
        </p:txBody>
      </p:sp>
      <p:sp>
        <p:nvSpPr>
          <p:cNvPr id="2246" name="Google Shape;456;p19">
            <a:extLst>
              <a:ext uri="{FF2B5EF4-FFF2-40B4-BE49-F238E27FC236}">
                <a16:creationId xmlns:a16="http://schemas.microsoft.com/office/drawing/2014/main" id="{5130E8CA-49C0-CA22-D6AF-B63689499F53}"/>
              </a:ext>
            </a:extLst>
          </p:cNvPr>
          <p:cNvSpPr txBox="1"/>
          <p:nvPr/>
        </p:nvSpPr>
        <p:spPr>
          <a:xfrm>
            <a:off x="1404319" y="3947251"/>
            <a:ext cx="3202784" cy="3864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Program Documentation</a:t>
            </a:r>
            <a:endParaRPr sz="1600" dirty="0">
              <a:solidFill>
                <a:schemeClr val="dk1"/>
              </a:solidFill>
              <a:latin typeface="Montserrat SemiBold"/>
              <a:ea typeface="Montserrat SemiBold"/>
              <a:cs typeface="Montserrat SemiBold"/>
              <a:sym typeface="Montserrat SemiBold"/>
            </a:endParaRPr>
          </a:p>
        </p:txBody>
      </p:sp>
      <p:sp>
        <p:nvSpPr>
          <p:cNvPr id="2244" name="TextBox 2243">
            <a:extLst>
              <a:ext uri="{FF2B5EF4-FFF2-40B4-BE49-F238E27FC236}">
                <a16:creationId xmlns:a16="http://schemas.microsoft.com/office/drawing/2014/main" id="{FE0BF45D-ABBE-5E6F-2CC5-92AC08E6EA8A}"/>
              </a:ext>
            </a:extLst>
          </p:cNvPr>
          <p:cNvSpPr txBox="1"/>
          <p:nvPr/>
        </p:nvSpPr>
        <p:spPr>
          <a:xfrm>
            <a:off x="1412447" y="4236893"/>
            <a:ext cx="7058634" cy="1077218"/>
          </a:xfrm>
          <a:prstGeom prst="rect">
            <a:avLst/>
          </a:prstGeom>
          <a:noFill/>
        </p:spPr>
        <p:txBody>
          <a:bodyPr wrap="square">
            <a:spAutoFit/>
          </a:bodyPr>
          <a:lstStyle/>
          <a:p>
            <a:pPr rtl="0"/>
            <a:r>
              <a:rPr lang="en-US" sz="1200" dirty="0">
                <a:solidFill>
                  <a:schemeClr val="dk1"/>
                </a:solidFill>
                <a:latin typeface="Montserrat Medium"/>
              </a:rPr>
              <a:t>Provides </a:t>
            </a:r>
            <a:r>
              <a:rPr lang="en-US" sz="1200" b="1" dirty="0">
                <a:solidFill>
                  <a:schemeClr val="dk1"/>
                </a:solidFill>
                <a:latin typeface="Montserrat Medium"/>
              </a:rPr>
              <a:t>clear user guides</a:t>
            </a:r>
            <a:r>
              <a:rPr lang="en-US" sz="1200" dirty="0">
                <a:solidFill>
                  <a:schemeClr val="dk1"/>
                </a:solidFill>
                <a:latin typeface="Montserrat Medium"/>
              </a:rPr>
              <a:t>, </a:t>
            </a:r>
            <a:r>
              <a:rPr lang="en-US" sz="1200" b="1" dirty="0">
                <a:solidFill>
                  <a:schemeClr val="dk1"/>
                </a:solidFill>
                <a:latin typeface="Montserrat Medium"/>
              </a:rPr>
              <a:t>technical details</a:t>
            </a:r>
            <a:r>
              <a:rPr lang="en-US" sz="1200" dirty="0">
                <a:solidFill>
                  <a:schemeClr val="dk1"/>
                </a:solidFill>
                <a:latin typeface="Montserrat Medium"/>
              </a:rPr>
              <a:t>, and </a:t>
            </a:r>
            <a:r>
              <a:rPr lang="en-US" sz="1200" b="1" dirty="0">
                <a:solidFill>
                  <a:schemeClr val="dk1"/>
                </a:solidFill>
                <a:latin typeface="Montserrat Medium"/>
              </a:rPr>
              <a:t>maintenance logs</a:t>
            </a:r>
            <a:r>
              <a:rPr lang="en-US" sz="1200" dirty="0">
                <a:solidFill>
                  <a:schemeClr val="dk1"/>
                </a:solidFill>
                <a:latin typeface="Montserrat Medium"/>
              </a:rPr>
              <a:t> to support usability, development, and system evolution. PALS includes built-in mechanisms for updates and bug fixes, ensuring it remains scalable and adaptive to user needs.</a:t>
            </a:r>
          </a:p>
          <a:p>
            <a:br>
              <a:rPr lang="en-US" dirty="0"/>
            </a:br>
            <a:endParaRPr lang="en-US" dirty="0"/>
          </a:p>
        </p:txBody>
      </p:sp>
      <p:sp>
        <p:nvSpPr>
          <p:cNvPr id="2245" name="Google Shape;452;p19">
            <a:extLst>
              <a:ext uri="{FF2B5EF4-FFF2-40B4-BE49-F238E27FC236}">
                <a16:creationId xmlns:a16="http://schemas.microsoft.com/office/drawing/2014/main" id="{F184CC7E-A192-4C5C-D5ED-FFFCF461CB16}"/>
              </a:ext>
            </a:extLst>
          </p:cNvPr>
          <p:cNvSpPr txBox="1"/>
          <p:nvPr/>
        </p:nvSpPr>
        <p:spPr>
          <a:xfrm>
            <a:off x="1404319" y="1976278"/>
            <a:ext cx="2578302"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Design</a:t>
            </a:r>
            <a:endParaRPr sz="1600" dirty="0">
              <a:solidFill>
                <a:schemeClr val="dk1"/>
              </a:solidFill>
              <a:latin typeface="Montserrat SemiBold"/>
              <a:ea typeface="Montserrat SemiBold"/>
              <a:cs typeface="Montserrat SemiBold"/>
              <a:sym typeface="Montserrat SemiBold"/>
            </a:endParaRPr>
          </a:p>
        </p:txBody>
      </p:sp>
      <p:sp>
        <p:nvSpPr>
          <p:cNvPr id="2247" name="Google Shape;453;p19">
            <a:extLst>
              <a:ext uri="{FF2B5EF4-FFF2-40B4-BE49-F238E27FC236}">
                <a16:creationId xmlns:a16="http://schemas.microsoft.com/office/drawing/2014/main" id="{B10B0F1B-EA36-A075-A983-BBD6B2E58C6C}"/>
              </a:ext>
            </a:extLst>
          </p:cNvPr>
          <p:cNvSpPr txBox="1"/>
          <p:nvPr/>
        </p:nvSpPr>
        <p:spPr>
          <a:xfrm>
            <a:off x="1404319" y="2700187"/>
            <a:ext cx="3175419" cy="386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Algorithm Implementation</a:t>
            </a:r>
            <a:endParaRPr sz="16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17281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6" name="TextBox 5">
            <a:extLst>
              <a:ext uri="{FF2B5EF4-FFF2-40B4-BE49-F238E27FC236}">
                <a16:creationId xmlns:a16="http://schemas.microsoft.com/office/drawing/2014/main" id="{872B0BF9-3C99-0B4A-22AF-245E948A48CB}"/>
              </a:ext>
            </a:extLst>
          </p:cNvPr>
          <p:cNvSpPr txBox="1"/>
          <p:nvPr/>
        </p:nvSpPr>
        <p:spPr>
          <a:xfrm>
            <a:off x="255664" y="1048075"/>
            <a:ext cx="7820526" cy="307777"/>
          </a:xfrm>
          <a:prstGeom prst="rect">
            <a:avLst/>
          </a:prstGeom>
          <a:noFill/>
        </p:spPr>
        <p:txBody>
          <a:bodyPr wrap="square">
            <a:spAutoFit/>
          </a:bodyPr>
          <a:lstStyle/>
          <a:p>
            <a:r>
              <a:rPr lang="en-US" dirty="0">
                <a:solidFill>
                  <a:schemeClr val="dk1"/>
                </a:solidFill>
                <a:latin typeface="Montserrat SemiBold"/>
              </a:rPr>
              <a:t>Solution of the Personalized Adaptive Learning System (PALS)</a:t>
            </a:r>
          </a:p>
        </p:txBody>
      </p:sp>
      <p:sp>
        <p:nvSpPr>
          <p:cNvPr id="1093" name="Google Shape;1093;p25"/>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5.0 SOLUTIONS</a:t>
            </a:r>
            <a:endParaRPr sz="2800" dirty="0"/>
          </a:p>
        </p:txBody>
      </p:sp>
      <p:sp>
        <p:nvSpPr>
          <p:cNvPr id="1101" name="Google Shape;1101;p25"/>
          <p:cNvSpPr/>
          <p:nvPr/>
        </p:nvSpPr>
        <p:spPr>
          <a:xfrm>
            <a:off x="5772146" y="225635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03" name="Google Shape;1103;p25"/>
          <p:cNvSpPr/>
          <p:nvPr/>
        </p:nvSpPr>
        <p:spPr>
          <a:xfrm>
            <a:off x="5772146" y="4066980"/>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09" name="Google Shape;1109;p25"/>
          <p:cNvSpPr txBox="1"/>
          <p:nvPr/>
        </p:nvSpPr>
        <p:spPr>
          <a:xfrm>
            <a:off x="6587345" y="1801294"/>
            <a:ext cx="2337641" cy="1384995"/>
          </a:xfrm>
          <a:prstGeom prst="rect">
            <a:avLst/>
          </a:prstGeom>
          <a:noFill/>
        </p:spPr>
        <p:txBody>
          <a:bodyPr wrap="square">
            <a:spAutoFit/>
          </a:bodyPr>
          <a:lstStyle>
            <a:defPPr marR="0" lvl="0" algn="l" rtl="0">
              <a:lnSpc>
                <a:spcPct val="100000"/>
              </a:lnSpc>
              <a:spcBef>
                <a:spcPts val="0"/>
              </a:spcBef>
              <a:spcAft>
                <a:spcPts val="0"/>
              </a:spcAft>
            </a:defPPr>
            <a:lvl1pPr>
              <a:defRPr sz="1200">
                <a:solidFill>
                  <a:schemeClr val="dk1"/>
                </a:solidFill>
                <a:latin typeface="Montserrat Medium"/>
              </a:defRPr>
            </a:lvl1pPr>
          </a:lstStyle>
          <a:p>
            <a:r>
              <a:rPr lang="en-US" sz="1400" dirty="0"/>
              <a:t>Design </a:t>
            </a:r>
            <a:r>
              <a:rPr lang="en-US" sz="1400" b="1" dirty="0"/>
              <a:t>an intuitive interface</a:t>
            </a:r>
            <a:r>
              <a:rPr lang="en-US" sz="1400" dirty="0"/>
              <a:t> that simplifies the scheduling and tracking of study sessions, making it accessible for all users</a:t>
            </a:r>
          </a:p>
        </p:txBody>
      </p:sp>
      <p:grpSp>
        <p:nvGrpSpPr>
          <p:cNvPr id="1204" name="Google Shape;1204;p25"/>
          <p:cNvGrpSpPr/>
          <p:nvPr/>
        </p:nvGrpSpPr>
        <p:grpSpPr>
          <a:xfrm>
            <a:off x="7317169" y="848604"/>
            <a:ext cx="455009" cy="454080"/>
            <a:chOff x="3363305" y="1063034"/>
            <a:chExt cx="455009" cy="454080"/>
          </a:xfrm>
        </p:grpSpPr>
        <p:sp>
          <p:nvSpPr>
            <p:cNvPr id="1205" name="Google Shape;1205;p25"/>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25"/>
          <p:cNvSpPr/>
          <p:nvPr/>
        </p:nvSpPr>
        <p:spPr>
          <a:xfrm flipH="1">
            <a:off x="5345509" y="2625772"/>
            <a:ext cx="363300" cy="1774046"/>
          </a:xfrm>
          <a:prstGeom prst="rightBrace">
            <a:avLst>
              <a:gd name="adj1" fmla="val 46366"/>
              <a:gd name="adj2" fmla="val 50083"/>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3" name="TextBox 2">
            <a:extLst>
              <a:ext uri="{FF2B5EF4-FFF2-40B4-BE49-F238E27FC236}">
                <a16:creationId xmlns:a16="http://schemas.microsoft.com/office/drawing/2014/main" id="{080BBA44-C85F-D0C8-B4C3-931E485B177C}"/>
              </a:ext>
            </a:extLst>
          </p:cNvPr>
          <p:cNvSpPr txBox="1"/>
          <p:nvPr/>
        </p:nvSpPr>
        <p:spPr>
          <a:xfrm>
            <a:off x="255664" y="1344312"/>
            <a:ext cx="5249024" cy="2616101"/>
          </a:xfrm>
          <a:prstGeom prst="rect">
            <a:avLst/>
          </a:prstGeom>
          <a:noFill/>
        </p:spPr>
        <p:txBody>
          <a:bodyPr wrap="square">
            <a:spAutoFit/>
          </a:bodyPr>
          <a:lstStyle/>
          <a:p>
            <a:pPr rtl="0"/>
            <a:r>
              <a:rPr lang="en-US" sz="1600" dirty="0">
                <a:solidFill>
                  <a:schemeClr val="dk1"/>
                </a:solidFill>
                <a:latin typeface="Montserrat Medium"/>
              </a:rPr>
              <a:t>The system solution of the Personalized Adaptive Learning System (PALS) refers to the comprehensive set of features, processes, and technologies designed to address the identified problems in </a:t>
            </a:r>
            <a:r>
              <a:rPr lang="en-US" sz="1600" b="1" dirty="0">
                <a:solidFill>
                  <a:schemeClr val="dk1"/>
                </a:solidFill>
                <a:latin typeface="Montserrat Medium"/>
              </a:rPr>
              <a:t>personalized learning and productivity</a:t>
            </a:r>
            <a:r>
              <a:rPr lang="en-US" sz="1600" dirty="0">
                <a:solidFill>
                  <a:schemeClr val="dk1"/>
                </a:solidFill>
                <a:latin typeface="Montserrat Medium"/>
              </a:rPr>
              <a:t>.</a:t>
            </a:r>
          </a:p>
          <a:p>
            <a:pPr rtl="0"/>
            <a:endParaRPr lang="en-US" sz="1600" dirty="0">
              <a:solidFill>
                <a:schemeClr val="dk1"/>
              </a:solidFill>
              <a:latin typeface="Montserrat Medium"/>
            </a:endParaRPr>
          </a:p>
          <a:p>
            <a:pPr rtl="0"/>
            <a:endParaRPr lang="en-US" sz="1600" dirty="0">
              <a:solidFill>
                <a:schemeClr val="dk1"/>
              </a:solidFill>
              <a:latin typeface="Montserrat Medium"/>
            </a:endParaRPr>
          </a:p>
          <a:p>
            <a:br>
              <a:rPr lang="en-US" sz="1800" dirty="0"/>
            </a:br>
            <a:endParaRPr lang="en-US" sz="1800" dirty="0"/>
          </a:p>
        </p:txBody>
      </p:sp>
      <p:pic>
        <p:nvPicPr>
          <p:cNvPr id="7" name="Picture 6">
            <a:extLst>
              <a:ext uri="{FF2B5EF4-FFF2-40B4-BE49-F238E27FC236}">
                <a16:creationId xmlns:a16="http://schemas.microsoft.com/office/drawing/2014/main" id="{FC0185B6-154E-104F-06B6-4D65B1B69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87A343C-9FFD-5683-6AEA-D72137944522}"/>
              </a:ext>
            </a:extLst>
          </p:cNvPr>
          <p:cNvSpPr txBox="1"/>
          <p:nvPr/>
        </p:nvSpPr>
        <p:spPr>
          <a:xfrm>
            <a:off x="6582747" y="3460732"/>
            <a:ext cx="2707557" cy="1815882"/>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endParaRPr lang="en-US" dirty="0"/>
          </a:p>
          <a:p>
            <a:r>
              <a:rPr lang="en-US" dirty="0"/>
              <a:t>Implement hyper-heuristics to </a:t>
            </a:r>
            <a:r>
              <a:rPr lang="en-US" b="1" dirty="0"/>
              <a:t>create adaptive study schedules </a:t>
            </a:r>
            <a:r>
              <a:rPr lang="en-US" dirty="0"/>
              <a:t>that respond to individual learning patterns and performance metrics.</a:t>
            </a:r>
            <a:br>
              <a:rPr lang="en-US" dirty="0"/>
            </a:br>
            <a:endParaRPr lang="en-US" dirty="0"/>
          </a:p>
        </p:txBody>
      </p:sp>
      <p:grpSp>
        <p:nvGrpSpPr>
          <p:cNvPr id="63" name="Google Shape;3249;p35">
            <a:extLst>
              <a:ext uri="{FF2B5EF4-FFF2-40B4-BE49-F238E27FC236}">
                <a16:creationId xmlns:a16="http://schemas.microsoft.com/office/drawing/2014/main" id="{3A0721ED-0555-2D0A-43EF-EF8C23166696}"/>
              </a:ext>
            </a:extLst>
          </p:cNvPr>
          <p:cNvGrpSpPr/>
          <p:nvPr/>
        </p:nvGrpSpPr>
        <p:grpSpPr>
          <a:xfrm>
            <a:off x="6158855" y="1134934"/>
            <a:ext cx="423892" cy="421693"/>
            <a:chOff x="2716201" y="4267204"/>
            <a:chExt cx="454986" cy="452626"/>
          </a:xfrm>
        </p:grpSpPr>
        <p:sp>
          <p:nvSpPr>
            <p:cNvPr id="1088" name="Google Shape;3250;p35">
              <a:extLst>
                <a:ext uri="{FF2B5EF4-FFF2-40B4-BE49-F238E27FC236}">
                  <a16:creationId xmlns:a16="http://schemas.microsoft.com/office/drawing/2014/main" id="{9E5E98AC-73EB-8871-FD9A-E6C806F2F91D}"/>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3251;p35">
              <a:extLst>
                <a:ext uri="{FF2B5EF4-FFF2-40B4-BE49-F238E27FC236}">
                  <a16:creationId xmlns:a16="http://schemas.microsoft.com/office/drawing/2014/main" id="{5E3CFC57-B637-1797-69CB-A7EB833C0DE3}"/>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3252;p35">
              <a:extLst>
                <a:ext uri="{FF2B5EF4-FFF2-40B4-BE49-F238E27FC236}">
                  <a16:creationId xmlns:a16="http://schemas.microsoft.com/office/drawing/2014/main" id="{B39B93BD-7BB6-52BC-389F-7058961373EE}"/>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3253;p35">
              <a:extLst>
                <a:ext uri="{FF2B5EF4-FFF2-40B4-BE49-F238E27FC236}">
                  <a16:creationId xmlns:a16="http://schemas.microsoft.com/office/drawing/2014/main" id="{4CE2CADD-BAF2-0A0D-C9C8-C773601848E2}"/>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3254;p35">
              <a:extLst>
                <a:ext uri="{FF2B5EF4-FFF2-40B4-BE49-F238E27FC236}">
                  <a16:creationId xmlns:a16="http://schemas.microsoft.com/office/drawing/2014/main" id="{BACDFA7A-0559-8B8B-DD01-6D1194F492A6}"/>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3255;p35">
              <a:extLst>
                <a:ext uri="{FF2B5EF4-FFF2-40B4-BE49-F238E27FC236}">
                  <a16:creationId xmlns:a16="http://schemas.microsoft.com/office/drawing/2014/main" id="{512BAD89-2ADA-141F-1244-D1813BD2D721}"/>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3256;p35">
              <a:extLst>
                <a:ext uri="{FF2B5EF4-FFF2-40B4-BE49-F238E27FC236}">
                  <a16:creationId xmlns:a16="http://schemas.microsoft.com/office/drawing/2014/main" id="{763D9E6D-8FA8-6D95-B393-C3FE8359E10A}"/>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3257;p35">
              <a:extLst>
                <a:ext uri="{FF2B5EF4-FFF2-40B4-BE49-F238E27FC236}">
                  <a16:creationId xmlns:a16="http://schemas.microsoft.com/office/drawing/2014/main" id="{90E7FC2A-FD1E-DEF1-9165-2A2A2FDA80AE}"/>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3258;p35">
              <a:extLst>
                <a:ext uri="{FF2B5EF4-FFF2-40B4-BE49-F238E27FC236}">
                  <a16:creationId xmlns:a16="http://schemas.microsoft.com/office/drawing/2014/main" id="{C90580AB-8676-E2BB-EFA0-E7C98518212C}"/>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3259;p35">
              <a:extLst>
                <a:ext uri="{FF2B5EF4-FFF2-40B4-BE49-F238E27FC236}">
                  <a16:creationId xmlns:a16="http://schemas.microsoft.com/office/drawing/2014/main" id="{EDB2D9C4-8EA4-E66F-9D5A-17068B461BB2}"/>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3260;p35">
              <a:extLst>
                <a:ext uri="{FF2B5EF4-FFF2-40B4-BE49-F238E27FC236}">
                  <a16:creationId xmlns:a16="http://schemas.microsoft.com/office/drawing/2014/main" id="{26AC2531-E646-4C40-E230-9FFF88851032}"/>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3261;p35">
              <a:extLst>
                <a:ext uri="{FF2B5EF4-FFF2-40B4-BE49-F238E27FC236}">
                  <a16:creationId xmlns:a16="http://schemas.microsoft.com/office/drawing/2014/main" id="{23D1D21D-1EEC-C933-34A5-2708EE3DB8C9}"/>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3262;p35">
              <a:extLst>
                <a:ext uri="{FF2B5EF4-FFF2-40B4-BE49-F238E27FC236}">
                  <a16:creationId xmlns:a16="http://schemas.microsoft.com/office/drawing/2014/main" id="{0D647BB1-BA96-7308-62D0-DE8C75BDAE94}"/>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3263;p35">
              <a:extLst>
                <a:ext uri="{FF2B5EF4-FFF2-40B4-BE49-F238E27FC236}">
                  <a16:creationId xmlns:a16="http://schemas.microsoft.com/office/drawing/2014/main" id="{8EC88668-5FC2-1A83-191E-47571166C806}"/>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3264;p35">
              <a:extLst>
                <a:ext uri="{FF2B5EF4-FFF2-40B4-BE49-F238E27FC236}">
                  <a16:creationId xmlns:a16="http://schemas.microsoft.com/office/drawing/2014/main" id="{F1E6967D-DBEE-2F72-3F60-66E8A4582813}"/>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3265;p35">
              <a:extLst>
                <a:ext uri="{FF2B5EF4-FFF2-40B4-BE49-F238E27FC236}">
                  <a16:creationId xmlns:a16="http://schemas.microsoft.com/office/drawing/2014/main" id="{CB0AF3E4-F32F-F4F2-DD5A-F73CC4706400}"/>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3266;p35">
              <a:extLst>
                <a:ext uri="{FF2B5EF4-FFF2-40B4-BE49-F238E27FC236}">
                  <a16:creationId xmlns:a16="http://schemas.microsoft.com/office/drawing/2014/main" id="{CF853C2F-5D8E-0FB6-3508-B324CF947FCC}"/>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3267;p35">
              <a:extLst>
                <a:ext uri="{FF2B5EF4-FFF2-40B4-BE49-F238E27FC236}">
                  <a16:creationId xmlns:a16="http://schemas.microsoft.com/office/drawing/2014/main" id="{1DB99ED6-7D5D-24CB-2F03-7D22FC0AD274}"/>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3268;p35">
              <a:extLst>
                <a:ext uri="{FF2B5EF4-FFF2-40B4-BE49-F238E27FC236}">
                  <a16:creationId xmlns:a16="http://schemas.microsoft.com/office/drawing/2014/main" id="{4A2C29A3-4F21-C70C-2BB3-4E39F8B46761}"/>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3269;p35">
              <a:extLst>
                <a:ext uri="{FF2B5EF4-FFF2-40B4-BE49-F238E27FC236}">
                  <a16:creationId xmlns:a16="http://schemas.microsoft.com/office/drawing/2014/main" id="{8EAE5811-F1B6-C1F2-0F2F-EE335CFEA510}"/>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3270;p35">
              <a:extLst>
                <a:ext uri="{FF2B5EF4-FFF2-40B4-BE49-F238E27FC236}">
                  <a16:creationId xmlns:a16="http://schemas.microsoft.com/office/drawing/2014/main" id="{436D850C-FB84-B7CF-0682-6ECBA4F9157E}"/>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3271;p35">
              <a:extLst>
                <a:ext uri="{FF2B5EF4-FFF2-40B4-BE49-F238E27FC236}">
                  <a16:creationId xmlns:a16="http://schemas.microsoft.com/office/drawing/2014/main" id="{FD099DF2-F8C8-1CE1-DB7E-759880F70728}"/>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3272;p35">
              <a:extLst>
                <a:ext uri="{FF2B5EF4-FFF2-40B4-BE49-F238E27FC236}">
                  <a16:creationId xmlns:a16="http://schemas.microsoft.com/office/drawing/2014/main" id="{D9C6EFF7-CAE5-AE2C-1A49-511413CF7FC2}"/>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3273;p35">
              <a:extLst>
                <a:ext uri="{FF2B5EF4-FFF2-40B4-BE49-F238E27FC236}">
                  <a16:creationId xmlns:a16="http://schemas.microsoft.com/office/drawing/2014/main" id="{93FCA196-1BAA-C083-88C2-85DC2935CBBA}"/>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3274;p35">
              <a:extLst>
                <a:ext uri="{FF2B5EF4-FFF2-40B4-BE49-F238E27FC236}">
                  <a16:creationId xmlns:a16="http://schemas.microsoft.com/office/drawing/2014/main" id="{8212DEDC-13B4-D9D3-611F-DB2FA0C1D7DB}"/>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3275;p35">
              <a:extLst>
                <a:ext uri="{FF2B5EF4-FFF2-40B4-BE49-F238E27FC236}">
                  <a16:creationId xmlns:a16="http://schemas.microsoft.com/office/drawing/2014/main" id="{EC09FA06-6E86-D144-1C46-22B9861FFF68}"/>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3276;p35">
              <a:extLst>
                <a:ext uri="{FF2B5EF4-FFF2-40B4-BE49-F238E27FC236}">
                  <a16:creationId xmlns:a16="http://schemas.microsoft.com/office/drawing/2014/main" id="{469F21CF-CF10-0EB5-6139-E159F9AF2D1D}"/>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3277;p35">
              <a:extLst>
                <a:ext uri="{FF2B5EF4-FFF2-40B4-BE49-F238E27FC236}">
                  <a16:creationId xmlns:a16="http://schemas.microsoft.com/office/drawing/2014/main" id="{02506C36-5720-FB65-262C-0B861380767C}"/>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3278;p35">
              <a:extLst>
                <a:ext uri="{FF2B5EF4-FFF2-40B4-BE49-F238E27FC236}">
                  <a16:creationId xmlns:a16="http://schemas.microsoft.com/office/drawing/2014/main" id="{7CD8206E-A004-0AE6-441B-21B24AE8B8EC}"/>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3279;p35">
              <a:extLst>
                <a:ext uri="{FF2B5EF4-FFF2-40B4-BE49-F238E27FC236}">
                  <a16:creationId xmlns:a16="http://schemas.microsoft.com/office/drawing/2014/main" id="{DCC88541-A033-0BAA-4725-184D8ACCF18F}"/>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3280;p35">
              <a:extLst>
                <a:ext uri="{FF2B5EF4-FFF2-40B4-BE49-F238E27FC236}">
                  <a16:creationId xmlns:a16="http://schemas.microsoft.com/office/drawing/2014/main" id="{9D7FD73D-715A-F823-106E-10E4E9395E2C}"/>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3281;p35">
              <a:extLst>
                <a:ext uri="{FF2B5EF4-FFF2-40B4-BE49-F238E27FC236}">
                  <a16:creationId xmlns:a16="http://schemas.microsoft.com/office/drawing/2014/main" id="{E96CDC4C-F89E-BF4D-362F-A945BA7BBBEA}"/>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3282;p35">
              <a:extLst>
                <a:ext uri="{FF2B5EF4-FFF2-40B4-BE49-F238E27FC236}">
                  <a16:creationId xmlns:a16="http://schemas.microsoft.com/office/drawing/2014/main" id="{DF1855A2-09AB-13B6-6523-F48218678EB1}"/>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3283;p35">
              <a:extLst>
                <a:ext uri="{FF2B5EF4-FFF2-40B4-BE49-F238E27FC236}">
                  <a16:creationId xmlns:a16="http://schemas.microsoft.com/office/drawing/2014/main" id="{139582C7-BDCB-9B51-6BFD-EE9C6DE873AE}"/>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3284;p35">
              <a:extLst>
                <a:ext uri="{FF2B5EF4-FFF2-40B4-BE49-F238E27FC236}">
                  <a16:creationId xmlns:a16="http://schemas.microsoft.com/office/drawing/2014/main" id="{E4025669-FF60-09B1-82AB-26A863D7C97F}"/>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3285;p35">
              <a:extLst>
                <a:ext uri="{FF2B5EF4-FFF2-40B4-BE49-F238E27FC236}">
                  <a16:creationId xmlns:a16="http://schemas.microsoft.com/office/drawing/2014/main" id="{27F57B78-1EA0-12D4-AC07-4CB20B9B8204}"/>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3286;p35">
              <a:extLst>
                <a:ext uri="{FF2B5EF4-FFF2-40B4-BE49-F238E27FC236}">
                  <a16:creationId xmlns:a16="http://schemas.microsoft.com/office/drawing/2014/main" id="{CC504BAB-31B2-705E-AD6F-907F5A7F7741}"/>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3287;p35">
              <a:extLst>
                <a:ext uri="{FF2B5EF4-FFF2-40B4-BE49-F238E27FC236}">
                  <a16:creationId xmlns:a16="http://schemas.microsoft.com/office/drawing/2014/main" id="{C730ADC0-DA73-9701-F14B-5F06E2A4215D}"/>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3288;p35">
              <a:extLst>
                <a:ext uri="{FF2B5EF4-FFF2-40B4-BE49-F238E27FC236}">
                  <a16:creationId xmlns:a16="http://schemas.microsoft.com/office/drawing/2014/main" id="{056B4275-B1BE-1AAE-CCEC-0C3FEB368D84}"/>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3289;p35">
              <a:extLst>
                <a:ext uri="{FF2B5EF4-FFF2-40B4-BE49-F238E27FC236}">
                  <a16:creationId xmlns:a16="http://schemas.microsoft.com/office/drawing/2014/main" id="{0E9C626A-2574-3EF0-22D9-1C4F5E6DF1C0}"/>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3290;p35">
              <a:extLst>
                <a:ext uri="{FF2B5EF4-FFF2-40B4-BE49-F238E27FC236}">
                  <a16:creationId xmlns:a16="http://schemas.microsoft.com/office/drawing/2014/main" id="{E5666E32-C65C-5DB7-F678-4B8E2C668D1D}"/>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3291;p35">
              <a:extLst>
                <a:ext uri="{FF2B5EF4-FFF2-40B4-BE49-F238E27FC236}">
                  <a16:creationId xmlns:a16="http://schemas.microsoft.com/office/drawing/2014/main" id="{5ACFB61D-311F-8380-184D-6B6E388C3D3B}"/>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3292;p35">
              <a:extLst>
                <a:ext uri="{FF2B5EF4-FFF2-40B4-BE49-F238E27FC236}">
                  <a16:creationId xmlns:a16="http://schemas.microsoft.com/office/drawing/2014/main" id="{7CB66168-C7C0-BD4A-EFFC-B5771681D48D}"/>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3293;p35">
              <a:extLst>
                <a:ext uri="{FF2B5EF4-FFF2-40B4-BE49-F238E27FC236}">
                  <a16:creationId xmlns:a16="http://schemas.microsoft.com/office/drawing/2014/main" id="{EF04B238-8FFD-3F3C-96AA-D8A70F54E379}"/>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3294;p35">
              <a:extLst>
                <a:ext uri="{FF2B5EF4-FFF2-40B4-BE49-F238E27FC236}">
                  <a16:creationId xmlns:a16="http://schemas.microsoft.com/office/drawing/2014/main" id="{11114D66-08A9-CC00-226C-28E37DF2D3BE}"/>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3295;p35">
              <a:extLst>
                <a:ext uri="{FF2B5EF4-FFF2-40B4-BE49-F238E27FC236}">
                  <a16:creationId xmlns:a16="http://schemas.microsoft.com/office/drawing/2014/main" id="{3D4C19F9-9FC0-520D-5D6F-FDFAD4D8A2D5}"/>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3296;p35">
              <a:extLst>
                <a:ext uri="{FF2B5EF4-FFF2-40B4-BE49-F238E27FC236}">
                  <a16:creationId xmlns:a16="http://schemas.microsoft.com/office/drawing/2014/main" id="{212D09BB-47C0-328D-243B-CDDE3AFAF3A1}"/>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3297;p35">
              <a:extLst>
                <a:ext uri="{FF2B5EF4-FFF2-40B4-BE49-F238E27FC236}">
                  <a16:creationId xmlns:a16="http://schemas.microsoft.com/office/drawing/2014/main" id="{3EAE08BF-7ED8-42C1-D5B2-B64D3A39FFAF}"/>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3298;p35">
              <a:extLst>
                <a:ext uri="{FF2B5EF4-FFF2-40B4-BE49-F238E27FC236}">
                  <a16:creationId xmlns:a16="http://schemas.microsoft.com/office/drawing/2014/main" id="{B853D14A-F67F-1FB2-D622-495FAED46D9C}"/>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3299;p35">
              <a:extLst>
                <a:ext uri="{FF2B5EF4-FFF2-40B4-BE49-F238E27FC236}">
                  <a16:creationId xmlns:a16="http://schemas.microsoft.com/office/drawing/2014/main" id="{1D191C01-CACB-A3AF-BFDD-B49CC7781D1A}"/>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3300;p35">
              <a:extLst>
                <a:ext uri="{FF2B5EF4-FFF2-40B4-BE49-F238E27FC236}">
                  <a16:creationId xmlns:a16="http://schemas.microsoft.com/office/drawing/2014/main" id="{874F31B5-57F3-9F4A-7C43-55ABFAB75179}"/>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3301;p35">
              <a:extLst>
                <a:ext uri="{FF2B5EF4-FFF2-40B4-BE49-F238E27FC236}">
                  <a16:creationId xmlns:a16="http://schemas.microsoft.com/office/drawing/2014/main" id="{98CB2417-AA8C-6A8C-F9F8-7FCB534DAE31}"/>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3302;p35">
              <a:extLst>
                <a:ext uri="{FF2B5EF4-FFF2-40B4-BE49-F238E27FC236}">
                  <a16:creationId xmlns:a16="http://schemas.microsoft.com/office/drawing/2014/main" id="{15DB5D49-121B-2E1D-D0F9-7FC3075DAEE7}"/>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3303;p35">
              <a:extLst>
                <a:ext uri="{FF2B5EF4-FFF2-40B4-BE49-F238E27FC236}">
                  <a16:creationId xmlns:a16="http://schemas.microsoft.com/office/drawing/2014/main" id="{B7EE4A09-A5D1-92B5-9620-74F4F32F24E9}"/>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3304;p35">
              <a:extLst>
                <a:ext uri="{FF2B5EF4-FFF2-40B4-BE49-F238E27FC236}">
                  <a16:creationId xmlns:a16="http://schemas.microsoft.com/office/drawing/2014/main" id="{50123263-88BF-3524-12A4-92A3A943C56A}"/>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3305;p35">
              <a:extLst>
                <a:ext uri="{FF2B5EF4-FFF2-40B4-BE49-F238E27FC236}">
                  <a16:creationId xmlns:a16="http://schemas.microsoft.com/office/drawing/2014/main" id="{A0F46907-D551-3A5C-D22A-B330E92C2991}"/>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3306;p35">
              <a:extLst>
                <a:ext uri="{FF2B5EF4-FFF2-40B4-BE49-F238E27FC236}">
                  <a16:creationId xmlns:a16="http://schemas.microsoft.com/office/drawing/2014/main" id="{6C5AA736-FBE2-DE23-371A-0432FA344F20}"/>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3307;p35">
              <a:extLst>
                <a:ext uri="{FF2B5EF4-FFF2-40B4-BE49-F238E27FC236}">
                  <a16:creationId xmlns:a16="http://schemas.microsoft.com/office/drawing/2014/main" id="{160E3566-9CE6-DD92-00AD-A98C1CE5F506}"/>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3308;p35">
              <a:extLst>
                <a:ext uri="{FF2B5EF4-FFF2-40B4-BE49-F238E27FC236}">
                  <a16:creationId xmlns:a16="http://schemas.microsoft.com/office/drawing/2014/main" id="{790B9B0C-21A0-152E-3DBE-14CF9E9402C3}"/>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3309;p35">
              <a:extLst>
                <a:ext uri="{FF2B5EF4-FFF2-40B4-BE49-F238E27FC236}">
                  <a16:creationId xmlns:a16="http://schemas.microsoft.com/office/drawing/2014/main" id="{617D89C7-B126-60E3-8A60-A0BEC66514BE}"/>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3310;p35">
              <a:extLst>
                <a:ext uri="{FF2B5EF4-FFF2-40B4-BE49-F238E27FC236}">
                  <a16:creationId xmlns:a16="http://schemas.microsoft.com/office/drawing/2014/main" id="{E18FABB2-F7BA-981A-8D0E-A9C06DCBB4E5}"/>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3311;p35">
              <a:extLst>
                <a:ext uri="{FF2B5EF4-FFF2-40B4-BE49-F238E27FC236}">
                  <a16:creationId xmlns:a16="http://schemas.microsoft.com/office/drawing/2014/main" id="{C738BC78-8B45-C9CC-A640-721699AE89B6}"/>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3312;p35">
              <a:extLst>
                <a:ext uri="{FF2B5EF4-FFF2-40B4-BE49-F238E27FC236}">
                  <a16:creationId xmlns:a16="http://schemas.microsoft.com/office/drawing/2014/main" id="{643601EC-2192-1B2F-CC4B-6DFF1E28A8AF}"/>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3313;p35">
              <a:extLst>
                <a:ext uri="{FF2B5EF4-FFF2-40B4-BE49-F238E27FC236}">
                  <a16:creationId xmlns:a16="http://schemas.microsoft.com/office/drawing/2014/main" id="{AA5D5086-6C3A-B861-06FC-9EB9F3276E31}"/>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3314;p35">
              <a:extLst>
                <a:ext uri="{FF2B5EF4-FFF2-40B4-BE49-F238E27FC236}">
                  <a16:creationId xmlns:a16="http://schemas.microsoft.com/office/drawing/2014/main" id="{1BB9D2D7-13DD-2CE8-5319-6976673CEC59}"/>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3315;p35">
              <a:extLst>
                <a:ext uri="{FF2B5EF4-FFF2-40B4-BE49-F238E27FC236}">
                  <a16:creationId xmlns:a16="http://schemas.microsoft.com/office/drawing/2014/main" id="{A8FFB57E-D73E-C354-BB71-8A8EED3581DC}"/>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3316;p35">
              <a:extLst>
                <a:ext uri="{FF2B5EF4-FFF2-40B4-BE49-F238E27FC236}">
                  <a16:creationId xmlns:a16="http://schemas.microsoft.com/office/drawing/2014/main" id="{99DD3312-DE82-8A75-2401-73D4C2F08B64}"/>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3317;p35">
              <a:extLst>
                <a:ext uri="{FF2B5EF4-FFF2-40B4-BE49-F238E27FC236}">
                  <a16:creationId xmlns:a16="http://schemas.microsoft.com/office/drawing/2014/main" id="{36C08B56-0022-2E42-F407-0E77E722BCF3}"/>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3318;p35">
              <a:extLst>
                <a:ext uri="{FF2B5EF4-FFF2-40B4-BE49-F238E27FC236}">
                  <a16:creationId xmlns:a16="http://schemas.microsoft.com/office/drawing/2014/main" id="{D452E93C-85E5-AA13-9223-306E0DD57996}"/>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3319;p35">
              <a:extLst>
                <a:ext uri="{FF2B5EF4-FFF2-40B4-BE49-F238E27FC236}">
                  <a16:creationId xmlns:a16="http://schemas.microsoft.com/office/drawing/2014/main" id="{183D21F3-8852-655E-20ED-A58B7EAA77FE}"/>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3320;p35">
              <a:extLst>
                <a:ext uri="{FF2B5EF4-FFF2-40B4-BE49-F238E27FC236}">
                  <a16:creationId xmlns:a16="http://schemas.microsoft.com/office/drawing/2014/main" id="{9882C71F-B9DA-8892-C658-6B1630044F53}"/>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8E9CF204-9469-8867-F90A-4E058EE4F15D}"/>
              </a:ext>
            </a:extLst>
          </p:cNvPr>
          <p:cNvSpPr txBox="1"/>
          <p:nvPr/>
        </p:nvSpPr>
        <p:spPr>
          <a:xfrm>
            <a:off x="517777" y="3063308"/>
            <a:ext cx="4986911" cy="830997"/>
          </a:xfrm>
          <a:prstGeom prst="rect">
            <a:avLst/>
          </a:prstGeom>
          <a:noFill/>
        </p:spPr>
        <p:txBody>
          <a:bodyPr wrap="square">
            <a:spAutoFit/>
          </a:bodyPr>
          <a:lstStyle>
            <a:defPPr marR="0" lvl="0" algn="l" rtl="0">
              <a:lnSpc>
                <a:spcPct val="100000"/>
              </a:lnSpc>
              <a:spcBef>
                <a:spcPts val="0"/>
              </a:spcBef>
              <a:spcAft>
                <a:spcPts val="0"/>
              </a:spcAft>
            </a:defPPr>
            <a:lvl1pPr>
              <a:defRPr sz="1600">
                <a:solidFill>
                  <a:schemeClr val="dk1"/>
                </a:solidFill>
                <a:latin typeface="Montserrat Medium"/>
              </a:defRPr>
            </a:lvl1pPr>
          </a:lstStyle>
          <a:p>
            <a:endParaRPr lang="en-US" b="1" dirty="0"/>
          </a:p>
          <a:p>
            <a:r>
              <a:rPr lang="en-US" b="1" dirty="0"/>
              <a:t>2 Main Examples of PALS potential solution :</a:t>
            </a:r>
          </a:p>
          <a:p>
            <a:endParaRPr lang="en-US" b="1" dirty="0"/>
          </a:p>
        </p:txBody>
      </p:sp>
      <p:sp>
        <p:nvSpPr>
          <p:cNvPr id="11" name="TextBox 10">
            <a:extLst>
              <a:ext uri="{FF2B5EF4-FFF2-40B4-BE49-F238E27FC236}">
                <a16:creationId xmlns:a16="http://schemas.microsoft.com/office/drawing/2014/main" id="{6DAD8566-768C-764B-5BC7-BE0DD377068B}"/>
              </a:ext>
            </a:extLst>
          </p:cNvPr>
          <p:cNvSpPr txBox="1"/>
          <p:nvPr/>
        </p:nvSpPr>
        <p:spPr>
          <a:xfrm>
            <a:off x="6582747" y="1528472"/>
            <a:ext cx="2561253" cy="30777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b="1"/>
              <a:t>1. User -Friendly Interface:</a:t>
            </a:r>
            <a:endParaRPr lang="en-US" b="1" dirty="0"/>
          </a:p>
        </p:txBody>
      </p:sp>
      <p:sp>
        <p:nvSpPr>
          <p:cNvPr id="1096" name="TextBox 1095">
            <a:extLst>
              <a:ext uri="{FF2B5EF4-FFF2-40B4-BE49-F238E27FC236}">
                <a16:creationId xmlns:a16="http://schemas.microsoft.com/office/drawing/2014/main" id="{491515C6-C444-2D97-6956-DF9131AC79C4}"/>
              </a:ext>
            </a:extLst>
          </p:cNvPr>
          <p:cNvSpPr txBox="1"/>
          <p:nvPr/>
        </p:nvSpPr>
        <p:spPr>
          <a:xfrm>
            <a:off x="6582747" y="3395482"/>
            <a:ext cx="2707557" cy="30777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b="1" dirty="0"/>
              <a:t>2. Algorithm Development: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2">
          <a:extLst>
            <a:ext uri="{FF2B5EF4-FFF2-40B4-BE49-F238E27FC236}">
              <a16:creationId xmlns:a16="http://schemas.microsoft.com/office/drawing/2014/main" id="{B60085C5-2EB7-7BC7-2C50-B951A44A87B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EFBDB38-9CA1-FE48-C950-326B46590C2A}"/>
              </a:ext>
            </a:extLst>
          </p:cNvPr>
          <p:cNvSpPr txBox="1"/>
          <p:nvPr/>
        </p:nvSpPr>
        <p:spPr>
          <a:xfrm>
            <a:off x="255664" y="1048075"/>
            <a:ext cx="7820526" cy="307777"/>
          </a:xfrm>
          <a:prstGeom prst="rect">
            <a:avLst/>
          </a:prstGeom>
          <a:noFill/>
        </p:spPr>
        <p:txBody>
          <a:bodyPr wrap="square">
            <a:spAutoFit/>
          </a:bodyPr>
          <a:lstStyle/>
          <a:p>
            <a:r>
              <a:rPr lang="en-US" dirty="0">
                <a:solidFill>
                  <a:schemeClr val="dk1"/>
                </a:solidFill>
                <a:latin typeface="Montserrat SemiBold"/>
              </a:rPr>
              <a:t>Solution of the Personalized Adaptive Learning System (PALS)</a:t>
            </a:r>
          </a:p>
        </p:txBody>
      </p:sp>
      <p:sp>
        <p:nvSpPr>
          <p:cNvPr id="1093" name="Google Shape;1093;p25">
            <a:extLst>
              <a:ext uri="{FF2B5EF4-FFF2-40B4-BE49-F238E27FC236}">
                <a16:creationId xmlns:a16="http://schemas.microsoft.com/office/drawing/2014/main" id="{7730BB0E-C92B-D32D-E143-114F589F3BDE}"/>
              </a:ext>
            </a:extLst>
          </p:cNvPr>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5.0 SOLUTIONS</a:t>
            </a:r>
            <a:endParaRPr sz="2800" dirty="0"/>
          </a:p>
        </p:txBody>
      </p:sp>
      <p:sp>
        <p:nvSpPr>
          <p:cNvPr id="1101" name="Google Shape;1101;p25">
            <a:extLst>
              <a:ext uri="{FF2B5EF4-FFF2-40B4-BE49-F238E27FC236}">
                <a16:creationId xmlns:a16="http://schemas.microsoft.com/office/drawing/2014/main" id="{F9DAF8F6-7884-F437-C6E9-15026644E726}"/>
              </a:ext>
            </a:extLst>
          </p:cNvPr>
          <p:cNvSpPr/>
          <p:nvPr/>
        </p:nvSpPr>
        <p:spPr>
          <a:xfrm>
            <a:off x="5772146" y="225635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03" name="Google Shape;1103;p25">
            <a:extLst>
              <a:ext uri="{FF2B5EF4-FFF2-40B4-BE49-F238E27FC236}">
                <a16:creationId xmlns:a16="http://schemas.microsoft.com/office/drawing/2014/main" id="{C4FE2F25-8E8E-E2DA-94C3-5A959A81C777}"/>
              </a:ext>
            </a:extLst>
          </p:cNvPr>
          <p:cNvSpPr/>
          <p:nvPr/>
        </p:nvSpPr>
        <p:spPr>
          <a:xfrm>
            <a:off x="5772146" y="4066980"/>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09" name="Google Shape;1109;p25">
            <a:extLst>
              <a:ext uri="{FF2B5EF4-FFF2-40B4-BE49-F238E27FC236}">
                <a16:creationId xmlns:a16="http://schemas.microsoft.com/office/drawing/2014/main" id="{3919810D-F744-BA34-7FC4-06D27D9D1A6D}"/>
              </a:ext>
            </a:extLst>
          </p:cNvPr>
          <p:cNvSpPr txBox="1"/>
          <p:nvPr/>
        </p:nvSpPr>
        <p:spPr>
          <a:xfrm>
            <a:off x="6587345" y="1801294"/>
            <a:ext cx="2337641" cy="1384995"/>
          </a:xfrm>
          <a:prstGeom prst="rect">
            <a:avLst/>
          </a:prstGeom>
          <a:noFill/>
        </p:spPr>
        <p:txBody>
          <a:bodyPr wrap="square">
            <a:spAutoFit/>
          </a:bodyPr>
          <a:lstStyle>
            <a:defPPr marR="0" lvl="0" algn="l" rtl="0">
              <a:lnSpc>
                <a:spcPct val="100000"/>
              </a:lnSpc>
              <a:spcBef>
                <a:spcPts val="0"/>
              </a:spcBef>
              <a:spcAft>
                <a:spcPts val="0"/>
              </a:spcAft>
            </a:defPPr>
            <a:lvl1pPr>
              <a:defRPr sz="1200">
                <a:solidFill>
                  <a:schemeClr val="dk1"/>
                </a:solidFill>
                <a:latin typeface="Montserrat Medium"/>
              </a:defRPr>
            </a:lvl1pPr>
          </a:lstStyle>
          <a:p>
            <a:r>
              <a:rPr lang="en-US" sz="1400" dirty="0"/>
              <a:t>Design </a:t>
            </a:r>
            <a:r>
              <a:rPr lang="en-US" sz="1400" b="1" dirty="0"/>
              <a:t>an intuitive interface</a:t>
            </a:r>
            <a:r>
              <a:rPr lang="en-US" sz="1400" dirty="0"/>
              <a:t> that simplifies the scheduling and tracking of study sessions, making it accessible for all users</a:t>
            </a:r>
          </a:p>
        </p:txBody>
      </p:sp>
      <p:grpSp>
        <p:nvGrpSpPr>
          <p:cNvPr id="1204" name="Google Shape;1204;p25">
            <a:extLst>
              <a:ext uri="{FF2B5EF4-FFF2-40B4-BE49-F238E27FC236}">
                <a16:creationId xmlns:a16="http://schemas.microsoft.com/office/drawing/2014/main" id="{E64E780D-17B7-D417-A05E-E6D74703C396}"/>
              </a:ext>
            </a:extLst>
          </p:cNvPr>
          <p:cNvGrpSpPr/>
          <p:nvPr/>
        </p:nvGrpSpPr>
        <p:grpSpPr>
          <a:xfrm>
            <a:off x="7317169" y="848604"/>
            <a:ext cx="455009" cy="454080"/>
            <a:chOff x="3363305" y="1063034"/>
            <a:chExt cx="455009" cy="454080"/>
          </a:xfrm>
        </p:grpSpPr>
        <p:sp>
          <p:nvSpPr>
            <p:cNvPr id="1205" name="Google Shape;1205;p25">
              <a:extLst>
                <a:ext uri="{FF2B5EF4-FFF2-40B4-BE49-F238E27FC236}">
                  <a16:creationId xmlns:a16="http://schemas.microsoft.com/office/drawing/2014/main" id="{D82229C3-086D-D5DB-54D3-5D5C68FF2DA0}"/>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a:extLst>
                <a:ext uri="{FF2B5EF4-FFF2-40B4-BE49-F238E27FC236}">
                  <a16:creationId xmlns:a16="http://schemas.microsoft.com/office/drawing/2014/main" id="{F770D023-2542-3D5A-B044-6F28B67B5D5B}"/>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a:extLst>
                <a:ext uri="{FF2B5EF4-FFF2-40B4-BE49-F238E27FC236}">
                  <a16:creationId xmlns:a16="http://schemas.microsoft.com/office/drawing/2014/main" id="{E6E34CFC-096F-CC37-C8E2-B1906134343C}"/>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a:extLst>
                <a:ext uri="{FF2B5EF4-FFF2-40B4-BE49-F238E27FC236}">
                  <a16:creationId xmlns:a16="http://schemas.microsoft.com/office/drawing/2014/main" id="{6EEC210F-A719-287F-BC7B-C252F49EE3F7}"/>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a:extLst>
                <a:ext uri="{FF2B5EF4-FFF2-40B4-BE49-F238E27FC236}">
                  <a16:creationId xmlns:a16="http://schemas.microsoft.com/office/drawing/2014/main" id="{E8BF518D-A0B7-758F-368E-1260526ADF81}"/>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a:extLst>
                <a:ext uri="{FF2B5EF4-FFF2-40B4-BE49-F238E27FC236}">
                  <a16:creationId xmlns:a16="http://schemas.microsoft.com/office/drawing/2014/main" id="{87AA1C3E-D594-3B12-587C-36374FA1FDD6}"/>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a:extLst>
                <a:ext uri="{FF2B5EF4-FFF2-40B4-BE49-F238E27FC236}">
                  <a16:creationId xmlns:a16="http://schemas.microsoft.com/office/drawing/2014/main" id="{98479E44-3F18-67CF-9B3B-B73F971866B8}"/>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a:extLst>
                <a:ext uri="{FF2B5EF4-FFF2-40B4-BE49-F238E27FC236}">
                  <a16:creationId xmlns:a16="http://schemas.microsoft.com/office/drawing/2014/main" id="{23683B58-7F84-D5B1-0B6C-CCDAB5D57338}"/>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a:extLst>
                <a:ext uri="{FF2B5EF4-FFF2-40B4-BE49-F238E27FC236}">
                  <a16:creationId xmlns:a16="http://schemas.microsoft.com/office/drawing/2014/main" id="{74229178-D7F9-65DB-1F55-CF818C88F298}"/>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a:extLst>
                <a:ext uri="{FF2B5EF4-FFF2-40B4-BE49-F238E27FC236}">
                  <a16:creationId xmlns:a16="http://schemas.microsoft.com/office/drawing/2014/main" id="{F6F4B119-804C-8126-1EC2-05173E75E6E9}"/>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a:extLst>
                <a:ext uri="{FF2B5EF4-FFF2-40B4-BE49-F238E27FC236}">
                  <a16:creationId xmlns:a16="http://schemas.microsoft.com/office/drawing/2014/main" id="{6FB8950C-6A20-4B56-3FA3-1164E03E6298}"/>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a:extLst>
                <a:ext uri="{FF2B5EF4-FFF2-40B4-BE49-F238E27FC236}">
                  <a16:creationId xmlns:a16="http://schemas.microsoft.com/office/drawing/2014/main" id="{FE57210F-4C5D-94BF-4140-3B34ED363E07}"/>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a:extLst>
                <a:ext uri="{FF2B5EF4-FFF2-40B4-BE49-F238E27FC236}">
                  <a16:creationId xmlns:a16="http://schemas.microsoft.com/office/drawing/2014/main" id="{2474E0C2-4CDF-FBF6-C4EA-BA25C35D47C0}"/>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a:extLst>
                <a:ext uri="{FF2B5EF4-FFF2-40B4-BE49-F238E27FC236}">
                  <a16:creationId xmlns:a16="http://schemas.microsoft.com/office/drawing/2014/main" id="{0D117406-653C-2E06-DDA3-4B22BF40199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a:extLst>
                <a:ext uri="{FF2B5EF4-FFF2-40B4-BE49-F238E27FC236}">
                  <a16:creationId xmlns:a16="http://schemas.microsoft.com/office/drawing/2014/main" id="{CA339414-1AE0-ABC2-BA7B-A6AE1FD82E45}"/>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a:extLst>
                <a:ext uri="{FF2B5EF4-FFF2-40B4-BE49-F238E27FC236}">
                  <a16:creationId xmlns:a16="http://schemas.microsoft.com/office/drawing/2014/main" id="{69332C86-82F5-83F8-BD0D-AF1247E9165B}"/>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a:extLst>
                <a:ext uri="{FF2B5EF4-FFF2-40B4-BE49-F238E27FC236}">
                  <a16:creationId xmlns:a16="http://schemas.microsoft.com/office/drawing/2014/main" id="{C224C63B-DD77-59E0-A2FF-6FEB15C854A4}"/>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a:extLst>
                <a:ext uri="{FF2B5EF4-FFF2-40B4-BE49-F238E27FC236}">
                  <a16:creationId xmlns:a16="http://schemas.microsoft.com/office/drawing/2014/main" id="{89D1EC87-FA5D-783E-7EDA-C3B1983277F6}"/>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a:extLst>
                <a:ext uri="{FF2B5EF4-FFF2-40B4-BE49-F238E27FC236}">
                  <a16:creationId xmlns:a16="http://schemas.microsoft.com/office/drawing/2014/main" id="{FCC4EE6D-09E0-CDD9-E862-94A7B4D45C45}"/>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a:extLst>
                <a:ext uri="{FF2B5EF4-FFF2-40B4-BE49-F238E27FC236}">
                  <a16:creationId xmlns:a16="http://schemas.microsoft.com/office/drawing/2014/main" id="{044CF004-1AFC-1B47-EC93-207FC724808B}"/>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a:extLst>
                <a:ext uri="{FF2B5EF4-FFF2-40B4-BE49-F238E27FC236}">
                  <a16:creationId xmlns:a16="http://schemas.microsoft.com/office/drawing/2014/main" id="{78CD0F69-25B8-15A1-53B6-95FF2A0FC0F3}"/>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a:extLst>
                <a:ext uri="{FF2B5EF4-FFF2-40B4-BE49-F238E27FC236}">
                  <a16:creationId xmlns:a16="http://schemas.microsoft.com/office/drawing/2014/main" id="{96A9F904-7013-97D0-CE5D-5B08BDF55022}"/>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25">
            <a:extLst>
              <a:ext uri="{FF2B5EF4-FFF2-40B4-BE49-F238E27FC236}">
                <a16:creationId xmlns:a16="http://schemas.microsoft.com/office/drawing/2014/main" id="{124BD713-782C-17E7-ADB4-E05E3B49612E}"/>
              </a:ext>
            </a:extLst>
          </p:cNvPr>
          <p:cNvSpPr/>
          <p:nvPr/>
        </p:nvSpPr>
        <p:spPr>
          <a:xfrm flipH="1">
            <a:off x="5345509" y="2625772"/>
            <a:ext cx="363300" cy="1774046"/>
          </a:xfrm>
          <a:prstGeom prst="rightBrace">
            <a:avLst>
              <a:gd name="adj1" fmla="val 46366"/>
              <a:gd name="adj2" fmla="val 50083"/>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3" name="TextBox 2">
            <a:extLst>
              <a:ext uri="{FF2B5EF4-FFF2-40B4-BE49-F238E27FC236}">
                <a16:creationId xmlns:a16="http://schemas.microsoft.com/office/drawing/2014/main" id="{B495A845-588F-0EA5-D10A-8879EE0CE218}"/>
              </a:ext>
            </a:extLst>
          </p:cNvPr>
          <p:cNvSpPr txBox="1"/>
          <p:nvPr/>
        </p:nvSpPr>
        <p:spPr>
          <a:xfrm>
            <a:off x="255664" y="1344312"/>
            <a:ext cx="5249024" cy="2616101"/>
          </a:xfrm>
          <a:prstGeom prst="rect">
            <a:avLst/>
          </a:prstGeom>
          <a:noFill/>
        </p:spPr>
        <p:txBody>
          <a:bodyPr wrap="square">
            <a:spAutoFit/>
          </a:bodyPr>
          <a:lstStyle/>
          <a:p>
            <a:pPr rtl="0"/>
            <a:r>
              <a:rPr lang="en-US" sz="1600" dirty="0">
                <a:solidFill>
                  <a:schemeClr val="dk1"/>
                </a:solidFill>
                <a:latin typeface="Montserrat Medium"/>
              </a:rPr>
              <a:t>The system solution of the Personalized Adaptive Learning System (PALS) refers to the comprehensive set of features, processes, and technologies designed to address the identified problems in </a:t>
            </a:r>
            <a:r>
              <a:rPr lang="en-US" sz="1600" b="1" dirty="0">
                <a:solidFill>
                  <a:schemeClr val="dk1"/>
                </a:solidFill>
                <a:latin typeface="Montserrat Medium"/>
              </a:rPr>
              <a:t>personalized learning and productivity</a:t>
            </a:r>
            <a:r>
              <a:rPr lang="en-US" sz="1600" dirty="0">
                <a:solidFill>
                  <a:schemeClr val="dk1"/>
                </a:solidFill>
                <a:latin typeface="Montserrat Medium"/>
              </a:rPr>
              <a:t>.</a:t>
            </a:r>
          </a:p>
          <a:p>
            <a:pPr rtl="0"/>
            <a:endParaRPr lang="en-US" sz="1600" dirty="0">
              <a:solidFill>
                <a:schemeClr val="dk1"/>
              </a:solidFill>
              <a:latin typeface="Montserrat Medium"/>
            </a:endParaRPr>
          </a:p>
          <a:p>
            <a:pPr rtl="0"/>
            <a:endParaRPr lang="en-US" sz="1600" dirty="0">
              <a:solidFill>
                <a:schemeClr val="dk1"/>
              </a:solidFill>
              <a:latin typeface="Montserrat Medium"/>
            </a:endParaRPr>
          </a:p>
          <a:p>
            <a:br>
              <a:rPr lang="en-US" sz="1800" dirty="0"/>
            </a:br>
            <a:endParaRPr lang="en-US" sz="1800" dirty="0"/>
          </a:p>
        </p:txBody>
      </p:sp>
      <p:pic>
        <p:nvPicPr>
          <p:cNvPr id="7" name="Picture 6">
            <a:extLst>
              <a:ext uri="{FF2B5EF4-FFF2-40B4-BE49-F238E27FC236}">
                <a16:creationId xmlns:a16="http://schemas.microsoft.com/office/drawing/2014/main" id="{216FB2BE-9D45-BD9F-7690-0479A4A84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2316B16-47EA-882E-F910-D23447089DAC}"/>
              </a:ext>
            </a:extLst>
          </p:cNvPr>
          <p:cNvSpPr txBox="1"/>
          <p:nvPr/>
        </p:nvSpPr>
        <p:spPr>
          <a:xfrm>
            <a:off x="6582747" y="3460732"/>
            <a:ext cx="2707557" cy="1815882"/>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endParaRPr lang="en-US" dirty="0"/>
          </a:p>
          <a:p>
            <a:r>
              <a:rPr lang="en-US" dirty="0"/>
              <a:t>Implement hyper-heuristics to </a:t>
            </a:r>
            <a:r>
              <a:rPr lang="en-US" b="1" dirty="0"/>
              <a:t>create adaptive study schedules </a:t>
            </a:r>
            <a:r>
              <a:rPr lang="en-US" dirty="0"/>
              <a:t>that respond to individual learning patterns and performance metrics.</a:t>
            </a:r>
            <a:br>
              <a:rPr lang="en-US" dirty="0"/>
            </a:br>
            <a:endParaRPr lang="en-US" dirty="0"/>
          </a:p>
        </p:txBody>
      </p:sp>
      <p:grpSp>
        <p:nvGrpSpPr>
          <p:cNvPr id="63" name="Google Shape;3249;p35">
            <a:extLst>
              <a:ext uri="{FF2B5EF4-FFF2-40B4-BE49-F238E27FC236}">
                <a16:creationId xmlns:a16="http://schemas.microsoft.com/office/drawing/2014/main" id="{ECC72B95-F656-96CE-BED2-914ADDEBE91F}"/>
              </a:ext>
            </a:extLst>
          </p:cNvPr>
          <p:cNvGrpSpPr/>
          <p:nvPr/>
        </p:nvGrpSpPr>
        <p:grpSpPr>
          <a:xfrm>
            <a:off x="5934517" y="2360061"/>
            <a:ext cx="423892" cy="421693"/>
            <a:chOff x="2716201" y="4267204"/>
            <a:chExt cx="454986" cy="452626"/>
          </a:xfrm>
        </p:grpSpPr>
        <p:sp>
          <p:nvSpPr>
            <p:cNvPr id="1088" name="Google Shape;3250;p35">
              <a:extLst>
                <a:ext uri="{FF2B5EF4-FFF2-40B4-BE49-F238E27FC236}">
                  <a16:creationId xmlns:a16="http://schemas.microsoft.com/office/drawing/2014/main" id="{46AA8473-477E-AFC7-D316-A19E59B02283}"/>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3251;p35">
              <a:extLst>
                <a:ext uri="{FF2B5EF4-FFF2-40B4-BE49-F238E27FC236}">
                  <a16:creationId xmlns:a16="http://schemas.microsoft.com/office/drawing/2014/main" id="{E0FF6D5E-DF79-6D21-2CAC-41B2A19139C6}"/>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3252;p35">
              <a:extLst>
                <a:ext uri="{FF2B5EF4-FFF2-40B4-BE49-F238E27FC236}">
                  <a16:creationId xmlns:a16="http://schemas.microsoft.com/office/drawing/2014/main" id="{44E4890C-FF6F-70FA-1AA1-DE33ABF2F921}"/>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3253;p35">
              <a:extLst>
                <a:ext uri="{FF2B5EF4-FFF2-40B4-BE49-F238E27FC236}">
                  <a16:creationId xmlns:a16="http://schemas.microsoft.com/office/drawing/2014/main" id="{95ECA687-0506-14C4-E80B-097F46633D2E}"/>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3254;p35">
              <a:extLst>
                <a:ext uri="{FF2B5EF4-FFF2-40B4-BE49-F238E27FC236}">
                  <a16:creationId xmlns:a16="http://schemas.microsoft.com/office/drawing/2014/main" id="{449C28F7-8A3B-49E9-E5D7-E4D05217D831}"/>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3255;p35">
              <a:extLst>
                <a:ext uri="{FF2B5EF4-FFF2-40B4-BE49-F238E27FC236}">
                  <a16:creationId xmlns:a16="http://schemas.microsoft.com/office/drawing/2014/main" id="{2183B13D-6075-E258-428F-C45BB4D67C04}"/>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3256;p35">
              <a:extLst>
                <a:ext uri="{FF2B5EF4-FFF2-40B4-BE49-F238E27FC236}">
                  <a16:creationId xmlns:a16="http://schemas.microsoft.com/office/drawing/2014/main" id="{E19839F8-A9F0-71B7-B714-A779CA55B741}"/>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3257;p35">
              <a:extLst>
                <a:ext uri="{FF2B5EF4-FFF2-40B4-BE49-F238E27FC236}">
                  <a16:creationId xmlns:a16="http://schemas.microsoft.com/office/drawing/2014/main" id="{2FBB3DFC-089A-8ECC-76BB-2F7AF902E1B4}"/>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3258;p35">
              <a:extLst>
                <a:ext uri="{FF2B5EF4-FFF2-40B4-BE49-F238E27FC236}">
                  <a16:creationId xmlns:a16="http://schemas.microsoft.com/office/drawing/2014/main" id="{1BCFA8F7-0F02-A7EF-BC02-3D09217B3B5E}"/>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3259;p35">
              <a:extLst>
                <a:ext uri="{FF2B5EF4-FFF2-40B4-BE49-F238E27FC236}">
                  <a16:creationId xmlns:a16="http://schemas.microsoft.com/office/drawing/2014/main" id="{FFE7ED20-0FD8-B1F7-03C0-BF5503F26E32}"/>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3260;p35">
              <a:extLst>
                <a:ext uri="{FF2B5EF4-FFF2-40B4-BE49-F238E27FC236}">
                  <a16:creationId xmlns:a16="http://schemas.microsoft.com/office/drawing/2014/main" id="{3E897BD0-558D-B6B2-2C01-44009E50D6C6}"/>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3261;p35">
              <a:extLst>
                <a:ext uri="{FF2B5EF4-FFF2-40B4-BE49-F238E27FC236}">
                  <a16:creationId xmlns:a16="http://schemas.microsoft.com/office/drawing/2014/main" id="{02E1DF13-2C24-0BB6-14CC-DB3768E2807F}"/>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3262;p35">
              <a:extLst>
                <a:ext uri="{FF2B5EF4-FFF2-40B4-BE49-F238E27FC236}">
                  <a16:creationId xmlns:a16="http://schemas.microsoft.com/office/drawing/2014/main" id="{AFC852CA-901D-9FE7-285F-A1D96BCD63EB}"/>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3263;p35">
              <a:extLst>
                <a:ext uri="{FF2B5EF4-FFF2-40B4-BE49-F238E27FC236}">
                  <a16:creationId xmlns:a16="http://schemas.microsoft.com/office/drawing/2014/main" id="{4D5C3A8C-2118-533B-E457-D330567AD710}"/>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3264;p35">
              <a:extLst>
                <a:ext uri="{FF2B5EF4-FFF2-40B4-BE49-F238E27FC236}">
                  <a16:creationId xmlns:a16="http://schemas.microsoft.com/office/drawing/2014/main" id="{42132476-2A58-C1AD-809B-AD41F5D77189}"/>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3265;p35">
              <a:extLst>
                <a:ext uri="{FF2B5EF4-FFF2-40B4-BE49-F238E27FC236}">
                  <a16:creationId xmlns:a16="http://schemas.microsoft.com/office/drawing/2014/main" id="{ABDE7BA4-AF15-E749-7DB5-2FFEF7A78E8C}"/>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3266;p35">
              <a:extLst>
                <a:ext uri="{FF2B5EF4-FFF2-40B4-BE49-F238E27FC236}">
                  <a16:creationId xmlns:a16="http://schemas.microsoft.com/office/drawing/2014/main" id="{82C43DE3-92E0-0FA6-1784-FC7A56CF00EC}"/>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3267;p35">
              <a:extLst>
                <a:ext uri="{FF2B5EF4-FFF2-40B4-BE49-F238E27FC236}">
                  <a16:creationId xmlns:a16="http://schemas.microsoft.com/office/drawing/2014/main" id="{868DA973-FEA2-8EE2-E983-39072AABCC31}"/>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3268;p35">
              <a:extLst>
                <a:ext uri="{FF2B5EF4-FFF2-40B4-BE49-F238E27FC236}">
                  <a16:creationId xmlns:a16="http://schemas.microsoft.com/office/drawing/2014/main" id="{0AF7C640-2E29-E69C-F284-F7B95F8C6875}"/>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3269;p35">
              <a:extLst>
                <a:ext uri="{FF2B5EF4-FFF2-40B4-BE49-F238E27FC236}">
                  <a16:creationId xmlns:a16="http://schemas.microsoft.com/office/drawing/2014/main" id="{411855B4-30B6-4F8B-DEBD-F37977B465FD}"/>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3270;p35">
              <a:extLst>
                <a:ext uri="{FF2B5EF4-FFF2-40B4-BE49-F238E27FC236}">
                  <a16:creationId xmlns:a16="http://schemas.microsoft.com/office/drawing/2014/main" id="{418F8460-0F42-E4F5-41DD-5BA2301C4071}"/>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3271;p35">
              <a:extLst>
                <a:ext uri="{FF2B5EF4-FFF2-40B4-BE49-F238E27FC236}">
                  <a16:creationId xmlns:a16="http://schemas.microsoft.com/office/drawing/2014/main" id="{568C8CC1-A006-C27F-5A63-291E1F21C3B6}"/>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3272;p35">
              <a:extLst>
                <a:ext uri="{FF2B5EF4-FFF2-40B4-BE49-F238E27FC236}">
                  <a16:creationId xmlns:a16="http://schemas.microsoft.com/office/drawing/2014/main" id="{D5974600-8059-8A8E-C74E-472E9AFC984A}"/>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3273;p35">
              <a:extLst>
                <a:ext uri="{FF2B5EF4-FFF2-40B4-BE49-F238E27FC236}">
                  <a16:creationId xmlns:a16="http://schemas.microsoft.com/office/drawing/2014/main" id="{A042E7EE-49DD-2E53-3A3B-2BA8E6EABCDD}"/>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3274;p35">
              <a:extLst>
                <a:ext uri="{FF2B5EF4-FFF2-40B4-BE49-F238E27FC236}">
                  <a16:creationId xmlns:a16="http://schemas.microsoft.com/office/drawing/2014/main" id="{8C984658-2F61-06F0-B329-A51ECAC1D473}"/>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3275;p35">
              <a:extLst>
                <a:ext uri="{FF2B5EF4-FFF2-40B4-BE49-F238E27FC236}">
                  <a16:creationId xmlns:a16="http://schemas.microsoft.com/office/drawing/2014/main" id="{446FA4DC-552A-AE6D-F989-EE0B1E52CB5C}"/>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3276;p35">
              <a:extLst>
                <a:ext uri="{FF2B5EF4-FFF2-40B4-BE49-F238E27FC236}">
                  <a16:creationId xmlns:a16="http://schemas.microsoft.com/office/drawing/2014/main" id="{99B8D345-205F-57F0-D217-98FB593A0DA4}"/>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3277;p35">
              <a:extLst>
                <a:ext uri="{FF2B5EF4-FFF2-40B4-BE49-F238E27FC236}">
                  <a16:creationId xmlns:a16="http://schemas.microsoft.com/office/drawing/2014/main" id="{9C9CEF31-6AD9-1887-5A55-1C25086C30E1}"/>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3278;p35">
              <a:extLst>
                <a:ext uri="{FF2B5EF4-FFF2-40B4-BE49-F238E27FC236}">
                  <a16:creationId xmlns:a16="http://schemas.microsoft.com/office/drawing/2014/main" id="{9C87C215-585B-A834-7A0F-C46AC565C0F9}"/>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3279;p35">
              <a:extLst>
                <a:ext uri="{FF2B5EF4-FFF2-40B4-BE49-F238E27FC236}">
                  <a16:creationId xmlns:a16="http://schemas.microsoft.com/office/drawing/2014/main" id="{52FF0BC4-AD56-ADEC-6BBA-27319191E987}"/>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3280;p35">
              <a:extLst>
                <a:ext uri="{FF2B5EF4-FFF2-40B4-BE49-F238E27FC236}">
                  <a16:creationId xmlns:a16="http://schemas.microsoft.com/office/drawing/2014/main" id="{D0E27423-4282-82B9-C245-AE9912249E90}"/>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3281;p35">
              <a:extLst>
                <a:ext uri="{FF2B5EF4-FFF2-40B4-BE49-F238E27FC236}">
                  <a16:creationId xmlns:a16="http://schemas.microsoft.com/office/drawing/2014/main" id="{821689D2-2D22-3B41-93AB-13EB6DE2AFF7}"/>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3282;p35">
              <a:extLst>
                <a:ext uri="{FF2B5EF4-FFF2-40B4-BE49-F238E27FC236}">
                  <a16:creationId xmlns:a16="http://schemas.microsoft.com/office/drawing/2014/main" id="{4169ADB6-5E49-33D6-2778-12FEA755C24B}"/>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3283;p35">
              <a:extLst>
                <a:ext uri="{FF2B5EF4-FFF2-40B4-BE49-F238E27FC236}">
                  <a16:creationId xmlns:a16="http://schemas.microsoft.com/office/drawing/2014/main" id="{04D44FBE-B9B9-EE98-1E15-E0A9CEFDBA13}"/>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3284;p35">
              <a:extLst>
                <a:ext uri="{FF2B5EF4-FFF2-40B4-BE49-F238E27FC236}">
                  <a16:creationId xmlns:a16="http://schemas.microsoft.com/office/drawing/2014/main" id="{5404A32C-215C-2557-FFE8-08B188BAE545}"/>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3285;p35">
              <a:extLst>
                <a:ext uri="{FF2B5EF4-FFF2-40B4-BE49-F238E27FC236}">
                  <a16:creationId xmlns:a16="http://schemas.microsoft.com/office/drawing/2014/main" id="{87BCE999-D86F-F772-0A01-5CC356FF3E1A}"/>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3286;p35">
              <a:extLst>
                <a:ext uri="{FF2B5EF4-FFF2-40B4-BE49-F238E27FC236}">
                  <a16:creationId xmlns:a16="http://schemas.microsoft.com/office/drawing/2014/main" id="{843A8E5B-058E-D7A2-255F-32D60462F258}"/>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3287;p35">
              <a:extLst>
                <a:ext uri="{FF2B5EF4-FFF2-40B4-BE49-F238E27FC236}">
                  <a16:creationId xmlns:a16="http://schemas.microsoft.com/office/drawing/2014/main" id="{138A3100-D738-5E36-7E60-178AA325433E}"/>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3288;p35">
              <a:extLst>
                <a:ext uri="{FF2B5EF4-FFF2-40B4-BE49-F238E27FC236}">
                  <a16:creationId xmlns:a16="http://schemas.microsoft.com/office/drawing/2014/main" id="{A2235650-CA3D-9531-E947-F7729FFFD350}"/>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3289;p35">
              <a:extLst>
                <a:ext uri="{FF2B5EF4-FFF2-40B4-BE49-F238E27FC236}">
                  <a16:creationId xmlns:a16="http://schemas.microsoft.com/office/drawing/2014/main" id="{166B8055-0464-A761-17E8-B9D29CA57F03}"/>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3290;p35">
              <a:extLst>
                <a:ext uri="{FF2B5EF4-FFF2-40B4-BE49-F238E27FC236}">
                  <a16:creationId xmlns:a16="http://schemas.microsoft.com/office/drawing/2014/main" id="{8B206B9F-44FB-3B47-1C54-5B332785DD27}"/>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3291;p35">
              <a:extLst>
                <a:ext uri="{FF2B5EF4-FFF2-40B4-BE49-F238E27FC236}">
                  <a16:creationId xmlns:a16="http://schemas.microsoft.com/office/drawing/2014/main" id="{7A3CDAEF-B13E-C846-9C95-71491D78CF67}"/>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3292;p35">
              <a:extLst>
                <a:ext uri="{FF2B5EF4-FFF2-40B4-BE49-F238E27FC236}">
                  <a16:creationId xmlns:a16="http://schemas.microsoft.com/office/drawing/2014/main" id="{A67F3754-0AB0-E3CA-F608-C01FC135E035}"/>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3293;p35">
              <a:extLst>
                <a:ext uri="{FF2B5EF4-FFF2-40B4-BE49-F238E27FC236}">
                  <a16:creationId xmlns:a16="http://schemas.microsoft.com/office/drawing/2014/main" id="{72AC4B13-F61E-B5F2-E180-ACB9ADF40DE8}"/>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3294;p35">
              <a:extLst>
                <a:ext uri="{FF2B5EF4-FFF2-40B4-BE49-F238E27FC236}">
                  <a16:creationId xmlns:a16="http://schemas.microsoft.com/office/drawing/2014/main" id="{EEB1FE0C-EC32-F0A8-E6E0-03A01063F958}"/>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3295;p35">
              <a:extLst>
                <a:ext uri="{FF2B5EF4-FFF2-40B4-BE49-F238E27FC236}">
                  <a16:creationId xmlns:a16="http://schemas.microsoft.com/office/drawing/2014/main" id="{B4DE4A73-528F-0AE1-5873-E5B55013D4C1}"/>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3296;p35">
              <a:extLst>
                <a:ext uri="{FF2B5EF4-FFF2-40B4-BE49-F238E27FC236}">
                  <a16:creationId xmlns:a16="http://schemas.microsoft.com/office/drawing/2014/main" id="{59C77AD6-6025-2BA7-55A2-9CFF22F43041}"/>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3297;p35">
              <a:extLst>
                <a:ext uri="{FF2B5EF4-FFF2-40B4-BE49-F238E27FC236}">
                  <a16:creationId xmlns:a16="http://schemas.microsoft.com/office/drawing/2014/main" id="{D9B8E8E6-CA69-436C-9CD9-5BED47B2789D}"/>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3298;p35">
              <a:extLst>
                <a:ext uri="{FF2B5EF4-FFF2-40B4-BE49-F238E27FC236}">
                  <a16:creationId xmlns:a16="http://schemas.microsoft.com/office/drawing/2014/main" id="{C51DC0F5-2C9F-13EE-00D1-692BC61EAE34}"/>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3299;p35">
              <a:extLst>
                <a:ext uri="{FF2B5EF4-FFF2-40B4-BE49-F238E27FC236}">
                  <a16:creationId xmlns:a16="http://schemas.microsoft.com/office/drawing/2014/main" id="{2D0C53D2-2545-8BAA-33F0-89215C471BA4}"/>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3300;p35">
              <a:extLst>
                <a:ext uri="{FF2B5EF4-FFF2-40B4-BE49-F238E27FC236}">
                  <a16:creationId xmlns:a16="http://schemas.microsoft.com/office/drawing/2014/main" id="{F3065F17-F199-78BA-8A04-7CD67AAF37B8}"/>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3301;p35">
              <a:extLst>
                <a:ext uri="{FF2B5EF4-FFF2-40B4-BE49-F238E27FC236}">
                  <a16:creationId xmlns:a16="http://schemas.microsoft.com/office/drawing/2014/main" id="{3EE73CE6-98D7-76B1-DD2C-400616A8FA43}"/>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3302;p35">
              <a:extLst>
                <a:ext uri="{FF2B5EF4-FFF2-40B4-BE49-F238E27FC236}">
                  <a16:creationId xmlns:a16="http://schemas.microsoft.com/office/drawing/2014/main" id="{72D85D3E-5556-CA8A-BF5B-B691CF9834F7}"/>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3303;p35">
              <a:extLst>
                <a:ext uri="{FF2B5EF4-FFF2-40B4-BE49-F238E27FC236}">
                  <a16:creationId xmlns:a16="http://schemas.microsoft.com/office/drawing/2014/main" id="{15988190-9297-B224-B660-7AD9D0E600DA}"/>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3304;p35">
              <a:extLst>
                <a:ext uri="{FF2B5EF4-FFF2-40B4-BE49-F238E27FC236}">
                  <a16:creationId xmlns:a16="http://schemas.microsoft.com/office/drawing/2014/main" id="{AF448B77-BCEA-E6F2-FA03-F745DA7CCE27}"/>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3305;p35">
              <a:extLst>
                <a:ext uri="{FF2B5EF4-FFF2-40B4-BE49-F238E27FC236}">
                  <a16:creationId xmlns:a16="http://schemas.microsoft.com/office/drawing/2014/main" id="{EC7EDDEE-F608-5128-8162-DF18D9BCBD9E}"/>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3306;p35">
              <a:extLst>
                <a:ext uri="{FF2B5EF4-FFF2-40B4-BE49-F238E27FC236}">
                  <a16:creationId xmlns:a16="http://schemas.microsoft.com/office/drawing/2014/main" id="{1EF0F5CE-07CC-4AAB-74AF-A27945A02613}"/>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3307;p35">
              <a:extLst>
                <a:ext uri="{FF2B5EF4-FFF2-40B4-BE49-F238E27FC236}">
                  <a16:creationId xmlns:a16="http://schemas.microsoft.com/office/drawing/2014/main" id="{51FE0674-4420-3833-396C-E8EC67604D75}"/>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3308;p35">
              <a:extLst>
                <a:ext uri="{FF2B5EF4-FFF2-40B4-BE49-F238E27FC236}">
                  <a16:creationId xmlns:a16="http://schemas.microsoft.com/office/drawing/2014/main" id="{4983C3CA-F01A-62FA-967B-C935CFE44DC7}"/>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3309;p35">
              <a:extLst>
                <a:ext uri="{FF2B5EF4-FFF2-40B4-BE49-F238E27FC236}">
                  <a16:creationId xmlns:a16="http://schemas.microsoft.com/office/drawing/2014/main" id="{42A6D4D2-54E8-D925-BD37-15DEE71718A4}"/>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3310;p35">
              <a:extLst>
                <a:ext uri="{FF2B5EF4-FFF2-40B4-BE49-F238E27FC236}">
                  <a16:creationId xmlns:a16="http://schemas.microsoft.com/office/drawing/2014/main" id="{A2E4AEE6-00C5-FC2A-56C8-441EBD7C115B}"/>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3311;p35">
              <a:extLst>
                <a:ext uri="{FF2B5EF4-FFF2-40B4-BE49-F238E27FC236}">
                  <a16:creationId xmlns:a16="http://schemas.microsoft.com/office/drawing/2014/main" id="{20752ECD-DB30-05FD-5F60-51C891229F3F}"/>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3312;p35">
              <a:extLst>
                <a:ext uri="{FF2B5EF4-FFF2-40B4-BE49-F238E27FC236}">
                  <a16:creationId xmlns:a16="http://schemas.microsoft.com/office/drawing/2014/main" id="{585B2F16-CC25-1C38-22C5-95EE60213A5E}"/>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3313;p35">
              <a:extLst>
                <a:ext uri="{FF2B5EF4-FFF2-40B4-BE49-F238E27FC236}">
                  <a16:creationId xmlns:a16="http://schemas.microsoft.com/office/drawing/2014/main" id="{05FC076D-8F61-83FE-BCEC-7CA1EAA20FC8}"/>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3314;p35">
              <a:extLst>
                <a:ext uri="{FF2B5EF4-FFF2-40B4-BE49-F238E27FC236}">
                  <a16:creationId xmlns:a16="http://schemas.microsoft.com/office/drawing/2014/main" id="{0F082A18-914E-F812-E5B6-3447F1D942E3}"/>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3315;p35">
              <a:extLst>
                <a:ext uri="{FF2B5EF4-FFF2-40B4-BE49-F238E27FC236}">
                  <a16:creationId xmlns:a16="http://schemas.microsoft.com/office/drawing/2014/main" id="{DCC8EB83-EF6C-A567-ADBC-3165287A48A5}"/>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3316;p35">
              <a:extLst>
                <a:ext uri="{FF2B5EF4-FFF2-40B4-BE49-F238E27FC236}">
                  <a16:creationId xmlns:a16="http://schemas.microsoft.com/office/drawing/2014/main" id="{F09BDA49-05F8-4855-83E2-85C3CC9071FB}"/>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3317;p35">
              <a:extLst>
                <a:ext uri="{FF2B5EF4-FFF2-40B4-BE49-F238E27FC236}">
                  <a16:creationId xmlns:a16="http://schemas.microsoft.com/office/drawing/2014/main" id="{6AB16283-FC37-5B2E-F0F7-14C1B14D6BC9}"/>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3318;p35">
              <a:extLst>
                <a:ext uri="{FF2B5EF4-FFF2-40B4-BE49-F238E27FC236}">
                  <a16:creationId xmlns:a16="http://schemas.microsoft.com/office/drawing/2014/main" id="{700CFD7F-E705-D159-A18F-8EE60ECFA45C}"/>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3319;p35">
              <a:extLst>
                <a:ext uri="{FF2B5EF4-FFF2-40B4-BE49-F238E27FC236}">
                  <a16:creationId xmlns:a16="http://schemas.microsoft.com/office/drawing/2014/main" id="{3B363860-C915-D293-4D8F-618238FFC07A}"/>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3320;p35">
              <a:extLst>
                <a:ext uri="{FF2B5EF4-FFF2-40B4-BE49-F238E27FC236}">
                  <a16:creationId xmlns:a16="http://schemas.microsoft.com/office/drawing/2014/main" id="{5E22E95C-8F41-A9C2-BAAC-7B753A95050C}"/>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A6778550-E05A-3B45-EBE4-FCBFA983C9B0}"/>
              </a:ext>
            </a:extLst>
          </p:cNvPr>
          <p:cNvSpPr txBox="1"/>
          <p:nvPr/>
        </p:nvSpPr>
        <p:spPr>
          <a:xfrm>
            <a:off x="517777" y="3063308"/>
            <a:ext cx="4986911" cy="830997"/>
          </a:xfrm>
          <a:prstGeom prst="rect">
            <a:avLst/>
          </a:prstGeom>
          <a:noFill/>
        </p:spPr>
        <p:txBody>
          <a:bodyPr wrap="square">
            <a:spAutoFit/>
          </a:bodyPr>
          <a:lstStyle>
            <a:defPPr marR="0" lvl="0" algn="l" rtl="0">
              <a:lnSpc>
                <a:spcPct val="100000"/>
              </a:lnSpc>
              <a:spcBef>
                <a:spcPts val="0"/>
              </a:spcBef>
              <a:spcAft>
                <a:spcPts val="0"/>
              </a:spcAft>
            </a:defPPr>
            <a:lvl1pPr>
              <a:defRPr sz="1600">
                <a:solidFill>
                  <a:schemeClr val="dk1"/>
                </a:solidFill>
                <a:latin typeface="Montserrat Medium"/>
              </a:defRPr>
            </a:lvl1pPr>
          </a:lstStyle>
          <a:p>
            <a:endParaRPr lang="en-US" b="1" dirty="0"/>
          </a:p>
          <a:p>
            <a:r>
              <a:rPr lang="en-US" b="1" dirty="0"/>
              <a:t>2 Main Examples of PALS potential solution :</a:t>
            </a:r>
          </a:p>
          <a:p>
            <a:endParaRPr lang="en-US" b="1" dirty="0"/>
          </a:p>
        </p:txBody>
      </p:sp>
      <p:sp>
        <p:nvSpPr>
          <p:cNvPr id="11" name="TextBox 10">
            <a:extLst>
              <a:ext uri="{FF2B5EF4-FFF2-40B4-BE49-F238E27FC236}">
                <a16:creationId xmlns:a16="http://schemas.microsoft.com/office/drawing/2014/main" id="{030B8026-8CF9-DCFA-4791-2C36A354F165}"/>
              </a:ext>
            </a:extLst>
          </p:cNvPr>
          <p:cNvSpPr txBox="1"/>
          <p:nvPr/>
        </p:nvSpPr>
        <p:spPr>
          <a:xfrm>
            <a:off x="6582747" y="1528472"/>
            <a:ext cx="2561253" cy="30777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b="1"/>
              <a:t>1. User -Friendly Interface:</a:t>
            </a:r>
            <a:endParaRPr lang="en-US" b="1" dirty="0"/>
          </a:p>
        </p:txBody>
      </p:sp>
      <p:sp>
        <p:nvSpPr>
          <p:cNvPr id="1096" name="TextBox 1095">
            <a:extLst>
              <a:ext uri="{FF2B5EF4-FFF2-40B4-BE49-F238E27FC236}">
                <a16:creationId xmlns:a16="http://schemas.microsoft.com/office/drawing/2014/main" id="{DE9A52DD-4598-F67E-110E-EDE16E93FF42}"/>
              </a:ext>
            </a:extLst>
          </p:cNvPr>
          <p:cNvSpPr txBox="1"/>
          <p:nvPr/>
        </p:nvSpPr>
        <p:spPr>
          <a:xfrm>
            <a:off x="6582747" y="3395482"/>
            <a:ext cx="2707557" cy="30777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b="1" dirty="0"/>
              <a:t>2. Algorithm Development:</a:t>
            </a:r>
          </a:p>
        </p:txBody>
      </p:sp>
    </p:spTree>
    <p:extLst>
      <p:ext uri="{BB962C8B-B14F-4D97-AF65-F5344CB8AC3E}">
        <p14:creationId xmlns:p14="http://schemas.microsoft.com/office/powerpoint/2010/main" val="2670867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2">
          <a:extLst>
            <a:ext uri="{FF2B5EF4-FFF2-40B4-BE49-F238E27FC236}">
              <a16:creationId xmlns:a16="http://schemas.microsoft.com/office/drawing/2014/main" id="{94B24BFE-7170-055A-8BB1-349FF9ACC7D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7A4A70-6832-A2AD-E2CD-5AB4B8893ED4}"/>
              </a:ext>
            </a:extLst>
          </p:cNvPr>
          <p:cNvSpPr txBox="1"/>
          <p:nvPr/>
        </p:nvSpPr>
        <p:spPr>
          <a:xfrm>
            <a:off x="255664" y="1048075"/>
            <a:ext cx="7820526" cy="307777"/>
          </a:xfrm>
          <a:prstGeom prst="rect">
            <a:avLst/>
          </a:prstGeom>
          <a:noFill/>
        </p:spPr>
        <p:txBody>
          <a:bodyPr wrap="square">
            <a:spAutoFit/>
          </a:bodyPr>
          <a:lstStyle/>
          <a:p>
            <a:r>
              <a:rPr lang="en-US" dirty="0">
                <a:solidFill>
                  <a:schemeClr val="dk1"/>
                </a:solidFill>
                <a:latin typeface="Montserrat SemiBold"/>
              </a:rPr>
              <a:t>Solution of the Personalized Adaptive Learning System (PALS)</a:t>
            </a:r>
          </a:p>
        </p:txBody>
      </p:sp>
      <p:sp>
        <p:nvSpPr>
          <p:cNvPr id="1093" name="Google Shape;1093;p25">
            <a:extLst>
              <a:ext uri="{FF2B5EF4-FFF2-40B4-BE49-F238E27FC236}">
                <a16:creationId xmlns:a16="http://schemas.microsoft.com/office/drawing/2014/main" id="{E1FB9B3E-04CA-25EC-256B-8C161906D246}"/>
              </a:ext>
            </a:extLst>
          </p:cNvPr>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5.0 SOLUTIONS</a:t>
            </a:r>
            <a:endParaRPr sz="2800" dirty="0"/>
          </a:p>
        </p:txBody>
      </p:sp>
      <p:sp>
        <p:nvSpPr>
          <p:cNvPr id="1101" name="Google Shape;1101;p25">
            <a:extLst>
              <a:ext uri="{FF2B5EF4-FFF2-40B4-BE49-F238E27FC236}">
                <a16:creationId xmlns:a16="http://schemas.microsoft.com/office/drawing/2014/main" id="{29B0E765-E1F3-0552-7C21-769C2EA604FE}"/>
              </a:ext>
            </a:extLst>
          </p:cNvPr>
          <p:cNvSpPr/>
          <p:nvPr/>
        </p:nvSpPr>
        <p:spPr>
          <a:xfrm>
            <a:off x="5772146" y="2256358"/>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03" name="Google Shape;1103;p25">
            <a:extLst>
              <a:ext uri="{FF2B5EF4-FFF2-40B4-BE49-F238E27FC236}">
                <a16:creationId xmlns:a16="http://schemas.microsoft.com/office/drawing/2014/main" id="{BD5945FD-F0E0-7709-BE91-FDCC4B20C756}"/>
              </a:ext>
            </a:extLst>
          </p:cNvPr>
          <p:cNvSpPr/>
          <p:nvPr/>
        </p:nvSpPr>
        <p:spPr>
          <a:xfrm>
            <a:off x="5772146" y="4066980"/>
            <a:ext cx="731400" cy="6291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09" name="Google Shape;1109;p25">
            <a:extLst>
              <a:ext uri="{FF2B5EF4-FFF2-40B4-BE49-F238E27FC236}">
                <a16:creationId xmlns:a16="http://schemas.microsoft.com/office/drawing/2014/main" id="{03C21613-2804-41DD-8A38-CA48C8194F1E}"/>
              </a:ext>
            </a:extLst>
          </p:cNvPr>
          <p:cNvSpPr txBox="1"/>
          <p:nvPr/>
        </p:nvSpPr>
        <p:spPr>
          <a:xfrm>
            <a:off x="6587345" y="1801294"/>
            <a:ext cx="2337641" cy="1384995"/>
          </a:xfrm>
          <a:prstGeom prst="rect">
            <a:avLst/>
          </a:prstGeom>
          <a:noFill/>
        </p:spPr>
        <p:txBody>
          <a:bodyPr wrap="square">
            <a:spAutoFit/>
          </a:bodyPr>
          <a:lstStyle>
            <a:defPPr marR="0" lvl="0" algn="l" rtl="0">
              <a:lnSpc>
                <a:spcPct val="100000"/>
              </a:lnSpc>
              <a:spcBef>
                <a:spcPts val="0"/>
              </a:spcBef>
              <a:spcAft>
                <a:spcPts val="0"/>
              </a:spcAft>
            </a:defPPr>
            <a:lvl1pPr>
              <a:defRPr sz="1200">
                <a:solidFill>
                  <a:schemeClr val="dk1"/>
                </a:solidFill>
                <a:latin typeface="Montserrat Medium"/>
              </a:defRPr>
            </a:lvl1pPr>
          </a:lstStyle>
          <a:p>
            <a:r>
              <a:rPr lang="en-US" sz="1400" dirty="0"/>
              <a:t>Design </a:t>
            </a:r>
            <a:r>
              <a:rPr lang="en-US" sz="1400" b="1" dirty="0"/>
              <a:t>an intuitive interface</a:t>
            </a:r>
            <a:r>
              <a:rPr lang="en-US" sz="1400" dirty="0"/>
              <a:t> that simplifies the scheduling and tracking of study sessions, making it accessible for all users</a:t>
            </a:r>
          </a:p>
        </p:txBody>
      </p:sp>
      <p:grpSp>
        <p:nvGrpSpPr>
          <p:cNvPr id="1204" name="Google Shape;1204;p25">
            <a:extLst>
              <a:ext uri="{FF2B5EF4-FFF2-40B4-BE49-F238E27FC236}">
                <a16:creationId xmlns:a16="http://schemas.microsoft.com/office/drawing/2014/main" id="{8A9AF0ED-7E62-56C5-9FE7-DDC1611F7E97}"/>
              </a:ext>
            </a:extLst>
          </p:cNvPr>
          <p:cNvGrpSpPr/>
          <p:nvPr/>
        </p:nvGrpSpPr>
        <p:grpSpPr>
          <a:xfrm>
            <a:off x="7317169" y="848604"/>
            <a:ext cx="455009" cy="454080"/>
            <a:chOff x="3363305" y="1063034"/>
            <a:chExt cx="455009" cy="454080"/>
          </a:xfrm>
        </p:grpSpPr>
        <p:sp>
          <p:nvSpPr>
            <p:cNvPr id="1205" name="Google Shape;1205;p25">
              <a:extLst>
                <a:ext uri="{FF2B5EF4-FFF2-40B4-BE49-F238E27FC236}">
                  <a16:creationId xmlns:a16="http://schemas.microsoft.com/office/drawing/2014/main" id="{2C72F248-DC86-105B-375D-4EDBBA751D85}"/>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a:extLst>
                <a:ext uri="{FF2B5EF4-FFF2-40B4-BE49-F238E27FC236}">
                  <a16:creationId xmlns:a16="http://schemas.microsoft.com/office/drawing/2014/main" id="{ACB48A8E-3DA7-1CBD-B1E7-7DFD0D3D2C29}"/>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a:extLst>
                <a:ext uri="{FF2B5EF4-FFF2-40B4-BE49-F238E27FC236}">
                  <a16:creationId xmlns:a16="http://schemas.microsoft.com/office/drawing/2014/main" id="{EBCD6EF0-F747-61B7-09E0-B1FB0422911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a:extLst>
                <a:ext uri="{FF2B5EF4-FFF2-40B4-BE49-F238E27FC236}">
                  <a16:creationId xmlns:a16="http://schemas.microsoft.com/office/drawing/2014/main" id="{D46168C8-9B94-9290-63DD-5B866DFBEF7E}"/>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a:extLst>
                <a:ext uri="{FF2B5EF4-FFF2-40B4-BE49-F238E27FC236}">
                  <a16:creationId xmlns:a16="http://schemas.microsoft.com/office/drawing/2014/main" id="{0CF3F1C3-C6F9-A69F-6F47-F6E070134751}"/>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a:extLst>
                <a:ext uri="{FF2B5EF4-FFF2-40B4-BE49-F238E27FC236}">
                  <a16:creationId xmlns:a16="http://schemas.microsoft.com/office/drawing/2014/main" id="{F36005FA-7378-FA68-41D9-526DC70FF6DD}"/>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a:extLst>
                <a:ext uri="{FF2B5EF4-FFF2-40B4-BE49-F238E27FC236}">
                  <a16:creationId xmlns:a16="http://schemas.microsoft.com/office/drawing/2014/main" id="{4CE5A27A-E7D4-89ED-55AE-23C730805BFB}"/>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a:extLst>
                <a:ext uri="{FF2B5EF4-FFF2-40B4-BE49-F238E27FC236}">
                  <a16:creationId xmlns:a16="http://schemas.microsoft.com/office/drawing/2014/main" id="{EB7321AA-F703-2740-6A33-E539D65ED717}"/>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a:extLst>
                <a:ext uri="{FF2B5EF4-FFF2-40B4-BE49-F238E27FC236}">
                  <a16:creationId xmlns:a16="http://schemas.microsoft.com/office/drawing/2014/main" id="{8AD023B5-A90A-9E08-209D-F708D1583ED1}"/>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a:extLst>
                <a:ext uri="{FF2B5EF4-FFF2-40B4-BE49-F238E27FC236}">
                  <a16:creationId xmlns:a16="http://schemas.microsoft.com/office/drawing/2014/main" id="{5A683535-B065-B841-83BD-C09BB97AE45A}"/>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a:extLst>
                <a:ext uri="{FF2B5EF4-FFF2-40B4-BE49-F238E27FC236}">
                  <a16:creationId xmlns:a16="http://schemas.microsoft.com/office/drawing/2014/main" id="{78328DCA-7625-20A7-E689-F95D1621ACBE}"/>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a:extLst>
                <a:ext uri="{FF2B5EF4-FFF2-40B4-BE49-F238E27FC236}">
                  <a16:creationId xmlns:a16="http://schemas.microsoft.com/office/drawing/2014/main" id="{6A617667-7920-0353-4160-6CE66C64CEDE}"/>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a:extLst>
                <a:ext uri="{FF2B5EF4-FFF2-40B4-BE49-F238E27FC236}">
                  <a16:creationId xmlns:a16="http://schemas.microsoft.com/office/drawing/2014/main" id="{922A94CC-FC18-A276-48B0-E90BDF46F6C6}"/>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a:extLst>
                <a:ext uri="{FF2B5EF4-FFF2-40B4-BE49-F238E27FC236}">
                  <a16:creationId xmlns:a16="http://schemas.microsoft.com/office/drawing/2014/main" id="{E1EC42C6-6C49-7021-0EF7-57B2542F0BCE}"/>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a:extLst>
                <a:ext uri="{FF2B5EF4-FFF2-40B4-BE49-F238E27FC236}">
                  <a16:creationId xmlns:a16="http://schemas.microsoft.com/office/drawing/2014/main" id="{A6D13508-4395-4BE7-7577-4D0E7737BA10}"/>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a:extLst>
                <a:ext uri="{FF2B5EF4-FFF2-40B4-BE49-F238E27FC236}">
                  <a16:creationId xmlns:a16="http://schemas.microsoft.com/office/drawing/2014/main" id="{832729E5-E6F9-F1C5-B857-C6BBEEFC2616}"/>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a:extLst>
                <a:ext uri="{FF2B5EF4-FFF2-40B4-BE49-F238E27FC236}">
                  <a16:creationId xmlns:a16="http://schemas.microsoft.com/office/drawing/2014/main" id="{12F0B99E-48B2-E48F-7759-8618274E303B}"/>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a:extLst>
                <a:ext uri="{FF2B5EF4-FFF2-40B4-BE49-F238E27FC236}">
                  <a16:creationId xmlns:a16="http://schemas.microsoft.com/office/drawing/2014/main" id="{8BAF9437-8593-0332-5E07-F8A00C3F0E01}"/>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a:extLst>
                <a:ext uri="{FF2B5EF4-FFF2-40B4-BE49-F238E27FC236}">
                  <a16:creationId xmlns:a16="http://schemas.microsoft.com/office/drawing/2014/main" id="{FBBDC25E-9FFC-AB43-D026-30B5F2E0FEB9}"/>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a:extLst>
                <a:ext uri="{FF2B5EF4-FFF2-40B4-BE49-F238E27FC236}">
                  <a16:creationId xmlns:a16="http://schemas.microsoft.com/office/drawing/2014/main" id="{022A013E-1C6D-6939-33A8-18738ECB60DA}"/>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a:extLst>
                <a:ext uri="{FF2B5EF4-FFF2-40B4-BE49-F238E27FC236}">
                  <a16:creationId xmlns:a16="http://schemas.microsoft.com/office/drawing/2014/main" id="{3A859BEC-4AD8-F1CE-E5FA-21FB4D5348C1}"/>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a:extLst>
                <a:ext uri="{FF2B5EF4-FFF2-40B4-BE49-F238E27FC236}">
                  <a16:creationId xmlns:a16="http://schemas.microsoft.com/office/drawing/2014/main" id="{9A39A322-A612-A0FC-5C56-F324C0675E12}"/>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9" name="Google Shape;1229;p25">
            <a:extLst>
              <a:ext uri="{FF2B5EF4-FFF2-40B4-BE49-F238E27FC236}">
                <a16:creationId xmlns:a16="http://schemas.microsoft.com/office/drawing/2014/main" id="{A77AD963-B3D4-0956-7ABA-CC02EE40DAB9}"/>
              </a:ext>
            </a:extLst>
          </p:cNvPr>
          <p:cNvSpPr/>
          <p:nvPr/>
        </p:nvSpPr>
        <p:spPr>
          <a:xfrm flipH="1">
            <a:off x="5345509" y="2625772"/>
            <a:ext cx="363300" cy="1774046"/>
          </a:xfrm>
          <a:prstGeom prst="rightBrace">
            <a:avLst>
              <a:gd name="adj1" fmla="val 46366"/>
              <a:gd name="adj2" fmla="val 50083"/>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3" name="TextBox 2">
            <a:extLst>
              <a:ext uri="{FF2B5EF4-FFF2-40B4-BE49-F238E27FC236}">
                <a16:creationId xmlns:a16="http://schemas.microsoft.com/office/drawing/2014/main" id="{0C73CE1B-19E8-F4F7-DDBD-DC2A91617507}"/>
              </a:ext>
            </a:extLst>
          </p:cNvPr>
          <p:cNvSpPr txBox="1"/>
          <p:nvPr/>
        </p:nvSpPr>
        <p:spPr>
          <a:xfrm>
            <a:off x="255664" y="1344312"/>
            <a:ext cx="5249024" cy="2616101"/>
          </a:xfrm>
          <a:prstGeom prst="rect">
            <a:avLst/>
          </a:prstGeom>
          <a:noFill/>
        </p:spPr>
        <p:txBody>
          <a:bodyPr wrap="square">
            <a:spAutoFit/>
          </a:bodyPr>
          <a:lstStyle/>
          <a:p>
            <a:pPr rtl="0"/>
            <a:r>
              <a:rPr lang="en-US" sz="1600" dirty="0">
                <a:solidFill>
                  <a:schemeClr val="dk1"/>
                </a:solidFill>
                <a:latin typeface="Montserrat Medium"/>
              </a:rPr>
              <a:t>The system solution of the Personalized Adaptive Learning System (PALS) refers to the comprehensive set of features, processes, and technologies designed to address the identified problems in </a:t>
            </a:r>
            <a:r>
              <a:rPr lang="en-US" sz="1600" b="1" dirty="0">
                <a:solidFill>
                  <a:schemeClr val="dk1"/>
                </a:solidFill>
                <a:latin typeface="Montserrat Medium"/>
              </a:rPr>
              <a:t>personalized learning and productivity</a:t>
            </a:r>
            <a:r>
              <a:rPr lang="en-US" sz="1600" dirty="0">
                <a:solidFill>
                  <a:schemeClr val="dk1"/>
                </a:solidFill>
                <a:latin typeface="Montserrat Medium"/>
              </a:rPr>
              <a:t>.</a:t>
            </a:r>
          </a:p>
          <a:p>
            <a:pPr rtl="0"/>
            <a:endParaRPr lang="en-US" sz="1600" dirty="0">
              <a:solidFill>
                <a:schemeClr val="dk1"/>
              </a:solidFill>
              <a:latin typeface="Montserrat Medium"/>
            </a:endParaRPr>
          </a:p>
          <a:p>
            <a:pPr rtl="0"/>
            <a:endParaRPr lang="en-US" sz="1600" dirty="0">
              <a:solidFill>
                <a:schemeClr val="dk1"/>
              </a:solidFill>
              <a:latin typeface="Montserrat Medium"/>
            </a:endParaRPr>
          </a:p>
          <a:p>
            <a:br>
              <a:rPr lang="en-US" sz="1800" dirty="0"/>
            </a:br>
            <a:endParaRPr lang="en-US" sz="1800" dirty="0"/>
          </a:p>
        </p:txBody>
      </p:sp>
      <p:pic>
        <p:nvPicPr>
          <p:cNvPr id="7" name="Picture 6">
            <a:extLst>
              <a:ext uri="{FF2B5EF4-FFF2-40B4-BE49-F238E27FC236}">
                <a16:creationId xmlns:a16="http://schemas.microsoft.com/office/drawing/2014/main" id="{923E4EBD-40B5-4C2E-E216-C609E822F1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4F732B6-AF35-EC58-B6C0-268390B85B0C}"/>
              </a:ext>
            </a:extLst>
          </p:cNvPr>
          <p:cNvSpPr txBox="1"/>
          <p:nvPr/>
        </p:nvSpPr>
        <p:spPr>
          <a:xfrm>
            <a:off x="6582747" y="3460732"/>
            <a:ext cx="2707557" cy="1815882"/>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endParaRPr lang="en-US" dirty="0"/>
          </a:p>
          <a:p>
            <a:r>
              <a:rPr lang="en-US" dirty="0"/>
              <a:t>Implement hyper-heuristics to </a:t>
            </a:r>
            <a:r>
              <a:rPr lang="en-US" b="1" dirty="0"/>
              <a:t>create adaptive study schedules </a:t>
            </a:r>
            <a:r>
              <a:rPr lang="en-US" dirty="0"/>
              <a:t>that respond to individual learning patterns and performance metrics.</a:t>
            </a:r>
            <a:br>
              <a:rPr lang="en-US" dirty="0"/>
            </a:br>
            <a:endParaRPr lang="en-US" dirty="0"/>
          </a:p>
        </p:txBody>
      </p:sp>
      <p:grpSp>
        <p:nvGrpSpPr>
          <p:cNvPr id="63" name="Google Shape;3249;p35">
            <a:extLst>
              <a:ext uri="{FF2B5EF4-FFF2-40B4-BE49-F238E27FC236}">
                <a16:creationId xmlns:a16="http://schemas.microsoft.com/office/drawing/2014/main" id="{B6AE2732-610B-7D74-49B8-634E61401CD7}"/>
              </a:ext>
            </a:extLst>
          </p:cNvPr>
          <p:cNvGrpSpPr/>
          <p:nvPr/>
        </p:nvGrpSpPr>
        <p:grpSpPr>
          <a:xfrm>
            <a:off x="5952120" y="4205564"/>
            <a:ext cx="423892" cy="421693"/>
            <a:chOff x="2716201" y="4267204"/>
            <a:chExt cx="454986" cy="452626"/>
          </a:xfrm>
        </p:grpSpPr>
        <p:sp>
          <p:nvSpPr>
            <p:cNvPr id="1088" name="Google Shape;3250;p35">
              <a:extLst>
                <a:ext uri="{FF2B5EF4-FFF2-40B4-BE49-F238E27FC236}">
                  <a16:creationId xmlns:a16="http://schemas.microsoft.com/office/drawing/2014/main" id="{39E56432-F52D-B98D-9997-BFA70D21DAD7}"/>
                </a:ext>
              </a:extLst>
            </p:cNvPr>
            <p:cNvSpPr/>
            <p:nvPr/>
          </p:nvSpPr>
          <p:spPr>
            <a:xfrm>
              <a:off x="2917601" y="4281724"/>
              <a:ext cx="163243" cy="188022"/>
            </a:xfrm>
            <a:custGeom>
              <a:avLst/>
              <a:gdLst/>
              <a:ahLst/>
              <a:cxnLst/>
              <a:rect l="l" t="t" r="r" b="b"/>
              <a:pathLst>
                <a:path w="6841" h="7886" extrusionOk="0">
                  <a:moveTo>
                    <a:pt x="3428" y="1"/>
                  </a:moveTo>
                  <a:lnTo>
                    <a:pt x="8" y="1966"/>
                  </a:lnTo>
                  <a:lnTo>
                    <a:pt x="0" y="5905"/>
                  </a:lnTo>
                  <a:lnTo>
                    <a:pt x="3405" y="7885"/>
                  </a:lnTo>
                  <a:lnTo>
                    <a:pt x="6826" y="5927"/>
                  </a:lnTo>
                  <a:lnTo>
                    <a:pt x="6841" y="1982"/>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3251;p35">
              <a:extLst>
                <a:ext uri="{FF2B5EF4-FFF2-40B4-BE49-F238E27FC236}">
                  <a16:creationId xmlns:a16="http://schemas.microsoft.com/office/drawing/2014/main" id="{A9119294-FD18-40F4-7A88-7F38AEB64B6A}"/>
                </a:ext>
              </a:extLst>
            </p:cNvPr>
            <p:cNvSpPr/>
            <p:nvPr/>
          </p:nvSpPr>
          <p:spPr>
            <a:xfrm>
              <a:off x="2917601" y="4307355"/>
              <a:ext cx="163243" cy="162391"/>
            </a:xfrm>
            <a:custGeom>
              <a:avLst/>
              <a:gdLst/>
              <a:ahLst/>
              <a:cxnLst/>
              <a:rect l="l" t="t" r="r" b="b"/>
              <a:pathLst>
                <a:path w="6841" h="6811" extrusionOk="0">
                  <a:moveTo>
                    <a:pt x="5272" y="0"/>
                  </a:moveTo>
                  <a:lnTo>
                    <a:pt x="5333" y="472"/>
                  </a:lnTo>
                  <a:lnTo>
                    <a:pt x="5325" y="3032"/>
                  </a:lnTo>
                  <a:cubicBezTo>
                    <a:pt x="5325" y="3344"/>
                    <a:pt x="5157" y="3641"/>
                    <a:pt x="4883" y="3794"/>
                  </a:cubicBezTo>
                  <a:lnTo>
                    <a:pt x="3101" y="4814"/>
                  </a:lnTo>
                  <a:cubicBezTo>
                    <a:pt x="2964" y="4894"/>
                    <a:pt x="2811" y="4934"/>
                    <a:pt x="2659" y="4934"/>
                  </a:cubicBezTo>
                  <a:cubicBezTo>
                    <a:pt x="2507" y="4934"/>
                    <a:pt x="2354" y="4894"/>
                    <a:pt x="2217" y="4814"/>
                  </a:cubicBezTo>
                  <a:lnTo>
                    <a:pt x="0" y="3527"/>
                  </a:lnTo>
                  <a:lnTo>
                    <a:pt x="0" y="4830"/>
                  </a:lnTo>
                  <a:lnTo>
                    <a:pt x="3405" y="6810"/>
                  </a:lnTo>
                  <a:lnTo>
                    <a:pt x="6826" y="4852"/>
                  </a:lnTo>
                  <a:lnTo>
                    <a:pt x="6841" y="907"/>
                  </a:lnTo>
                  <a:lnTo>
                    <a:pt x="5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3252;p35">
              <a:extLst>
                <a:ext uri="{FF2B5EF4-FFF2-40B4-BE49-F238E27FC236}">
                  <a16:creationId xmlns:a16="http://schemas.microsoft.com/office/drawing/2014/main" id="{E45FEC86-6B6F-1E59-E35F-32568506AF50}"/>
                </a:ext>
              </a:extLst>
            </p:cNvPr>
            <p:cNvSpPr/>
            <p:nvPr/>
          </p:nvSpPr>
          <p:spPr>
            <a:xfrm>
              <a:off x="2999211" y="4423396"/>
              <a:ext cx="163076" cy="286086"/>
            </a:xfrm>
            <a:custGeom>
              <a:avLst/>
              <a:gdLst/>
              <a:ahLst/>
              <a:cxnLst/>
              <a:rect l="l" t="t" r="r" b="b"/>
              <a:pathLst>
                <a:path w="6834" h="11999" extrusionOk="0">
                  <a:moveTo>
                    <a:pt x="3429" y="1"/>
                  </a:moveTo>
                  <a:lnTo>
                    <a:pt x="8" y="1966"/>
                  </a:lnTo>
                  <a:lnTo>
                    <a:pt x="1" y="5904"/>
                  </a:lnTo>
                  <a:lnTo>
                    <a:pt x="1692" y="6887"/>
                  </a:lnTo>
                  <a:lnTo>
                    <a:pt x="1692" y="11138"/>
                  </a:lnTo>
                  <a:cubicBezTo>
                    <a:pt x="1692" y="11610"/>
                    <a:pt x="2073" y="11998"/>
                    <a:pt x="2552" y="11998"/>
                  </a:cubicBezTo>
                  <a:cubicBezTo>
                    <a:pt x="3032" y="11998"/>
                    <a:pt x="3421" y="11610"/>
                    <a:pt x="3421" y="11138"/>
                  </a:cubicBezTo>
                  <a:lnTo>
                    <a:pt x="3421" y="7877"/>
                  </a:lnTo>
                  <a:lnTo>
                    <a:pt x="5112" y="6910"/>
                  </a:lnTo>
                  <a:lnTo>
                    <a:pt x="5112" y="8654"/>
                  </a:lnTo>
                  <a:cubicBezTo>
                    <a:pt x="5112" y="9134"/>
                    <a:pt x="5493" y="9523"/>
                    <a:pt x="5973" y="9523"/>
                  </a:cubicBezTo>
                  <a:cubicBezTo>
                    <a:pt x="6453" y="9523"/>
                    <a:pt x="6834" y="9134"/>
                    <a:pt x="6834" y="8654"/>
                  </a:cubicBezTo>
                  <a:lnTo>
                    <a:pt x="6834" y="3421"/>
                  </a:lnTo>
                  <a:lnTo>
                    <a:pt x="6834" y="1981"/>
                  </a:lnTo>
                  <a:lnTo>
                    <a:pt x="3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3253;p35">
              <a:extLst>
                <a:ext uri="{FF2B5EF4-FFF2-40B4-BE49-F238E27FC236}">
                  <a16:creationId xmlns:a16="http://schemas.microsoft.com/office/drawing/2014/main" id="{9D353B33-254C-36DF-AE0A-56619894D210}"/>
                </a:ext>
              </a:extLst>
            </p:cNvPr>
            <p:cNvSpPr/>
            <p:nvPr/>
          </p:nvSpPr>
          <p:spPr>
            <a:xfrm>
              <a:off x="3039562" y="4423396"/>
              <a:ext cx="122725" cy="286086"/>
            </a:xfrm>
            <a:custGeom>
              <a:avLst/>
              <a:gdLst/>
              <a:ahLst/>
              <a:cxnLst/>
              <a:rect l="l" t="t" r="r" b="b"/>
              <a:pathLst>
                <a:path w="5143" h="11999" extrusionOk="0">
                  <a:moveTo>
                    <a:pt x="1738" y="1"/>
                  </a:moveTo>
                  <a:lnTo>
                    <a:pt x="1387" y="206"/>
                  </a:lnTo>
                  <a:lnTo>
                    <a:pt x="3741" y="1578"/>
                  </a:lnTo>
                  <a:lnTo>
                    <a:pt x="3741" y="2720"/>
                  </a:lnTo>
                  <a:lnTo>
                    <a:pt x="3741" y="4449"/>
                  </a:lnTo>
                  <a:cubicBezTo>
                    <a:pt x="3741" y="4998"/>
                    <a:pt x="3444" y="5508"/>
                    <a:pt x="2964" y="5775"/>
                  </a:cubicBezTo>
                  <a:lnTo>
                    <a:pt x="1806" y="6430"/>
                  </a:lnTo>
                  <a:cubicBezTo>
                    <a:pt x="1326" y="6704"/>
                    <a:pt x="1052" y="6933"/>
                    <a:pt x="1052" y="7489"/>
                  </a:cubicBezTo>
                  <a:lnTo>
                    <a:pt x="1021" y="8852"/>
                  </a:lnTo>
                  <a:cubicBezTo>
                    <a:pt x="1021" y="9233"/>
                    <a:pt x="717" y="9538"/>
                    <a:pt x="336" y="9538"/>
                  </a:cubicBezTo>
                  <a:cubicBezTo>
                    <a:pt x="214" y="9538"/>
                    <a:pt x="100" y="9507"/>
                    <a:pt x="1" y="9446"/>
                  </a:cubicBezTo>
                  <a:lnTo>
                    <a:pt x="1" y="11138"/>
                  </a:lnTo>
                  <a:cubicBezTo>
                    <a:pt x="1" y="11610"/>
                    <a:pt x="382" y="11998"/>
                    <a:pt x="861" y="11998"/>
                  </a:cubicBezTo>
                  <a:cubicBezTo>
                    <a:pt x="1341" y="11998"/>
                    <a:pt x="1730" y="11610"/>
                    <a:pt x="1730" y="11138"/>
                  </a:cubicBezTo>
                  <a:lnTo>
                    <a:pt x="1730" y="7877"/>
                  </a:lnTo>
                  <a:lnTo>
                    <a:pt x="2591" y="7382"/>
                  </a:lnTo>
                  <a:cubicBezTo>
                    <a:pt x="2579" y="7372"/>
                    <a:pt x="2580" y="7367"/>
                    <a:pt x="2591" y="7367"/>
                  </a:cubicBezTo>
                  <a:cubicBezTo>
                    <a:pt x="2653" y="7367"/>
                    <a:pt x="3045" y="7517"/>
                    <a:pt x="3421" y="7633"/>
                  </a:cubicBezTo>
                  <a:lnTo>
                    <a:pt x="3421" y="8631"/>
                  </a:lnTo>
                  <a:cubicBezTo>
                    <a:pt x="3421" y="9104"/>
                    <a:pt x="3779" y="9500"/>
                    <a:pt x="4251" y="9523"/>
                  </a:cubicBezTo>
                  <a:cubicBezTo>
                    <a:pt x="4260" y="9523"/>
                    <a:pt x="4269" y="9523"/>
                    <a:pt x="4279" y="9523"/>
                  </a:cubicBezTo>
                  <a:cubicBezTo>
                    <a:pt x="4754" y="9523"/>
                    <a:pt x="5143" y="9133"/>
                    <a:pt x="5143" y="8654"/>
                  </a:cubicBezTo>
                  <a:lnTo>
                    <a:pt x="5143" y="3421"/>
                  </a:lnTo>
                  <a:lnTo>
                    <a:pt x="5143" y="1981"/>
                  </a:lnTo>
                  <a:lnTo>
                    <a:pt x="17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3254;p35">
              <a:extLst>
                <a:ext uri="{FF2B5EF4-FFF2-40B4-BE49-F238E27FC236}">
                  <a16:creationId xmlns:a16="http://schemas.microsoft.com/office/drawing/2014/main" id="{D915409F-0C5C-5733-FF4F-5B31EAD77AFB}"/>
                </a:ext>
              </a:extLst>
            </p:cNvPr>
            <p:cNvSpPr/>
            <p:nvPr/>
          </p:nvSpPr>
          <p:spPr>
            <a:xfrm>
              <a:off x="2835991" y="4423396"/>
              <a:ext cx="163243" cy="187998"/>
            </a:xfrm>
            <a:custGeom>
              <a:avLst/>
              <a:gdLst/>
              <a:ahLst/>
              <a:cxnLst/>
              <a:rect l="l" t="t" r="r" b="b"/>
              <a:pathLst>
                <a:path w="6841" h="7885" extrusionOk="0">
                  <a:moveTo>
                    <a:pt x="3428" y="1"/>
                  </a:moveTo>
                  <a:lnTo>
                    <a:pt x="8" y="1966"/>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3255;p35">
              <a:extLst>
                <a:ext uri="{FF2B5EF4-FFF2-40B4-BE49-F238E27FC236}">
                  <a16:creationId xmlns:a16="http://schemas.microsoft.com/office/drawing/2014/main" id="{F0D6EF5B-AA1F-6178-22DA-CA620EF74065}"/>
                </a:ext>
              </a:extLst>
            </p:cNvPr>
            <p:cNvSpPr/>
            <p:nvPr/>
          </p:nvSpPr>
          <p:spPr>
            <a:xfrm>
              <a:off x="2835991" y="4423396"/>
              <a:ext cx="163243" cy="187998"/>
            </a:xfrm>
            <a:custGeom>
              <a:avLst/>
              <a:gdLst/>
              <a:ahLst/>
              <a:cxnLst/>
              <a:rect l="l" t="t" r="r" b="b"/>
              <a:pathLst>
                <a:path w="6841" h="7885" extrusionOk="0">
                  <a:moveTo>
                    <a:pt x="3428" y="1"/>
                  </a:moveTo>
                  <a:lnTo>
                    <a:pt x="3283" y="84"/>
                  </a:lnTo>
                  <a:lnTo>
                    <a:pt x="5469" y="1349"/>
                  </a:lnTo>
                  <a:lnTo>
                    <a:pt x="5454" y="4503"/>
                  </a:lnTo>
                  <a:lnTo>
                    <a:pt x="2727" y="6064"/>
                  </a:lnTo>
                  <a:lnTo>
                    <a:pt x="0" y="4487"/>
                  </a:lnTo>
                  <a:lnTo>
                    <a:pt x="0" y="5904"/>
                  </a:lnTo>
                  <a:lnTo>
                    <a:pt x="3405" y="7885"/>
                  </a:lnTo>
                  <a:lnTo>
                    <a:pt x="6825" y="5927"/>
                  </a:lnTo>
                  <a:lnTo>
                    <a:pt x="6841" y="1981"/>
                  </a:lnTo>
                  <a:lnTo>
                    <a:pt x="3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3256;p35">
              <a:extLst>
                <a:ext uri="{FF2B5EF4-FFF2-40B4-BE49-F238E27FC236}">
                  <a16:creationId xmlns:a16="http://schemas.microsoft.com/office/drawing/2014/main" id="{52EF4B05-FE8D-FFA3-116E-932B106BA861}"/>
                </a:ext>
              </a:extLst>
            </p:cNvPr>
            <p:cNvSpPr/>
            <p:nvPr/>
          </p:nvSpPr>
          <p:spPr>
            <a:xfrm>
              <a:off x="2792538" y="4549094"/>
              <a:ext cx="139977" cy="161843"/>
            </a:xfrm>
            <a:custGeom>
              <a:avLst/>
              <a:gdLst/>
              <a:ahLst/>
              <a:cxnLst/>
              <a:rect l="l" t="t" r="r" b="b"/>
              <a:pathLst>
                <a:path w="5866" h="6788" extrusionOk="0">
                  <a:moveTo>
                    <a:pt x="2933" y="0"/>
                  </a:moveTo>
                  <a:cubicBezTo>
                    <a:pt x="1311" y="0"/>
                    <a:pt x="0" y="1524"/>
                    <a:pt x="0" y="3397"/>
                  </a:cubicBezTo>
                  <a:cubicBezTo>
                    <a:pt x="0" y="5271"/>
                    <a:pt x="1311" y="6787"/>
                    <a:pt x="2933" y="6787"/>
                  </a:cubicBezTo>
                  <a:cubicBezTo>
                    <a:pt x="4548" y="6787"/>
                    <a:pt x="5866" y="5271"/>
                    <a:pt x="5866" y="3397"/>
                  </a:cubicBezTo>
                  <a:cubicBezTo>
                    <a:pt x="5866" y="1524"/>
                    <a:pt x="4548" y="0"/>
                    <a:pt x="2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3257;p35">
              <a:extLst>
                <a:ext uri="{FF2B5EF4-FFF2-40B4-BE49-F238E27FC236}">
                  <a16:creationId xmlns:a16="http://schemas.microsoft.com/office/drawing/2014/main" id="{C6A732CE-20C0-FA69-726C-633DB83B2D99}"/>
                </a:ext>
              </a:extLst>
            </p:cNvPr>
            <p:cNvSpPr/>
            <p:nvPr/>
          </p:nvSpPr>
          <p:spPr>
            <a:xfrm>
              <a:off x="2792347" y="4594299"/>
              <a:ext cx="140168" cy="70312"/>
            </a:xfrm>
            <a:custGeom>
              <a:avLst/>
              <a:gdLst/>
              <a:ahLst/>
              <a:cxnLst/>
              <a:rect l="l" t="t" r="r" b="b"/>
              <a:pathLst>
                <a:path w="5874" h="2949" extrusionOk="0">
                  <a:moveTo>
                    <a:pt x="5569" y="1"/>
                  </a:moveTo>
                  <a:lnTo>
                    <a:pt x="306" y="8"/>
                  </a:lnTo>
                  <a:cubicBezTo>
                    <a:pt x="107" y="458"/>
                    <a:pt x="1" y="968"/>
                    <a:pt x="1" y="1509"/>
                  </a:cubicBezTo>
                  <a:cubicBezTo>
                    <a:pt x="8" y="2019"/>
                    <a:pt x="107" y="2507"/>
                    <a:pt x="283" y="2941"/>
                  </a:cubicBezTo>
                  <a:cubicBezTo>
                    <a:pt x="1049" y="2614"/>
                    <a:pt x="2005" y="2371"/>
                    <a:pt x="3025" y="2371"/>
                  </a:cubicBezTo>
                  <a:cubicBezTo>
                    <a:pt x="3860" y="2371"/>
                    <a:pt x="4738" y="2534"/>
                    <a:pt x="5592" y="2949"/>
                  </a:cubicBezTo>
                  <a:cubicBezTo>
                    <a:pt x="5775" y="2507"/>
                    <a:pt x="5874" y="2012"/>
                    <a:pt x="5874" y="1494"/>
                  </a:cubicBezTo>
                  <a:cubicBezTo>
                    <a:pt x="5874" y="961"/>
                    <a:pt x="5760" y="450"/>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3258;p35">
              <a:extLst>
                <a:ext uri="{FF2B5EF4-FFF2-40B4-BE49-F238E27FC236}">
                  <a16:creationId xmlns:a16="http://schemas.microsoft.com/office/drawing/2014/main" id="{F9506BCF-D562-D5AF-F59B-108E6BB80867}"/>
                </a:ext>
              </a:extLst>
            </p:cNvPr>
            <p:cNvSpPr/>
            <p:nvPr/>
          </p:nvSpPr>
          <p:spPr>
            <a:xfrm>
              <a:off x="2792896" y="4619739"/>
              <a:ext cx="215" cy="381"/>
            </a:xfrm>
            <a:custGeom>
              <a:avLst/>
              <a:gdLst/>
              <a:ahLst/>
              <a:cxnLst/>
              <a:rect l="l" t="t" r="r" b="b"/>
              <a:pathLst>
                <a:path w="9" h="16" extrusionOk="0">
                  <a:moveTo>
                    <a:pt x="8" y="0"/>
                  </a:moveTo>
                  <a:lnTo>
                    <a:pt x="8" y="0"/>
                  </a:lnTo>
                  <a:cubicBezTo>
                    <a:pt x="1" y="8"/>
                    <a:pt x="1" y="15"/>
                    <a:pt x="1" y="15"/>
                  </a:cubicBezTo>
                  <a:cubicBezTo>
                    <a:pt x="1" y="15"/>
                    <a:pt x="8" y="8"/>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3259;p35">
              <a:extLst>
                <a:ext uri="{FF2B5EF4-FFF2-40B4-BE49-F238E27FC236}">
                  <a16:creationId xmlns:a16="http://schemas.microsoft.com/office/drawing/2014/main" id="{6221AF13-A2AD-7F3A-8965-AEFD405FEF04}"/>
                </a:ext>
              </a:extLst>
            </p:cNvPr>
            <p:cNvSpPr/>
            <p:nvPr/>
          </p:nvSpPr>
          <p:spPr>
            <a:xfrm>
              <a:off x="2932133" y="4635166"/>
              <a:ext cx="215" cy="1478"/>
            </a:xfrm>
            <a:custGeom>
              <a:avLst/>
              <a:gdLst/>
              <a:ahLst/>
              <a:cxnLst/>
              <a:rect l="l" t="t" r="r" b="b"/>
              <a:pathLst>
                <a:path w="9" h="62" extrusionOk="0">
                  <a:moveTo>
                    <a:pt x="8" y="1"/>
                  </a:moveTo>
                  <a:cubicBezTo>
                    <a:pt x="8" y="16"/>
                    <a:pt x="8" y="39"/>
                    <a:pt x="1" y="62"/>
                  </a:cubicBezTo>
                  <a:cubicBezTo>
                    <a:pt x="8" y="39"/>
                    <a:pt x="8" y="16"/>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3260;p35">
              <a:extLst>
                <a:ext uri="{FF2B5EF4-FFF2-40B4-BE49-F238E27FC236}">
                  <a16:creationId xmlns:a16="http://schemas.microsoft.com/office/drawing/2014/main" id="{2489DF0F-4FFE-D01B-E07E-D3E63B12CEF2}"/>
                </a:ext>
              </a:extLst>
            </p:cNvPr>
            <p:cNvSpPr/>
            <p:nvPr/>
          </p:nvSpPr>
          <p:spPr>
            <a:xfrm>
              <a:off x="2931775" y="4618452"/>
              <a:ext cx="215" cy="1860"/>
            </a:xfrm>
            <a:custGeom>
              <a:avLst/>
              <a:gdLst/>
              <a:ahLst/>
              <a:cxnLst/>
              <a:rect l="l" t="t" r="r" b="b"/>
              <a:pathLst>
                <a:path w="9" h="78" extrusionOk="0">
                  <a:moveTo>
                    <a:pt x="1" y="1"/>
                  </a:moveTo>
                  <a:cubicBezTo>
                    <a:pt x="1" y="24"/>
                    <a:pt x="1" y="47"/>
                    <a:pt x="8" y="77"/>
                  </a:cubicBezTo>
                  <a:cubicBezTo>
                    <a:pt x="1" y="47"/>
                    <a:pt x="1"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3261;p35">
              <a:extLst>
                <a:ext uri="{FF2B5EF4-FFF2-40B4-BE49-F238E27FC236}">
                  <a16:creationId xmlns:a16="http://schemas.microsoft.com/office/drawing/2014/main" id="{BA195F92-FB31-DACD-95FB-1A3B96FDD145}"/>
                </a:ext>
              </a:extLst>
            </p:cNvPr>
            <p:cNvSpPr/>
            <p:nvPr/>
          </p:nvSpPr>
          <p:spPr>
            <a:xfrm>
              <a:off x="2792538" y="4624269"/>
              <a:ext cx="24" cy="930"/>
            </a:xfrm>
            <a:custGeom>
              <a:avLst/>
              <a:gdLst/>
              <a:ahLst/>
              <a:cxnLst/>
              <a:rect l="l" t="t" r="r" b="b"/>
              <a:pathLst>
                <a:path w="1" h="39" extrusionOk="0">
                  <a:moveTo>
                    <a:pt x="0" y="39"/>
                  </a:moveTo>
                  <a:cubicBezTo>
                    <a:pt x="0" y="24"/>
                    <a:pt x="0" y="8"/>
                    <a:pt x="0" y="1"/>
                  </a:cubicBezTo>
                  <a:cubicBezTo>
                    <a:pt x="0" y="8"/>
                    <a:pt x="0" y="24"/>
                    <a:pt x="0" y="3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3262;p35">
              <a:extLst>
                <a:ext uri="{FF2B5EF4-FFF2-40B4-BE49-F238E27FC236}">
                  <a16:creationId xmlns:a16="http://schemas.microsoft.com/office/drawing/2014/main" id="{C14F80F8-1A03-A3AD-E2B5-03C710C77540}"/>
                </a:ext>
              </a:extLst>
            </p:cNvPr>
            <p:cNvSpPr/>
            <p:nvPr/>
          </p:nvSpPr>
          <p:spPr>
            <a:xfrm>
              <a:off x="2932324" y="4625366"/>
              <a:ext cx="24" cy="1645"/>
            </a:xfrm>
            <a:custGeom>
              <a:avLst/>
              <a:gdLst/>
              <a:ahLst/>
              <a:cxnLst/>
              <a:rect l="l" t="t" r="r" b="b"/>
              <a:pathLst>
                <a:path w="1" h="69" extrusionOk="0">
                  <a:moveTo>
                    <a:pt x="0" y="0"/>
                  </a:moveTo>
                  <a:cubicBezTo>
                    <a:pt x="0" y="23"/>
                    <a:pt x="0" y="46"/>
                    <a:pt x="0" y="69"/>
                  </a:cubicBezTo>
                  <a:cubicBezTo>
                    <a:pt x="0" y="46"/>
                    <a:pt x="0" y="23"/>
                    <a:pt x="0"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3263;p35">
              <a:extLst>
                <a:ext uri="{FF2B5EF4-FFF2-40B4-BE49-F238E27FC236}">
                  <a16:creationId xmlns:a16="http://schemas.microsoft.com/office/drawing/2014/main" id="{D88D9B61-F2BF-3A52-DE66-7358CAAFF227}"/>
                </a:ext>
              </a:extLst>
            </p:cNvPr>
            <p:cNvSpPr/>
            <p:nvPr/>
          </p:nvSpPr>
          <p:spPr>
            <a:xfrm>
              <a:off x="2932324" y="4632805"/>
              <a:ext cx="24" cy="1478"/>
            </a:xfrm>
            <a:custGeom>
              <a:avLst/>
              <a:gdLst/>
              <a:ahLst/>
              <a:cxnLst/>
              <a:rect l="l" t="t" r="r" b="b"/>
              <a:pathLst>
                <a:path w="1" h="62" extrusionOk="0">
                  <a:moveTo>
                    <a:pt x="0" y="1"/>
                  </a:moveTo>
                  <a:cubicBezTo>
                    <a:pt x="0" y="24"/>
                    <a:pt x="0" y="46"/>
                    <a:pt x="0" y="62"/>
                  </a:cubicBezTo>
                  <a:cubicBezTo>
                    <a:pt x="0" y="46"/>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3264;p35">
              <a:extLst>
                <a:ext uri="{FF2B5EF4-FFF2-40B4-BE49-F238E27FC236}">
                  <a16:creationId xmlns:a16="http://schemas.microsoft.com/office/drawing/2014/main" id="{DF838086-28AD-88C3-7A28-DCFFBCBB6589}"/>
                </a:ext>
              </a:extLst>
            </p:cNvPr>
            <p:cNvSpPr/>
            <p:nvPr/>
          </p:nvSpPr>
          <p:spPr>
            <a:xfrm>
              <a:off x="2931966" y="4620812"/>
              <a:ext cx="191" cy="1669"/>
            </a:xfrm>
            <a:custGeom>
              <a:avLst/>
              <a:gdLst/>
              <a:ahLst/>
              <a:cxnLst/>
              <a:rect l="l" t="t" r="r" b="b"/>
              <a:pathLst>
                <a:path w="8" h="70" extrusionOk="0">
                  <a:moveTo>
                    <a:pt x="0" y="1"/>
                  </a:moveTo>
                  <a:cubicBezTo>
                    <a:pt x="0" y="24"/>
                    <a:pt x="8" y="47"/>
                    <a:pt x="8" y="69"/>
                  </a:cubicBezTo>
                  <a:cubicBezTo>
                    <a:pt x="8" y="47"/>
                    <a:pt x="0" y="24"/>
                    <a:pt x="0"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3265;p35">
              <a:extLst>
                <a:ext uri="{FF2B5EF4-FFF2-40B4-BE49-F238E27FC236}">
                  <a16:creationId xmlns:a16="http://schemas.microsoft.com/office/drawing/2014/main" id="{EE964BCC-A301-6008-B689-D1ABC053F6A2}"/>
                </a:ext>
              </a:extLst>
            </p:cNvPr>
            <p:cNvSpPr/>
            <p:nvPr/>
          </p:nvSpPr>
          <p:spPr>
            <a:xfrm>
              <a:off x="2932133" y="4623173"/>
              <a:ext cx="215" cy="1478"/>
            </a:xfrm>
            <a:custGeom>
              <a:avLst/>
              <a:gdLst/>
              <a:ahLst/>
              <a:cxnLst/>
              <a:rect l="l" t="t" r="r" b="b"/>
              <a:pathLst>
                <a:path w="9" h="62" extrusionOk="0">
                  <a:moveTo>
                    <a:pt x="1" y="1"/>
                  </a:moveTo>
                  <a:cubicBezTo>
                    <a:pt x="1" y="16"/>
                    <a:pt x="8" y="39"/>
                    <a:pt x="8" y="62"/>
                  </a:cubicBezTo>
                  <a:cubicBezTo>
                    <a:pt x="8" y="39"/>
                    <a:pt x="1" y="16"/>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3266;p35">
              <a:extLst>
                <a:ext uri="{FF2B5EF4-FFF2-40B4-BE49-F238E27FC236}">
                  <a16:creationId xmlns:a16="http://schemas.microsoft.com/office/drawing/2014/main" id="{CE15CB0A-FCEF-AF49-4C3A-A7280937B666}"/>
                </a:ext>
              </a:extLst>
            </p:cNvPr>
            <p:cNvSpPr/>
            <p:nvPr/>
          </p:nvSpPr>
          <p:spPr>
            <a:xfrm>
              <a:off x="2792728" y="4621742"/>
              <a:ext cx="191" cy="930"/>
            </a:xfrm>
            <a:custGeom>
              <a:avLst/>
              <a:gdLst/>
              <a:ahLst/>
              <a:cxnLst/>
              <a:rect l="l" t="t" r="r" b="b"/>
              <a:pathLst>
                <a:path w="8" h="39" extrusionOk="0">
                  <a:moveTo>
                    <a:pt x="0" y="38"/>
                  </a:moveTo>
                  <a:cubicBezTo>
                    <a:pt x="0" y="23"/>
                    <a:pt x="0" y="8"/>
                    <a:pt x="8" y="0"/>
                  </a:cubicBezTo>
                  <a:cubicBezTo>
                    <a:pt x="0" y="8"/>
                    <a:pt x="0" y="23"/>
                    <a:pt x="0" y="38"/>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3267;p35">
              <a:extLst>
                <a:ext uri="{FF2B5EF4-FFF2-40B4-BE49-F238E27FC236}">
                  <a16:creationId xmlns:a16="http://schemas.microsoft.com/office/drawing/2014/main" id="{78AFC9F7-5976-8DE4-30FC-4306F72AC932}"/>
                </a:ext>
              </a:extLst>
            </p:cNvPr>
            <p:cNvSpPr/>
            <p:nvPr/>
          </p:nvSpPr>
          <p:spPr>
            <a:xfrm>
              <a:off x="2792538" y="4626988"/>
              <a:ext cx="24" cy="763"/>
            </a:xfrm>
            <a:custGeom>
              <a:avLst/>
              <a:gdLst/>
              <a:ahLst/>
              <a:cxnLst/>
              <a:rect l="l" t="t" r="r" b="b"/>
              <a:pathLst>
                <a:path w="1" h="32" extrusionOk="0">
                  <a:moveTo>
                    <a:pt x="0" y="31"/>
                  </a:moveTo>
                  <a:cubicBezTo>
                    <a:pt x="0" y="16"/>
                    <a:pt x="0" y="9"/>
                    <a:pt x="0" y="1"/>
                  </a:cubicBezTo>
                  <a:cubicBezTo>
                    <a:pt x="0" y="9"/>
                    <a:pt x="0" y="16"/>
                    <a:pt x="0" y="3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3268;p35">
              <a:extLst>
                <a:ext uri="{FF2B5EF4-FFF2-40B4-BE49-F238E27FC236}">
                  <a16:creationId xmlns:a16="http://schemas.microsoft.com/office/drawing/2014/main" id="{CFF781C5-B25F-E7BF-9A37-669CFCE4011A}"/>
                </a:ext>
              </a:extLst>
            </p:cNvPr>
            <p:cNvSpPr/>
            <p:nvPr/>
          </p:nvSpPr>
          <p:spPr>
            <a:xfrm>
              <a:off x="2792728" y="4637359"/>
              <a:ext cx="191" cy="1645"/>
            </a:xfrm>
            <a:custGeom>
              <a:avLst/>
              <a:gdLst/>
              <a:ahLst/>
              <a:cxnLst/>
              <a:rect l="l" t="t" r="r" b="b"/>
              <a:pathLst>
                <a:path w="8" h="69" extrusionOk="0">
                  <a:moveTo>
                    <a:pt x="8" y="69"/>
                  </a:moveTo>
                  <a:cubicBezTo>
                    <a:pt x="8" y="46"/>
                    <a:pt x="0" y="23"/>
                    <a:pt x="0" y="0"/>
                  </a:cubicBezTo>
                  <a:cubicBezTo>
                    <a:pt x="0"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3269;p35">
              <a:extLst>
                <a:ext uri="{FF2B5EF4-FFF2-40B4-BE49-F238E27FC236}">
                  <a16:creationId xmlns:a16="http://schemas.microsoft.com/office/drawing/2014/main" id="{0F1D2E92-A8EE-A636-F6A4-938BED42E2BA}"/>
                </a:ext>
              </a:extLst>
            </p:cNvPr>
            <p:cNvSpPr/>
            <p:nvPr/>
          </p:nvSpPr>
          <p:spPr>
            <a:xfrm>
              <a:off x="2793086" y="4641698"/>
              <a:ext cx="382" cy="1860"/>
            </a:xfrm>
            <a:custGeom>
              <a:avLst/>
              <a:gdLst/>
              <a:ahLst/>
              <a:cxnLst/>
              <a:rect l="l" t="t" r="r" b="b"/>
              <a:pathLst>
                <a:path w="16" h="78" extrusionOk="0">
                  <a:moveTo>
                    <a:pt x="16" y="77"/>
                  </a:moveTo>
                  <a:cubicBezTo>
                    <a:pt x="8" y="54"/>
                    <a:pt x="8" y="24"/>
                    <a:pt x="0" y="1"/>
                  </a:cubicBezTo>
                  <a:cubicBezTo>
                    <a:pt x="8" y="24"/>
                    <a:pt x="8" y="54"/>
                    <a:pt x="16" y="77"/>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3270;p35">
              <a:extLst>
                <a:ext uri="{FF2B5EF4-FFF2-40B4-BE49-F238E27FC236}">
                  <a16:creationId xmlns:a16="http://schemas.microsoft.com/office/drawing/2014/main" id="{A643B4DE-8C29-03AB-8647-838813BFEFDE}"/>
                </a:ext>
              </a:extLst>
            </p:cNvPr>
            <p:cNvSpPr/>
            <p:nvPr/>
          </p:nvSpPr>
          <p:spPr>
            <a:xfrm>
              <a:off x="2792896" y="4639529"/>
              <a:ext cx="215" cy="1669"/>
            </a:xfrm>
            <a:custGeom>
              <a:avLst/>
              <a:gdLst/>
              <a:ahLst/>
              <a:cxnLst/>
              <a:rect l="l" t="t" r="r" b="b"/>
              <a:pathLst>
                <a:path w="9" h="70" extrusionOk="0">
                  <a:moveTo>
                    <a:pt x="8" y="69"/>
                  </a:moveTo>
                  <a:cubicBezTo>
                    <a:pt x="8" y="46"/>
                    <a:pt x="1" y="23"/>
                    <a:pt x="1" y="1"/>
                  </a:cubicBezTo>
                  <a:cubicBezTo>
                    <a:pt x="1" y="23"/>
                    <a:pt x="8" y="46"/>
                    <a:pt x="8"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3271;p35">
              <a:extLst>
                <a:ext uri="{FF2B5EF4-FFF2-40B4-BE49-F238E27FC236}">
                  <a16:creationId xmlns:a16="http://schemas.microsoft.com/office/drawing/2014/main" id="{DDB1B54C-C18D-7A1E-7E66-9F32868F1102}"/>
                </a:ext>
              </a:extLst>
            </p:cNvPr>
            <p:cNvSpPr/>
            <p:nvPr/>
          </p:nvSpPr>
          <p:spPr>
            <a:xfrm>
              <a:off x="2792347" y="4630445"/>
              <a:ext cx="215" cy="2027"/>
            </a:xfrm>
            <a:custGeom>
              <a:avLst/>
              <a:gdLst/>
              <a:ahLst/>
              <a:cxnLst/>
              <a:rect l="l" t="t" r="r" b="b"/>
              <a:pathLst>
                <a:path w="9" h="85" extrusionOk="0">
                  <a:moveTo>
                    <a:pt x="1" y="1"/>
                  </a:moveTo>
                  <a:cubicBezTo>
                    <a:pt x="1" y="24"/>
                    <a:pt x="8" y="54"/>
                    <a:pt x="8" y="84"/>
                  </a:cubicBezTo>
                  <a:cubicBezTo>
                    <a:pt x="8" y="54"/>
                    <a:pt x="8" y="24"/>
                    <a:pt x="1"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3272;p35">
              <a:extLst>
                <a:ext uri="{FF2B5EF4-FFF2-40B4-BE49-F238E27FC236}">
                  <a16:creationId xmlns:a16="http://schemas.microsoft.com/office/drawing/2014/main" id="{4D62B7CA-8FC6-3C05-CA25-36CC0D7819E4}"/>
                </a:ext>
              </a:extLst>
            </p:cNvPr>
            <p:cNvSpPr/>
            <p:nvPr/>
          </p:nvSpPr>
          <p:spPr>
            <a:xfrm>
              <a:off x="2792538" y="4635356"/>
              <a:ext cx="215" cy="1478"/>
            </a:xfrm>
            <a:custGeom>
              <a:avLst/>
              <a:gdLst/>
              <a:ahLst/>
              <a:cxnLst/>
              <a:rect l="l" t="t" r="r" b="b"/>
              <a:pathLst>
                <a:path w="9" h="62" extrusionOk="0">
                  <a:moveTo>
                    <a:pt x="8" y="61"/>
                  </a:moveTo>
                  <a:cubicBezTo>
                    <a:pt x="8" y="38"/>
                    <a:pt x="0" y="16"/>
                    <a:pt x="0" y="0"/>
                  </a:cubicBezTo>
                  <a:cubicBezTo>
                    <a:pt x="0" y="16"/>
                    <a:pt x="8" y="38"/>
                    <a:pt x="8" y="6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3273;p35">
              <a:extLst>
                <a:ext uri="{FF2B5EF4-FFF2-40B4-BE49-F238E27FC236}">
                  <a16:creationId xmlns:a16="http://schemas.microsoft.com/office/drawing/2014/main" id="{1F74B406-6711-90E4-F7AC-55C68AE74EE2}"/>
                </a:ext>
              </a:extLst>
            </p:cNvPr>
            <p:cNvSpPr/>
            <p:nvPr/>
          </p:nvSpPr>
          <p:spPr>
            <a:xfrm>
              <a:off x="2792538" y="4632996"/>
              <a:ext cx="24" cy="1645"/>
            </a:xfrm>
            <a:custGeom>
              <a:avLst/>
              <a:gdLst/>
              <a:ahLst/>
              <a:cxnLst/>
              <a:rect l="l" t="t" r="r" b="b"/>
              <a:pathLst>
                <a:path w="1" h="69" extrusionOk="0">
                  <a:moveTo>
                    <a:pt x="0" y="69"/>
                  </a:moveTo>
                  <a:cubicBezTo>
                    <a:pt x="0" y="46"/>
                    <a:pt x="0" y="23"/>
                    <a:pt x="0" y="0"/>
                  </a:cubicBezTo>
                  <a:cubicBezTo>
                    <a:pt x="0" y="23"/>
                    <a:pt x="0" y="46"/>
                    <a:pt x="0" y="69"/>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3274;p35">
              <a:extLst>
                <a:ext uri="{FF2B5EF4-FFF2-40B4-BE49-F238E27FC236}">
                  <a16:creationId xmlns:a16="http://schemas.microsoft.com/office/drawing/2014/main" id="{0E129E20-894F-7B98-7F86-29D0F4BF14EF}"/>
                </a:ext>
              </a:extLst>
            </p:cNvPr>
            <p:cNvSpPr/>
            <p:nvPr/>
          </p:nvSpPr>
          <p:spPr>
            <a:xfrm>
              <a:off x="2793444" y="4643701"/>
              <a:ext cx="137615" cy="67236"/>
            </a:xfrm>
            <a:custGeom>
              <a:avLst/>
              <a:gdLst/>
              <a:ahLst/>
              <a:cxnLst/>
              <a:rect l="l" t="t" r="r" b="b"/>
              <a:pathLst>
                <a:path w="5767" h="2820" extrusionOk="0">
                  <a:moveTo>
                    <a:pt x="1" y="1"/>
                  </a:moveTo>
                  <a:cubicBezTo>
                    <a:pt x="9" y="57"/>
                    <a:pt x="18" y="113"/>
                    <a:pt x="29" y="169"/>
                  </a:cubicBezTo>
                  <a:lnTo>
                    <a:pt x="29" y="169"/>
                  </a:lnTo>
                  <a:cubicBezTo>
                    <a:pt x="19" y="113"/>
                    <a:pt x="9" y="57"/>
                    <a:pt x="1" y="1"/>
                  </a:cubicBezTo>
                  <a:close/>
                  <a:moveTo>
                    <a:pt x="5767" y="93"/>
                  </a:moveTo>
                  <a:cubicBezTo>
                    <a:pt x="5721" y="367"/>
                    <a:pt x="5645" y="626"/>
                    <a:pt x="5546" y="877"/>
                  </a:cubicBezTo>
                  <a:cubicBezTo>
                    <a:pt x="4975" y="595"/>
                    <a:pt x="4388" y="435"/>
                    <a:pt x="3809" y="351"/>
                  </a:cubicBezTo>
                  <a:cubicBezTo>
                    <a:pt x="3406" y="862"/>
                    <a:pt x="2827" y="1181"/>
                    <a:pt x="2187" y="1181"/>
                  </a:cubicBezTo>
                  <a:cubicBezTo>
                    <a:pt x="1676" y="1181"/>
                    <a:pt x="1204" y="983"/>
                    <a:pt x="831" y="648"/>
                  </a:cubicBezTo>
                  <a:cubicBezTo>
                    <a:pt x="618" y="717"/>
                    <a:pt x="420" y="785"/>
                    <a:pt x="237" y="869"/>
                  </a:cubicBezTo>
                  <a:lnTo>
                    <a:pt x="237" y="869"/>
                  </a:lnTo>
                  <a:cubicBezTo>
                    <a:pt x="147" y="648"/>
                    <a:pt x="76" y="413"/>
                    <a:pt x="29" y="169"/>
                  </a:cubicBezTo>
                  <a:lnTo>
                    <a:pt x="29" y="169"/>
                  </a:lnTo>
                  <a:cubicBezTo>
                    <a:pt x="76" y="412"/>
                    <a:pt x="144" y="646"/>
                    <a:pt x="237" y="869"/>
                  </a:cubicBezTo>
                  <a:cubicBezTo>
                    <a:pt x="237" y="869"/>
                    <a:pt x="237" y="869"/>
                    <a:pt x="237" y="869"/>
                  </a:cubicBezTo>
                  <a:lnTo>
                    <a:pt x="237" y="869"/>
                  </a:lnTo>
                  <a:cubicBezTo>
                    <a:pt x="707" y="2021"/>
                    <a:pt x="1724" y="2819"/>
                    <a:pt x="2895" y="2819"/>
                  </a:cubicBezTo>
                  <a:cubicBezTo>
                    <a:pt x="4319" y="2819"/>
                    <a:pt x="5508" y="1647"/>
                    <a:pt x="5767" y="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3275;p35">
              <a:extLst>
                <a:ext uri="{FF2B5EF4-FFF2-40B4-BE49-F238E27FC236}">
                  <a16:creationId xmlns:a16="http://schemas.microsoft.com/office/drawing/2014/main" id="{20151F44-5576-E326-50A3-14DC1ADDB7BD}"/>
                </a:ext>
              </a:extLst>
            </p:cNvPr>
            <p:cNvSpPr/>
            <p:nvPr/>
          </p:nvSpPr>
          <p:spPr>
            <a:xfrm>
              <a:off x="2931059" y="4643701"/>
              <a:ext cx="382" cy="2027"/>
            </a:xfrm>
            <a:custGeom>
              <a:avLst/>
              <a:gdLst/>
              <a:ahLst/>
              <a:cxnLst/>
              <a:rect l="l" t="t" r="r" b="b"/>
              <a:pathLst>
                <a:path w="16" h="85" extrusionOk="0">
                  <a:moveTo>
                    <a:pt x="15" y="1"/>
                  </a:moveTo>
                  <a:cubicBezTo>
                    <a:pt x="15" y="31"/>
                    <a:pt x="8" y="54"/>
                    <a:pt x="0" y="85"/>
                  </a:cubicBezTo>
                  <a:cubicBezTo>
                    <a:pt x="8" y="54"/>
                    <a:pt x="15" y="31"/>
                    <a:pt x="15"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3276;p35">
              <a:extLst>
                <a:ext uri="{FF2B5EF4-FFF2-40B4-BE49-F238E27FC236}">
                  <a16:creationId xmlns:a16="http://schemas.microsoft.com/office/drawing/2014/main" id="{F6E2BB75-93B9-D20F-047C-32F851D60116}"/>
                </a:ext>
              </a:extLst>
            </p:cNvPr>
            <p:cNvSpPr/>
            <p:nvPr/>
          </p:nvSpPr>
          <p:spPr>
            <a:xfrm>
              <a:off x="2931584" y="4641531"/>
              <a:ext cx="215" cy="1836"/>
            </a:xfrm>
            <a:custGeom>
              <a:avLst/>
              <a:gdLst/>
              <a:ahLst/>
              <a:cxnLst/>
              <a:rect l="l" t="t" r="r" b="b"/>
              <a:pathLst>
                <a:path w="9" h="77" extrusionOk="0">
                  <a:moveTo>
                    <a:pt x="9" y="0"/>
                  </a:moveTo>
                  <a:cubicBezTo>
                    <a:pt x="1" y="31"/>
                    <a:pt x="1" y="54"/>
                    <a:pt x="1" y="77"/>
                  </a:cubicBezTo>
                  <a:cubicBezTo>
                    <a:pt x="1" y="54"/>
                    <a:pt x="1" y="31"/>
                    <a:pt x="9"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3277;p35">
              <a:extLst>
                <a:ext uri="{FF2B5EF4-FFF2-40B4-BE49-F238E27FC236}">
                  <a16:creationId xmlns:a16="http://schemas.microsoft.com/office/drawing/2014/main" id="{F7DECDBE-7A2A-7D31-3517-4DC283612BCD}"/>
                </a:ext>
              </a:extLst>
            </p:cNvPr>
            <p:cNvSpPr/>
            <p:nvPr/>
          </p:nvSpPr>
          <p:spPr>
            <a:xfrm>
              <a:off x="2853244" y="4549261"/>
              <a:ext cx="78364" cy="68857"/>
            </a:xfrm>
            <a:custGeom>
              <a:avLst/>
              <a:gdLst/>
              <a:ahLst/>
              <a:cxnLst/>
              <a:rect l="l" t="t" r="r" b="b"/>
              <a:pathLst>
                <a:path w="3284" h="2888" extrusionOk="0">
                  <a:moveTo>
                    <a:pt x="395" y="1"/>
                  </a:moveTo>
                  <a:cubicBezTo>
                    <a:pt x="390" y="1"/>
                    <a:pt x="386" y="1"/>
                    <a:pt x="382" y="1"/>
                  </a:cubicBezTo>
                  <a:cubicBezTo>
                    <a:pt x="252" y="1"/>
                    <a:pt x="123" y="8"/>
                    <a:pt x="1" y="23"/>
                  </a:cubicBezTo>
                  <a:cubicBezTo>
                    <a:pt x="877" y="176"/>
                    <a:pt x="1585" y="915"/>
                    <a:pt x="1821" y="1890"/>
                  </a:cubicBezTo>
                  <a:lnTo>
                    <a:pt x="3016" y="1890"/>
                  </a:lnTo>
                  <a:cubicBezTo>
                    <a:pt x="2540" y="771"/>
                    <a:pt x="1542" y="1"/>
                    <a:pt x="395" y="1"/>
                  </a:cubicBezTo>
                  <a:close/>
                  <a:moveTo>
                    <a:pt x="3016" y="1890"/>
                  </a:moveTo>
                  <a:cubicBezTo>
                    <a:pt x="3097" y="2081"/>
                    <a:pt x="3164" y="2282"/>
                    <a:pt x="3213" y="2492"/>
                  </a:cubicBezTo>
                  <a:lnTo>
                    <a:pt x="3213" y="2492"/>
                  </a:lnTo>
                  <a:cubicBezTo>
                    <a:pt x="3164" y="2280"/>
                    <a:pt x="3098" y="2079"/>
                    <a:pt x="3017" y="1890"/>
                  </a:cubicBezTo>
                  <a:close/>
                  <a:moveTo>
                    <a:pt x="3213" y="2492"/>
                  </a:moveTo>
                  <a:cubicBezTo>
                    <a:pt x="3243" y="2620"/>
                    <a:pt x="3267" y="2752"/>
                    <a:pt x="3284" y="2888"/>
                  </a:cubicBezTo>
                  <a:cubicBezTo>
                    <a:pt x="3267" y="2753"/>
                    <a:pt x="3243" y="2621"/>
                    <a:pt x="3213" y="2492"/>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3278;p35">
              <a:extLst>
                <a:ext uri="{FF2B5EF4-FFF2-40B4-BE49-F238E27FC236}">
                  <a16:creationId xmlns:a16="http://schemas.microsoft.com/office/drawing/2014/main" id="{1F2918C6-A0EB-6D90-DCB9-6CABF606093A}"/>
                </a:ext>
              </a:extLst>
            </p:cNvPr>
            <p:cNvSpPr/>
            <p:nvPr/>
          </p:nvSpPr>
          <p:spPr>
            <a:xfrm>
              <a:off x="2932324" y="4627727"/>
              <a:ext cx="191" cy="4387"/>
            </a:xfrm>
            <a:custGeom>
              <a:avLst/>
              <a:gdLst/>
              <a:ahLst/>
              <a:cxnLst/>
              <a:rect l="l" t="t" r="r" b="b"/>
              <a:pathLst>
                <a:path w="8" h="184" extrusionOk="0">
                  <a:moveTo>
                    <a:pt x="8" y="183"/>
                  </a:moveTo>
                  <a:cubicBezTo>
                    <a:pt x="8" y="153"/>
                    <a:pt x="8" y="122"/>
                    <a:pt x="8" y="92"/>
                  </a:cubicBezTo>
                  <a:cubicBezTo>
                    <a:pt x="8" y="61"/>
                    <a:pt x="8" y="31"/>
                    <a:pt x="0" y="0"/>
                  </a:cubicBezTo>
                  <a:cubicBezTo>
                    <a:pt x="8" y="31"/>
                    <a:pt x="8" y="61"/>
                    <a:pt x="8" y="92"/>
                  </a:cubicBezTo>
                  <a:cubicBezTo>
                    <a:pt x="8" y="122"/>
                    <a:pt x="8" y="153"/>
                    <a:pt x="8" y="183"/>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3279;p35">
              <a:extLst>
                <a:ext uri="{FF2B5EF4-FFF2-40B4-BE49-F238E27FC236}">
                  <a16:creationId xmlns:a16="http://schemas.microsoft.com/office/drawing/2014/main" id="{695F8FB2-C7E9-0283-C9A0-41BF77B844DA}"/>
                </a:ext>
              </a:extLst>
            </p:cNvPr>
            <p:cNvSpPr/>
            <p:nvPr/>
          </p:nvSpPr>
          <p:spPr>
            <a:xfrm>
              <a:off x="2931775" y="4639529"/>
              <a:ext cx="215" cy="1478"/>
            </a:xfrm>
            <a:custGeom>
              <a:avLst/>
              <a:gdLst/>
              <a:ahLst/>
              <a:cxnLst/>
              <a:rect l="l" t="t" r="r" b="b"/>
              <a:pathLst>
                <a:path w="9" h="62" extrusionOk="0">
                  <a:moveTo>
                    <a:pt x="8" y="1"/>
                  </a:moveTo>
                  <a:cubicBezTo>
                    <a:pt x="8" y="23"/>
                    <a:pt x="1" y="39"/>
                    <a:pt x="1" y="61"/>
                  </a:cubicBezTo>
                  <a:cubicBezTo>
                    <a:pt x="1" y="39"/>
                    <a:pt x="8" y="23"/>
                    <a:pt x="8" y="1"/>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3280;p35">
              <a:extLst>
                <a:ext uri="{FF2B5EF4-FFF2-40B4-BE49-F238E27FC236}">
                  <a16:creationId xmlns:a16="http://schemas.microsoft.com/office/drawing/2014/main" id="{1E06EE47-8464-9B07-4E07-488A6CD0BD9D}"/>
                </a:ext>
              </a:extLst>
            </p:cNvPr>
            <p:cNvSpPr/>
            <p:nvPr/>
          </p:nvSpPr>
          <p:spPr>
            <a:xfrm>
              <a:off x="2931966" y="4637359"/>
              <a:ext cx="191" cy="1478"/>
            </a:xfrm>
            <a:custGeom>
              <a:avLst/>
              <a:gdLst/>
              <a:ahLst/>
              <a:cxnLst/>
              <a:rect l="l" t="t" r="r" b="b"/>
              <a:pathLst>
                <a:path w="8" h="62" extrusionOk="0">
                  <a:moveTo>
                    <a:pt x="8" y="0"/>
                  </a:moveTo>
                  <a:cubicBezTo>
                    <a:pt x="8" y="15"/>
                    <a:pt x="8" y="38"/>
                    <a:pt x="0" y="61"/>
                  </a:cubicBezTo>
                  <a:cubicBezTo>
                    <a:pt x="8" y="38"/>
                    <a:pt x="8" y="15"/>
                    <a:pt x="8" y="0"/>
                  </a:cubicBezTo>
                  <a:close/>
                </a:path>
              </a:pathLst>
            </a:custGeom>
            <a:solidFill>
              <a:srgbClr val="FF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3281;p35">
              <a:extLst>
                <a:ext uri="{FF2B5EF4-FFF2-40B4-BE49-F238E27FC236}">
                  <a16:creationId xmlns:a16="http://schemas.microsoft.com/office/drawing/2014/main" id="{AE1F7ED3-6856-C484-A6B3-5820D8E47EFE}"/>
                </a:ext>
              </a:extLst>
            </p:cNvPr>
            <p:cNvSpPr/>
            <p:nvPr/>
          </p:nvSpPr>
          <p:spPr>
            <a:xfrm>
              <a:off x="2793086" y="4641174"/>
              <a:ext cx="24" cy="548"/>
            </a:xfrm>
            <a:custGeom>
              <a:avLst/>
              <a:gdLst/>
              <a:ahLst/>
              <a:cxnLst/>
              <a:rect l="l" t="t" r="r" b="b"/>
              <a:pathLst>
                <a:path w="1" h="23" extrusionOk="0">
                  <a:moveTo>
                    <a:pt x="0" y="23"/>
                  </a:moveTo>
                  <a:cubicBezTo>
                    <a:pt x="0" y="15"/>
                    <a:pt x="0" y="8"/>
                    <a:pt x="0" y="0"/>
                  </a:cubicBezTo>
                  <a:cubicBezTo>
                    <a:pt x="0" y="8"/>
                    <a:pt x="0" y="15"/>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3282;p35">
              <a:extLst>
                <a:ext uri="{FF2B5EF4-FFF2-40B4-BE49-F238E27FC236}">
                  <a16:creationId xmlns:a16="http://schemas.microsoft.com/office/drawing/2014/main" id="{7D66159C-06CD-FBC0-8657-682295CEB822}"/>
                </a:ext>
              </a:extLst>
            </p:cNvPr>
            <p:cNvSpPr/>
            <p:nvPr/>
          </p:nvSpPr>
          <p:spPr>
            <a:xfrm>
              <a:off x="2793444" y="4643534"/>
              <a:ext cx="24" cy="191"/>
            </a:xfrm>
            <a:custGeom>
              <a:avLst/>
              <a:gdLst/>
              <a:ahLst/>
              <a:cxnLst/>
              <a:rect l="l" t="t" r="r" b="b"/>
              <a:pathLst>
                <a:path w="1" h="8" extrusionOk="0">
                  <a:moveTo>
                    <a:pt x="1" y="8"/>
                  </a:moveTo>
                  <a:cubicBezTo>
                    <a:pt x="1" y="8"/>
                    <a:pt x="1" y="0"/>
                    <a:pt x="1" y="0"/>
                  </a:cubicBezTo>
                  <a:cubicBezTo>
                    <a:pt x="1" y="0"/>
                    <a:pt x="1" y="8"/>
                    <a:pt x="1" y="8"/>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3283;p35">
              <a:extLst>
                <a:ext uri="{FF2B5EF4-FFF2-40B4-BE49-F238E27FC236}">
                  <a16:creationId xmlns:a16="http://schemas.microsoft.com/office/drawing/2014/main" id="{EDF212A3-E6A0-6B72-7522-0D6C4CC41EF4}"/>
                </a:ext>
              </a:extLst>
            </p:cNvPr>
            <p:cNvSpPr/>
            <p:nvPr/>
          </p:nvSpPr>
          <p:spPr>
            <a:xfrm>
              <a:off x="2792538" y="4632447"/>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3284;p35">
              <a:extLst>
                <a:ext uri="{FF2B5EF4-FFF2-40B4-BE49-F238E27FC236}">
                  <a16:creationId xmlns:a16="http://schemas.microsoft.com/office/drawing/2014/main" id="{C4288841-66FF-A03F-6159-A47E343025E5}"/>
                </a:ext>
              </a:extLst>
            </p:cNvPr>
            <p:cNvSpPr/>
            <p:nvPr/>
          </p:nvSpPr>
          <p:spPr>
            <a:xfrm>
              <a:off x="2792896" y="4638980"/>
              <a:ext cx="24" cy="572"/>
            </a:xfrm>
            <a:custGeom>
              <a:avLst/>
              <a:gdLst/>
              <a:ahLst/>
              <a:cxnLst/>
              <a:rect l="l" t="t" r="r" b="b"/>
              <a:pathLst>
                <a:path w="1" h="24" extrusionOk="0">
                  <a:moveTo>
                    <a:pt x="1" y="24"/>
                  </a:moveTo>
                  <a:cubicBezTo>
                    <a:pt x="1" y="16"/>
                    <a:pt x="1" y="8"/>
                    <a:pt x="1" y="1"/>
                  </a:cubicBezTo>
                  <a:cubicBezTo>
                    <a:pt x="1" y="8"/>
                    <a:pt x="1" y="16"/>
                    <a:pt x="1" y="24"/>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3285;p35">
              <a:extLst>
                <a:ext uri="{FF2B5EF4-FFF2-40B4-BE49-F238E27FC236}">
                  <a16:creationId xmlns:a16="http://schemas.microsoft.com/office/drawing/2014/main" id="{E2EEA2BC-0420-638C-67C2-0F48D5F81FD9}"/>
                </a:ext>
              </a:extLst>
            </p:cNvPr>
            <p:cNvSpPr/>
            <p:nvPr/>
          </p:nvSpPr>
          <p:spPr>
            <a:xfrm>
              <a:off x="2792538" y="4625176"/>
              <a:ext cx="24" cy="1836"/>
            </a:xfrm>
            <a:custGeom>
              <a:avLst/>
              <a:gdLst/>
              <a:ahLst/>
              <a:cxnLst/>
              <a:rect l="l" t="t" r="r" b="b"/>
              <a:pathLst>
                <a:path w="1" h="77" extrusionOk="0">
                  <a:moveTo>
                    <a:pt x="0" y="77"/>
                  </a:moveTo>
                  <a:cubicBezTo>
                    <a:pt x="0" y="46"/>
                    <a:pt x="0" y="24"/>
                    <a:pt x="0" y="1"/>
                  </a:cubicBezTo>
                  <a:cubicBezTo>
                    <a:pt x="0" y="24"/>
                    <a:pt x="0" y="46"/>
                    <a:pt x="0" y="77"/>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3286;p35">
              <a:extLst>
                <a:ext uri="{FF2B5EF4-FFF2-40B4-BE49-F238E27FC236}">
                  <a16:creationId xmlns:a16="http://schemas.microsoft.com/office/drawing/2014/main" id="{B8462315-4543-BDB1-B0B2-D6B37149C639}"/>
                </a:ext>
              </a:extLst>
            </p:cNvPr>
            <p:cNvSpPr/>
            <p:nvPr/>
          </p:nvSpPr>
          <p:spPr>
            <a:xfrm>
              <a:off x="2931059" y="4645704"/>
              <a:ext cx="24" cy="215"/>
            </a:xfrm>
            <a:custGeom>
              <a:avLst/>
              <a:gdLst/>
              <a:ahLst/>
              <a:cxnLst/>
              <a:rect l="l" t="t" r="r" b="b"/>
              <a:pathLst>
                <a:path w="1" h="9" extrusionOk="0">
                  <a:moveTo>
                    <a:pt x="0" y="1"/>
                  </a:moveTo>
                  <a:cubicBezTo>
                    <a:pt x="0" y="1"/>
                    <a:pt x="0" y="1"/>
                    <a:pt x="0" y="8"/>
                  </a:cubicBezTo>
                  <a:cubicBezTo>
                    <a:pt x="0" y="1"/>
                    <a:pt x="0" y="1"/>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3287;p35">
              <a:extLst>
                <a:ext uri="{FF2B5EF4-FFF2-40B4-BE49-F238E27FC236}">
                  <a16:creationId xmlns:a16="http://schemas.microsoft.com/office/drawing/2014/main" id="{A75CC4DC-4A82-100C-56CE-D8215764BA34}"/>
                </a:ext>
              </a:extLst>
            </p:cNvPr>
            <p:cNvSpPr/>
            <p:nvPr/>
          </p:nvSpPr>
          <p:spPr>
            <a:xfrm>
              <a:off x="2792347" y="4627727"/>
              <a:ext cx="215" cy="2742"/>
            </a:xfrm>
            <a:custGeom>
              <a:avLst/>
              <a:gdLst/>
              <a:ahLst/>
              <a:cxnLst/>
              <a:rect l="l" t="t" r="r" b="b"/>
              <a:pathLst>
                <a:path w="9" h="115" extrusionOk="0">
                  <a:moveTo>
                    <a:pt x="8" y="0"/>
                  </a:moveTo>
                  <a:cubicBezTo>
                    <a:pt x="8" y="31"/>
                    <a:pt x="1" y="69"/>
                    <a:pt x="1" y="107"/>
                  </a:cubicBezTo>
                  <a:cubicBezTo>
                    <a:pt x="1" y="107"/>
                    <a:pt x="1" y="107"/>
                    <a:pt x="1" y="115"/>
                  </a:cubicBezTo>
                  <a:cubicBezTo>
                    <a:pt x="1" y="107"/>
                    <a:pt x="1" y="107"/>
                    <a:pt x="1" y="107"/>
                  </a:cubicBezTo>
                  <a:cubicBezTo>
                    <a:pt x="1" y="69"/>
                    <a:pt x="8" y="31"/>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3288;p35">
              <a:extLst>
                <a:ext uri="{FF2B5EF4-FFF2-40B4-BE49-F238E27FC236}">
                  <a16:creationId xmlns:a16="http://schemas.microsoft.com/office/drawing/2014/main" id="{23C74E06-BB12-C63B-E7C2-3312EAD153CD}"/>
                </a:ext>
              </a:extLst>
            </p:cNvPr>
            <p:cNvSpPr/>
            <p:nvPr/>
          </p:nvSpPr>
          <p:spPr>
            <a:xfrm>
              <a:off x="2792728" y="4636811"/>
              <a:ext cx="24" cy="572"/>
            </a:xfrm>
            <a:custGeom>
              <a:avLst/>
              <a:gdLst/>
              <a:ahLst/>
              <a:cxnLst/>
              <a:rect l="l" t="t" r="r" b="b"/>
              <a:pathLst>
                <a:path w="1" h="24" extrusionOk="0">
                  <a:moveTo>
                    <a:pt x="0" y="23"/>
                  </a:moveTo>
                  <a:cubicBezTo>
                    <a:pt x="0" y="16"/>
                    <a:pt x="0" y="8"/>
                    <a:pt x="0" y="0"/>
                  </a:cubicBezTo>
                  <a:cubicBezTo>
                    <a:pt x="0" y="8"/>
                    <a:pt x="0" y="16"/>
                    <a:pt x="0" y="23"/>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3289;p35">
              <a:extLst>
                <a:ext uri="{FF2B5EF4-FFF2-40B4-BE49-F238E27FC236}">
                  <a16:creationId xmlns:a16="http://schemas.microsoft.com/office/drawing/2014/main" id="{A21978BC-9209-CECF-94ED-0C49DB43EDC5}"/>
                </a:ext>
              </a:extLst>
            </p:cNvPr>
            <p:cNvSpPr/>
            <p:nvPr/>
          </p:nvSpPr>
          <p:spPr>
            <a:xfrm>
              <a:off x="2932324" y="4634260"/>
              <a:ext cx="24" cy="930"/>
            </a:xfrm>
            <a:custGeom>
              <a:avLst/>
              <a:gdLst/>
              <a:ahLst/>
              <a:cxnLst/>
              <a:rect l="l" t="t" r="r" b="b"/>
              <a:pathLst>
                <a:path w="1" h="39" extrusionOk="0">
                  <a:moveTo>
                    <a:pt x="0" y="1"/>
                  </a:moveTo>
                  <a:cubicBezTo>
                    <a:pt x="0" y="16"/>
                    <a:pt x="0" y="23"/>
                    <a:pt x="0" y="39"/>
                  </a:cubicBezTo>
                  <a:cubicBezTo>
                    <a:pt x="0" y="23"/>
                    <a:pt x="0" y="16"/>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3290;p35">
              <a:extLst>
                <a:ext uri="{FF2B5EF4-FFF2-40B4-BE49-F238E27FC236}">
                  <a16:creationId xmlns:a16="http://schemas.microsoft.com/office/drawing/2014/main" id="{9DDCF88F-4187-AF68-4BFE-50C068E1AAA2}"/>
                </a:ext>
              </a:extLst>
            </p:cNvPr>
            <p:cNvSpPr/>
            <p:nvPr/>
          </p:nvSpPr>
          <p:spPr>
            <a:xfrm>
              <a:off x="2792538" y="4634617"/>
              <a:ext cx="24" cy="763"/>
            </a:xfrm>
            <a:custGeom>
              <a:avLst/>
              <a:gdLst/>
              <a:ahLst/>
              <a:cxnLst/>
              <a:rect l="l" t="t" r="r" b="b"/>
              <a:pathLst>
                <a:path w="1" h="32" extrusionOk="0">
                  <a:moveTo>
                    <a:pt x="0" y="31"/>
                  </a:moveTo>
                  <a:cubicBezTo>
                    <a:pt x="0" y="16"/>
                    <a:pt x="0" y="8"/>
                    <a:pt x="0" y="1"/>
                  </a:cubicBezTo>
                  <a:cubicBezTo>
                    <a:pt x="0" y="8"/>
                    <a:pt x="0" y="16"/>
                    <a:pt x="0" y="3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3291;p35">
              <a:extLst>
                <a:ext uri="{FF2B5EF4-FFF2-40B4-BE49-F238E27FC236}">
                  <a16:creationId xmlns:a16="http://schemas.microsoft.com/office/drawing/2014/main" id="{E1F09268-3145-9C01-17AB-379385212D29}"/>
                </a:ext>
              </a:extLst>
            </p:cNvPr>
            <p:cNvSpPr/>
            <p:nvPr/>
          </p:nvSpPr>
          <p:spPr>
            <a:xfrm>
              <a:off x="2932324" y="4626988"/>
              <a:ext cx="24" cy="763"/>
            </a:xfrm>
            <a:custGeom>
              <a:avLst/>
              <a:gdLst/>
              <a:ahLst/>
              <a:cxnLst/>
              <a:rect l="l" t="t" r="r" b="b"/>
              <a:pathLst>
                <a:path w="1" h="32" extrusionOk="0">
                  <a:moveTo>
                    <a:pt x="0" y="1"/>
                  </a:moveTo>
                  <a:cubicBezTo>
                    <a:pt x="0" y="9"/>
                    <a:pt x="0" y="16"/>
                    <a:pt x="0" y="31"/>
                  </a:cubicBezTo>
                  <a:cubicBezTo>
                    <a:pt x="0" y="16"/>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3292;p35">
              <a:extLst>
                <a:ext uri="{FF2B5EF4-FFF2-40B4-BE49-F238E27FC236}">
                  <a16:creationId xmlns:a16="http://schemas.microsoft.com/office/drawing/2014/main" id="{77BD1C26-564D-7C30-5DD6-2D769C731FA7}"/>
                </a:ext>
              </a:extLst>
            </p:cNvPr>
            <p:cNvSpPr/>
            <p:nvPr/>
          </p:nvSpPr>
          <p:spPr>
            <a:xfrm>
              <a:off x="2932324" y="4624627"/>
              <a:ext cx="24" cy="763"/>
            </a:xfrm>
            <a:custGeom>
              <a:avLst/>
              <a:gdLst/>
              <a:ahLst/>
              <a:cxnLst/>
              <a:rect l="l" t="t" r="r" b="b"/>
              <a:pathLst>
                <a:path w="1" h="32" extrusionOk="0">
                  <a:moveTo>
                    <a:pt x="0" y="1"/>
                  </a:moveTo>
                  <a:cubicBezTo>
                    <a:pt x="0" y="9"/>
                    <a:pt x="0" y="24"/>
                    <a:pt x="0" y="31"/>
                  </a:cubicBezTo>
                  <a:cubicBezTo>
                    <a:pt x="0" y="24"/>
                    <a:pt x="0" y="9"/>
                    <a:pt x="0"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3293;p35">
              <a:extLst>
                <a:ext uri="{FF2B5EF4-FFF2-40B4-BE49-F238E27FC236}">
                  <a16:creationId xmlns:a16="http://schemas.microsoft.com/office/drawing/2014/main" id="{6C75EA16-C2C2-2BF7-1709-263132335E06}"/>
                </a:ext>
              </a:extLst>
            </p:cNvPr>
            <p:cNvSpPr/>
            <p:nvPr/>
          </p:nvSpPr>
          <p:spPr>
            <a:xfrm>
              <a:off x="2931966" y="4638813"/>
              <a:ext cx="24" cy="739"/>
            </a:xfrm>
            <a:custGeom>
              <a:avLst/>
              <a:gdLst/>
              <a:ahLst/>
              <a:cxnLst/>
              <a:rect l="l" t="t" r="r" b="b"/>
              <a:pathLst>
                <a:path w="1" h="31" extrusionOk="0">
                  <a:moveTo>
                    <a:pt x="0" y="0"/>
                  </a:moveTo>
                  <a:cubicBezTo>
                    <a:pt x="0" y="8"/>
                    <a:pt x="0" y="15"/>
                    <a:pt x="0" y="31"/>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3294;p35">
              <a:extLst>
                <a:ext uri="{FF2B5EF4-FFF2-40B4-BE49-F238E27FC236}">
                  <a16:creationId xmlns:a16="http://schemas.microsoft.com/office/drawing/2014/main" id="{5A7EFC45-F4AE-18D6-DDCE-9F75D0EB4F87}"/>
                </a:ext>
              </a:extLst>
            </p:cNvPr>
            <p:cNvSpPr/>
            <p:nvPr/>
          </p:nvSpPr>
          <p:spPr>
            <a:xfrm>
              <a:off x="2932133" y="4622457"/>
              <a:ext cx="24" cy="739"/>
            </a:xfrm>
            <a:custGeom>
              <a:avLst/>
              <a:gdLst/>
              <a:ahLst/>
              <a:cxnLst/>
              <a:rect l="l" t="t" r="r" b="b"/>
              <a:pathLst>
                <a:path w="1" h="31" extrusionOk="0">
                  <a:moveTo>
                    <a:pt x="1" y="0"/>
                  </a:moveTo>
                  <a:cubicBezTo>
                    <a:pt x="1" y="8"/>
                    <a:pt x="1" y="16"/>
                    <a:pt x="1" y="31"/>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3295;p35">
              <a:extLst>
                <a:ext uri="{FF2B5EF4-FFF2-40B4-BE49-F238E27FC236}">
                  <a16:creationId xmlns:a16="http://schemas.microsoft.com/office/drawing/2014/main" id="{86565CE9-BD21-5196-109A-2CEA935210D6}"/>
                </a:ext>
              </a:extLst>
            </p:cNvPr>
            <p:cNvSpPr/>
            <p:nvPr/>
          </p:nvSpPr>
          <p:spPr>
            <a:xfrm>
              <a:off x="2932324" y="4632090"/>
              <a:ext cx="191" cy="739"/>
            </a:xfrm>
            <a:custGeom>
              <a:avLst/>
              <a:gdLst/>
              <a:ahLst/>
              <a:cxnLst/>
              <a:rect l="l" t="t" r="r" b="b"/>
              <a:pathLst>
                <a:path w="8" h="31" extrusionOk="0">
                  <a:moveTo>
                    <a:pt x="8" y="0"/>
                  </a:moveTo>
                  <a:cubicBezTo>
                    <a:pt x="0" y="15"/>
                    <a:pt x="0" y="23"/>
                    <a:pt x="0" y="31"/>
                  </a:cubicBezTo>
                  <a:cubicBezTo>
                    <a:pt x="0" y="23"/>
                    <a:pt x="0" y="15"/>
                    <a:pt x="8"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3296;p35">
              <a:extLst>
                <a:ext uri="{FF2B5EF4-FFF2-40B4-BE49-F238E27FC236}">
                  <a16:creationId xmlns:a16="http://schemas.microsoft.com/office/drawing/2014/main" id="{57FF3B2A-F34B-A797-33AE-B4FEA99E70F9}"/>
                </a:ext>
              </a:extLst>
            </p:cNvPr>
            <p:cNvSpPr/>
            <p:nvPr/>
          </p:nvSpPr>
          <p:spPr>
            <a:xfrm>
              <a:off x="2792538" y="4622648"/>
              <a:ext cx="215" cy="1645"/>
            </a:xfrm>
            <a:custGeom>
              <a:avLst/>
              <a:gdLst/>
              <a:ahLst/>
              <a:cxnLst/>
              <a:rect l="l" t="t" r="r" b="b"/>
              <a:pathLst>
                <a:path w="9" h="69" extrusionOk="0">
                  <a:moveTo>
                    <a:pt x="0" y="69"/>
                  </a:moveTo>
                  <a:cubicBezTo>
                    <a:pt x="8" y="46"/>
                    <a:pt x="8" y="23"/>
                    <a:pt x="8" y="0"/>
                  </a:cubicBezTo>
                  <a:cubicBezTo>
                    <a:pt x="8" y="23"/>
                    <a:pt x="8" y="46"/>
                    <a:pt x="0"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3297;p35">
              <a:extLst>
                <a:ext uri="{FF2B5EF4-FFF2-40B4-BE49-F238E27FC236}">
                  <a16:creationId xmlns:a16="http://schemas.microsoft.com/office/drawing/2014/main" id="{D946D97A-5C07-F175-DF54-5C68AB74F3AB}"/>
                </a:ext>
              </a:extLst>
            </p:cNvPr>
            <p:cNvSpPr/>
            <p:nvPr/>
          </p:nvSpPr>
          <p:spPr>
            <a:xfrm>
              <a:off x="2932133" y="4636620"/>
              <a:ext cx="24" cy="763"/>
            </a:xfrm>
            <a:custGeom>
              <a:avLst/>
              <a:gdLst/>
              <a:ahLst/>
              <a:cxnLst/>
              <a:rect l="l" t="t" r="r" b="b"/>
              <a:pathLst>
                <a:path w="1" h="32" extrusionOk="0">
                  <a:moveTo>
                    <a:pt x="1" y="1"/>
                  </a:moveTo>
                  <a:cubicBezTo>
                    <a:pt x="1" y="8"/>
                    <a:pt x="1" y="16"/>
                    <a:pt x="1" y="31"/>
                  </a:cubicBezTo>
                  <a:cubicBezTo>
                    <a:pt x="1" y="16"/>
                    <a:pt x="1" y="8"/>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3298;p35">
              <a:extLst>
                <a:ext uri="{FF2B5EF4-FFF2-40B4-BE49-F238E27FC236}">
                  <a16:creationId xmlns:a16="http://schemas.microsoft.com/office/drawing/2014/main" id="{926737B4-5C77-B4CE-49AA-92A7DC3F7F88}"/>
                </a:ext>
              </a:extLst>
            </p:cNvPr>
            <p:cNvSpPr/>
            <p:nvPr/>
          </p:nvSpPr>
          <p:spPr>
            <a:xfrm>
              <a:off x="2931584" y="4618094"/>
              <a:ext cx="215" cy="381"/>
            </a:xfrm>
            <a:custGeom>
              <a:avLst/>
              <a:gdLst/>
              <a:ahLst/>
              <a:cxnLst/>
              <a:rect l="l" t="t" r="r" b="b"/>
              <a:pathLst>
                <a:path w="9" h="16" extrusionOk="0">
                  <a:moveTo>
                    <a:pt x="1" y="1"/>
                  </a:moveTo>
                  <a:cubicBezTo>
                    <a:pt x="1" y="1"/>
                    <a:pt x="9" y="8"/>
                    <a:pt x="9" y="16"/>
                  </a:cubicBezTo>
                  <a:cubicBezTo>
                    <a:pt x="9" y="8"/>
                    <a:pt x="1" y="1"/>
                    <a:pt x="1"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3299;p35">
              <a:extLst>
                <a:ext uri="{FF2B5EF4-FFF2-40B4-BE49-F238E27FC236}">
                  <a16:creationId xmlns:a16="http://schemas.microsoft.com/office/drawing/2014/main" id="{9046C9BA-F7C1-4025-1ADF-160E632D7771}"/>
                </a:ext>
              </a:extLst>
            </p:cNvPr>
            <p:cNvSpPr/>
            <p:nvPr/>
          </p:nvSpPr>
          <p:spPr>
            <a:xfrm>
              <a:off x="2792896" y="4620097"/>
              <a:ext cx="24" cy="1669"/>
            </a:xfrm>
            <a:custGeom>
              <a:avLst/>
              <a:gdLst/>
              <a:ahLst/>
              <a:cxnLst/>
              <a:rect l="l" t="t" r="r" b="b"/>
              <a:pathLst>
                <a:path w="1" h="70" extrusionOk="0">
                  <a:moveTo>
                    <a:pt x="1" y="69"/>
                  </a:moveTo>
                  <a:cubicBezTo>
                    <a:pt x="1" y="46"/>
                    <a:pt x="1" y="23"/>
                    <a:pt x="1" y="0"/>
                  </a:cubicBezTo>
                  <a:cubicBezTo>
                    <a:pt x="1" y="23"/>
                    <a:pt x="1" y="46"/>
                    <a:pt x="1" y="69"/>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3300;p35">
              <a:extLst>
                <a:ext uri="{FF2B5EF4-FFF2-40B4-BE49-F238E27FC236}">
                  <a16:creationId xmlns:a16="http://schemas.microsoft.com/office/drawing/2014/main" id="{D397FB3E-9E09-BA22-EE10-334BDBA6C1A4}"/>
                </a:ext>
              </a:extLst>
            </p:cNvPr>
            <p:cNvSpPr/>
            <p:nvPr/>
          </p:nvSpPr>
          <p:spPr>
            <a:xfrm>
              <a:off x="2931966" y="4620288"/>
              <a:ext cx="24" cy="548"/>
            </a:xfrm>
            <a:custGeom>
              <a:avLst/>
              <a:gdLst/>
              <a:ahLst/>
              <a:cxnLst/>
              <a:rect l="l" t="t" r="r" b="b"/>
              <a:pathLst>
                <a:path w="1" h="23" extrusionOk="0">
                  <a:moveTo>
                    <a:pt x="0" y="0"/>
                  </a:moveTo>
                  <a:cubicBezTo>
                    <a:pt x="0" y="8"/>
                    <a:pt x="0" y="15"/>
                    <a:pt x="0" y="23"/>
                  </a:cubicBezTo>
                  <a:cubicBezTo>
                    <a:pt x="0" y="15"/>
                    <a:pt x="0" y="8"/>
                    <a:pt x="0"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3301;p35">
              <a:extLst>
                <a:ext uri="{FF2B5EF4-FFF2-40B4-BE49-F238E27FC236}">
                  <a16:creationId xmlns:a16="http://schemas.microsoft.com/office/drawing/2014/main" id="{3645C19A-A671-2E56-67AD-39EF93BEBA42}"/>
                </a:ext>
              </a:extLst>
            </p:cNvPr>
            <p:cNvSpPr/>
            <p:nvPr/>
          </p:nvSpPr>
          <p:spPr>
            <a:xfrm>
              <a:off x="2931775" y="4640983"/>
              <a:ext cx="24" cy="572"/>
            </a:xfrm>
            <a:custGeom>
              <a:avLst/>
              <a:gdLst/>
              <a:ahLst/>
              <a:cxnLst/>
              <a:rect l="l" t="t" r="r" b="b"/>
              <a:pathLst>
                <a:path w="1" h="24" extrusionOk="0">
                  <a:moveTo>
                    <a:pt x="1" y="0"/>
                  </a:moveTo>
                  <a:cubicBezTo>
                    <a:pt x="1" y="8"/>
                    <a:pt x="1" y="16"/>
                    <a:pt x="1" y="23"/>
                  </a:cubicBezTo>
                  <a:cubicBezTo>
                    <a:pt x="1" y="16"/>
                    <a:pt x="1" y="8"/>
                    <a:pt x="1" y="0"/>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3302;p35">
              <a:extLst>
                <a:ext uri="{FF2B5EF4-FFF2-40B4-BE49-F238E27FC236}">
                  <a16:creationId xmlns:a16="http://schemas.microsoft.com/office/drawing/2014/main" id="{586007BF-ABE3-09CF-9FCF-5836AD925011}"/>
                </a:ext>
              </a:extLst>
            </p:cNvPr>
            <p:cNvSpPr/>
            <p:nvPr/>
          </p:nvSpPr>
          <p:spPr>
            <a:xfrm>
              <a:off x="2931417" y="4643343"/>
              <a:ext cx="191" cy="381"/>
            </a:xfrm>
            <a:custGeom>
              <a:avLst/>
              <a:gdLst/>
              <a:ahLst/>
              <a:cxnLst/>
              <a:rect l="l" t="t" r="r" b="b"/>
              <a:pathLst>
                <a:path w="8" h="16" extrusionOk="0">
                  <a:moveTo>
                    <a:pt x="8" y="1"/>
                  </a:moveTo>
                  <a:cubicBezTo>
                    <a:pt x="0" y="1"/>
                    <a:pt x="0" y="8"/>
                    <a:pt x="0" y="16"/>
                  </a:cubicBezTo>
                  <a:cubicBezTo>
                    <a:pt x="0" y="8"/>
                    <a:pt x="0" y="1"/>
                    <a:pt x="8" y="1"/>
                  </a:cubicBezTo>
                  <a:close/>
                </a:path>
              </a:pathLst>
            </a:custGeom>
            <a:solidFill>
              <a:srgbClr val="AD84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3303;p35">
              <a:extLst>
                <a:ext uri="{FF2B5EF4-FFF2-40B4-BE49-F238E27FC236}">
                  <a16:creationId xmlns:a16="http://schemas.microsoft.com/office/drawing/2014/main" id="{54AC5396-1AA3-C10C-90AA-9C7C11740AD8}"/>
                </a:ext>
              </a:extLst>
            </p:cNvPr>
            <p:cNvSpPr/>
            <p:nvPr/>
          </p:nvSpPr>
          <p:spPr>
            <a:xfrm>
              <a:off x="2884337" y="4594299"/>
              <a:ext cx="50541" cy="70312"/>
            </a:xfrm>
            <a:custGeom>
              <a:avLst/>
              <a:gdLst/>
              <a:ahLst/>
              <a:cxnLst/>
              <a:rect l="l" t="t" r="r" b="b"/>
              <a:pathLst>
                <a:path w="2118" h="2949" extrusionOk="0">
                  <a:moveTo>
                    <a:pt x="518" y="1"/>
                  </a:moveTo>
                  <a:cubicBezTo>
                    <a:pt x="724" y="823"/>
                    <a:pt x="511" y="1821"/>
                    <a:pt x="0" y="2423"/>
                  </a:cubicBezTo>
                  <a:cubicBezTo>
                    <a:pt x="579" y="2507"/>
                    <a:pt x="1166" y="2667"/>
                    <a:pt x="1737" y="2949"/>
                  </a:cubicBezTo>
                  <a:cubicBezTo>
                    <a:pt x="2118" y="2027"/>
                    <a:pt x="2110" y="907"/>
                    <a:pt x="1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3304;p35">
              <a:extLst>
                <a:ext uri="{FF2B5EF4-FFF2-40B4-BE49-F238E27FC236}">
                  <a16:creationId xmlns:a16="http://schemas.microsoft.com/office/drawing/2014/main" id="{7F2B959F-D79B-8EF2-BA63-4E70626A880B}"/>
                </a:ext>
              </a:extLst>
            </p:cNvPr>
            <p:cNvSpPr/>
            <p:nvPr/>
          </p:nvSpPr>
          <p:spPr>
            <a:xfrm>
              <a:off x="2817259" y="4493326"/>
              <a:ext cx="86000" cy="85738"/>
            </a:xfrm>
            <a:custGeom>
              <a:avLst/>
              <a:gdLst/>
              <a:ahLst/>
              <a:cxnLst/>
              <a:rect l="l" t="t" r="r" b="b"/>
              <a:pathLst>
                <a:path w="3604" h="3596" extrusionOk="0">
                  <a:moveTo>
                    <a:pt x="1806" y="0"/>
                  </a:moveTo>
                  <a:cubicBezTo>
                    <a:pt x="808" y="0"/>
                    <a:pt x="0" y="800"/>
                    <a:pt x="0" y="1798"/>
                  </a:cubicBezTo>
                  <a:cubicBezTo>
                    <a:pt x="0" y="2788"/>
                    <a:pt x="808" y="3596"/>
                    <a:pt x="1806" y="3596"/>
                  </a:cubicBezTo>
                  <a:cubicBezTo>
                    <a:pt x="2796" y="3596"/>
                    <a:pt x="3604" y="2788"/>
                    <a:pt x="3604" y="1798"/>
                  </a:cubicBezTo>
                  <a:cubicBezTo>
                    <a:pt x="3604" y="800"/>
                    <a:pt x="2796" y="0"/>
                    <a:pt x="1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3305;p35">
              <a:extLst>
                <a:ext uri="{FF2B5EF4-FFF2-40B4-BE49-F238E27FC236}">
                  <a16:creationId xmlns:a16="http://schemas.microsoft.com/office/drawing/2014/main" id="{B04D2312-3F5C-021E-0169-811BBAECC9A4}"/>
                </a:ext>
              </a:extLst>
            </p:cNvPr>
            <p:cNvSpPr/>
            <p:nvPr/>
          </p:nvSpPr>
          <p:spPr>
            <a:xfrm>
              <a:off x="2859782" y="4535814"/>
              <a:ext cx="133081" cy="98827"/>
            </a:xfrm>
            <a:custGeom>
              <a:avLst/>
              <a:gdLst/>
              <a:ahLst/>
              <a:cxnLst/>
              <a:rect l="l" t="t" r="r" b="b"/>
              <a:pathLst>
                <a:path w="5577" h="4145" extrusionOk="0">
                  <a:moveTo>
                    <a:pt x="3497" y="1"/>
                  </a:moveTo>
                  <a:cubicBezTo>
                    <a:pt x="2355" y="9"/>
                    <a:pt x="1" y="938"/>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3306;p35">
              <a:extLst>
                <a:ext uri="{FF2B5EF4-FFF2-40B4-BE49-F238E27FC236}">
                  <a16:creationId xmlns:a16="http://schemas.microsoft.com/office/drawing/2014/main" id="{81FDFEDC-8094-E836-35D0-9499EB6E8FA2}"/>
                </a:ext>
              </a:extLst>
            </p:cNvPr>
            <p:cNvSpPr/>
            <p:nvPr/>
          </p:nvSpPr>
          <p:spPr>
            <a:xfrm>
              <a:off x="2859782" y="4535814"/>
              <a:ext cx="133081" cy="98827"/>
            </a:xfrm>
            <a:custGeom>
              <a:avLst/>
              <a:gdLst/>
              <a:ahLst/>
              <a:cxnLst/>
              <a:rect l="l" t="t" r="r" b="b"/>
              <a:pathLst>
                <a:path w="5577" h="4145" extrusionOk="0">
                  <a:moveTo>
                    <a:pt x="3497" y="1"/>
                  </a:moveTo>
                  <a:cubicBezTo>
                    <a:pt x="3360" y="9"/>
                    <a:pt x="3200" y="16"/>
                    <a:pt x="3033" y="47"/>
                  </a:cubicBezTo>
                  <a:cubicBezTo>
                    <a:pt x="3741" y="207"/>
                    <a:pt x="4267" y="831"/>
                    <a:pt x="4267" y="1585"/>
                  </a:cubicBezTo>
                  <a:cubicBezTo>
                    <a:pt x="4267" y="2461"/>
                    <a:pt x="3558" y="3177"/>
                    <a:pt x="2682" y="3177"/>
                  </a:cubicBezTo>
                  <a:cubicBezTo>
                    <a:pt x="1890" y="3177"/>
                    <a:pt x="313" y="2591"/>
                    <a:pt x="39" y="1822"/>
                  </a:cubicBezTo>
                  <a:cubicBezTo>
                    <a:pt x="16" y="1905"/>
                    <a:pt x="1" y="1997"/>
                    <a:pt x="1" y="2081"/>
                  </a:cubicBezTo>
                  <a:cubicBezTo>
                    <a:pt x="1" y="3223"/>
                    <a:pt x="2362" y="4145"/>
                    <a:pt x="3505" y="4145"/>
                  </a:cubicBezTo>
                  <a:cubicBezTo>
                    <a:pt x="4648" y="4145"/>
                    <a:pt x="5577" y="3216"/>
                    <a:pt x="5577" y="2073"/>
                  </a:cubicBezTo>
                  <a:cubicBezTo>
                    <a:pt x="5569" y="930"/>
                    <a:pt x="4640" y="1"/>
                    <a:pt x="34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3307;p35">
              <a:extLst>
                <a:ext uri="{FF2B5EF4-FFF2-40B4-BE49-F238E27FC236}">
                  <a16:creationId xmlns:a16="http://schemas.microsoft.com/office/drawing/2014/main" id="{E654B13F-CE98-2621-0848-EBDE7F6F8863}"/>
                </a:ext>
              </a:extLst>
            </p:cNvPr>
            <p:cNvSpPr/>
            <p:nvPr/>
          </p:nvSpPr>
          <p:spPr>
            <a:xfrm>
              <a:off x="2726725" y="4536195"/>
              <a:ext cx="133081" cy="98827"/>
            </a:xfrm>
            <a:custGeom>
              <a:avLst/>
              <a:gdLst/>
              <a:ahLst/>
              <a:cxnLst/>
              <a:rect l="l" t="t" r="r" b="b"/>
              <a:pathLst>
                <a:path w="5577" h="4145" extrusionOk="0">
                  <a:moveTo>
                    <a:pt x="2073" y="0"/>
                  </a:moveTo>
                  <a:cubicBezTo>
                    <a:pt x="930" y="0"/>
                    <a:pt x="1" y="930"/>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3308;p35">
              <a:extLst>
                <a:ext uri="{FF2B5EF4-FFF2-40B4-BE49-F238E27FC236}">
                  <a16:creationId xmlns:a16="http://schemas.microsoft.com/office/drawing/2014/main" id="{64B3DF02-D4B6-8C46-7430-2DDB8CE42CCB}"/>
                </a:ext>
              </a:extLst>
            </p:cNvPr>
            <p:cNvSpPr/>
            <p:nvPr/>
          </p:nvSpPr>
          <p:spPr>
            <a:xfrm>
              <a:off x="2726725" y="4536195"/>
              <a:ext cx="133081" cy="98827"/>
            </a:xfrm>
            <a:custGeom>
              <a:avLst/>
              <a:gdLst/>
              <a:ahLst/>
              <a:cxnLst/>
              <a:rect l="l" t="t" r="r" b="b"/>
              <a:pathLst>
                <a:path w="5577" h="4145" extrusionOk="0">
                  <a:moveTo>
                    <a:pt x="2073" y="0"/>
                  </a:moveTo>
                  <a:cubicBezTo>
                    <a:pt x="1989" y="0"/>
                    <a:pt x="1905" y="8"/>
                    <a:pt x="1821" y="15"/>
                  </a:cubicBezTo>
                  <a:cubicBezTo>
                    <a:pt x="2743" y="122"/>
                    <a:pt x="4251" y="777"/>
                    <a:pt x="4251" y="1577"/>
                  </a:cubicBezTo>
                  <a:cubicBezTo>
                    <a:pt x="4259" y="2445"/>
                    <a:pt x="2454" y="3161"/>
                    <a:pt x="1585" y="3161"/>
                  </a:cubicBezTo>
                  <a:cubicBezTo>
                    <a:pt x="793" y="3161"/>
                    <a:pt x="130" y="2575"/>
                    <a:pt x="24" y="1813"/>
                  </a:cubicBezTo>
                  <a:cubicBezTo>
                    <a:pt x="9" y="1897"/>
                    <a:pt x="1" y="1988"/>
                    <a:pt x="1" y="2072"/>
                  </a:cubicBezTo>
                  <a:cubicBezTo>
                    <a:pt x="9" y="3215"/>
                    <a:pt x="938" y="4144"/>
                    <a:pt x="2080" y="4144"/>
                  </a:cubicBezTo>
                  <a:cubicBezTo>
                    <a:pt x="3223" y="4136"/>
                    <a:pt x="5577" y="3207"/>
                    <a:pt x="5577" y="2065"/>
                  </a:cubicBezTo>
                  <a:cubicBezTo>
                    <a:pt x="5577" y="922"/>
                    <a:pt x="3216" y="0"/>
                    <a:pt x="20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3309;p35">
              <a:extLst>
                <a:ext uri="{FF2B5EF4-FFF2-40B4-BE49-F238E27FC236}">
                  <a16:creationId xmlns:a16="http://schemas.microsoft.com/office/drawing/2014/main" id="{7F60025C-ABA1-4D11-ACB3-087AC5429A1A}"/>
                </a:ext>
              </a:extLst>
            </p:cNvPr>
            <p:cNvSpPr/>
            <p:nvPr/>
          </p:nvSpPr>
          <p:spPr>
            <a:xfrm>
              <a:off x="3070655" y="4539271"/>
              <a:ext cx="10738" cy="22007"/>
            </a:xfrm>
            <a:custGeom>
              <a:avLst/>
              <a:gdLst/>
              <a:ahLst/>
              <a:cxnLst/>
              <a:rect l="l" t="t" r="r" b="b"/>
              <a:pathLst>
                <a:path w="450" h="923" extrusionOk="0">
                  <a:moveTo>
                    <a:pt x="229" y="1"/>
                  </a:moveTo>
                  <a:cubicBezTo>
                    <a:pt x="107" y="1"/>
                    <a:pt x="0" y="100"/>
                    <a:pt x="0" y="222"/>
                  </a:cubicBezTo>
                  <a:lnTo>
                    <a:pt x="0" y="701"/>
                  </a:lnTo>
                  <a:cubicBezTo>
                    <a:pt x="0" y="823"/>
                    <a:pt x="107" y="922"/>
                    <a:pt x="229" y="922"/>
                  </a:cubicBezTo>
                  <a:cubicBezTo>
                    <a:pt x="351" y="922"/>
                    <a:pt x="450" y="823"/>
                    <a:pt x="450" y="701"/>
                  </a:cubicBezTo>
                  <a:lnTo>
                    <a:pt x="450" y="222"/>
                  </a:lnTo>
                  <a:cubicBezTo>
                    <a:pt x="450" y="100"/>
                    <a:pt x="351"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3310;p35">
              <a:extLst>
                <a:ext uri="{FF2B5EF4-FFF2-40B4-BE49-F238E27FC236}">
                  <a16:creationId xmlns:a16="http://schemas.microsoft.com/office/drawing/2014/main" id="{8B16F0E7-79C4-3BC1-A4EB-6E735FD7065C}"/>
                </a:ext>
              </a:extLst>
            </p:cNvPr>
            <p:cNvSpPr/>
            <p:nvPr/>
          </p:nvSpPr>
          <p:spPr>
            <a:xfrm>
              <a:off x="3089745" y="4495329"/>
              <a:ext cx="10547" cy="22174"/>
            </a:xfrm>
            <a:custGeom>
              <a:avLst/>
              <a:gdLst/>
              <a:ahLst/>
              <a:cxnLst/>
              <a:rect l="l" t="t" r="r" b="b"/>
              <a:pathLst>
                <a:path w="442" h="930" extrusionOk="0">
                  <a:moveTo>
                    <a:pt x="221" y="0"/>
                  </a:moveTo>
                  <a:cubicBezTo>
                    <a:pt x="99" y="0"/>
                    <a:pt x="0" y="99"/>
                    <a:pt x="0" y="221"/>
                  </a:cubicBezTo>
                  <a:lnTo>
                    <a:pt x="0" y="701"/>
                  </a:lnTo>
                  <a:cubicBezTo>
                    <a:pt x="0" y="831"/>
                    <a:pt x="99" y="930"/>
                    <a:pt x="221" y="930"/>
                  </a:cubicBezTo>
                  <a:cubicBezTo>
                    <a:pt x="343" y="930"/>
                    <a:pt x="442" y="831"/>
                    <a:pt x="442" y="701"/>
                  </a:cubicBezTo>
                  <a:lnTo>
                    <a:pt x="442" y="221"/>
                  </a:lnTo>
                  <a:cubicBezTo>
                    <a:pt x="442" y="9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3311;p35">
              <a:extLst>
                <a:ext uri="{FF2B5EF4-FFF2-40B4-BE49-F238E27FC236}">
                  <a16:creationId xmlns:a16="http://schemas.microsoft.com/office/drawing/2014/main" id="{CBEB504C-0529-95FE-6ACD-DD379BFBFEC0}"/>
                </a:ext>
              </a:extLst>
            </p:cNvPr>
            <p:cNvSpPr/>
            <p:nvPr/>
          </p:nvSpPr>
          <p:spPr>
            <a:xfrm>
              <a:off x="3110816" y="4523106"/>
              <a:ext cx="10762" cy="22197"/>
            </a:xfrm>
            <a:custGeom>
              <a:avLst/>
              <a:gdLst/>
              <a:ahLst/>
              <a:cxnLst/>
              <a:rect l="l" t="t" r="r" b="b"/>
              <a:pathLst>
                <a:path w="451" h="931" extrusionOk="0">
                  <a:moveTo>
                    <a:pt x="222" y="1"/>
                  </a:moveTo>
                  <a:cubicBezTo>
                    <a:pt x="100" y="1"/>
                    <a:pt x="1" y="100"/>
                    <a:pt x="1" y="222"/>
                  </a:cubicBezTo>
                  <a:lnTo>
                    <a:pt x="1" y="709"/>
                  </a:lnTo>
                  <a:cubicBezTo>
                    <a:pt x="1" y="831"/>
                    <a:pt x="100" y="930"/>
                    <a:pt x="222" y="930"/>
                  </a:cubicBezTo>
                  <a:cubicBezTo>
                    <a:pt x="351" y="930"/>
                    <a:pt x="450" y="831"/>
                    <a:pt x="450" y="709"/>
                  </a:cubicBezTo>
                  <a:lnTo>
                    <a:pt x="450" y="222"/>
                  </a:lnTo>
                  <a:cubicBezTo>
                    <a:pt x="450" y="100"/>
                    <a:pt x="351" y="1"/>
                    <a:pt x="2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3312;p35">
              <a:extLst>
                <a:ext uri="{FF2B5EF4-FFF2-40B4-BE49-F238E27FC236}">
                  <a16:creationId xmlns:a16="http://schemas.microsoft.com/office/drawing/2014/main" id="{ED45B384-4189-0275-EA23-C4ED56E37FD7}"/>
                </a:ext>
              </a:extLst>
            </p:cNvPr>
            <p:cNvSpPr/>
            <p:nvPr/>
          </p:nvSpPr>
          <p:spPr>
            <a:xfrm>
              <a:off x="3067195" y="4457229"/>
              <a:ext cx="17849" cy="17787"/>
            </a:xfrm>
            <a:custGeom>
              <a:avLst/>
              <a:gdLst/>
              <a:ahLst/>
              <a:cxnLst/>
              <a:rect l="l" t="t" r="r" b="b"/>
              <a:pathLst>
                <a:path w="748" h="746" extrusionOk="0">
                  <a:moveTo>
                    <a:pt x="373" y="0"/>
                  </a:moveTo>
                  <a:cubicBezTo>
                    <a:pt x="349" y="0"/>
                    <a:pt x="324" y="2"/>
                    <a:pt x="298" y="6"/>
                  </a:cubicBezTo>
                  <a:cubicBezTo>
                    <a:pt x="275" y="14"/>
                    <a:pt x="252" y="21"/>
                    <a:pt x="229" y="29"/>
                  </a:cubicBezTo>
                  <a:cubicBezTo>
                    <a:pt x="206" y="37"/>
                    <a:pt x="183" y="52"/>
                    <a:pt x="168" y="67"/>
                  </a:cubicBezTo>
                  <a:cubicBezTo>
                    <a:pt x="145" y="75"/>
                    <a:pt x="130" y="98"/>
                    <a:pt x="107" y="113"/>
                  </a:cubicBezTo>
                  <a:cubicBezTo>
                    <a:pt x="92" y="128"/>
                    <a:pt x="77" y="151"/>
                    <a:pt x="62" y="166"/>
                  </a:cubicBezTo>
                  <a:cubicBezTo>
                    <a:pt x="46" y="189"/>
                    <a:pt x="39" y="212"/>
                    <a:pt x="31" y="235"/>
                  </a:cubicBezTo>
                  <a:cubicBezTo>
                    <a:pt x="16" y="258"/>
                    <a:pt x="16" y="280"/>
                    <a:pt x="8" y="303"/>
                  </a:cubicBezTo>
                  <a:cubicBezTo>
                    <a:pt x="1" y="326"/>
                    <a:pt x="1" y="349"/>
                    <a:pt x="1" y="372"/>
                  </a:cubicBezTo>
                  <a:cubicBezTo>
                    <a:pt x="1" y="395"/>
                    <a:pt x="1" y="425"/>
                    <a:pt x="8" y="448"/>
                  </a:cubicBezTo>
                  <a:cubicBezTo>
                    <a:pt x="16" y="471"/>
                    <a:pt x="16" y="494"/>
                    <a:pt x="31" y="517"/>
                  </a:cubicBezTo>
                  <a:cubicBezTo>
                    <a:pt x="39" y="539"/>
                    <a:pt x="46" y="562"/>
                    <a:pt x="62" y="577"/>
                  </a:cubicBezTo>
                  <a:cubicBezTo>
                    <a:pt x="77" y="600"/>
                    <a:pt x="92" y="623"/>
                    <a:pt x="107" y="638"/>
                  </a:cubicBezTo>
                  <a:cubicBezTo>
                    <a:pt x="130" y="654"/>
                    <a:pt x="145" y="669"/>
                    <a:pt x="168" y="684"/>
                  </a:cubicBezTo>
                  <a:cubicBezTo>
                    <a:pt x="183" y="699"/>
                    <a:pt x="206" y="707"/>
                    <a:pt x="229" y="715"/>
                  </a:cubicBezTo>
                  <a:cubicBezTo>
                    <a:pt x="252" y="730"/>
                    <a:pt x="275" y="737"/>
                    <a:pt x="298" y="737"/>
                  </a:cubicBezTo>
                  <a:cubicBezTo>
                    <a:pt x="321" y="745"/>
                    <a:pt x="351" y="745"/>
                    <a:pt x="374" y="745"/>
                  </a:cubicBezTo>
                  <a:cubicBezTo>
                    <a:pt x="473" y="745"/>
                    <a:pt x="564" y="707"/>
                    <a:pt x="633" y="638"/>
                  </a:cubicBezTo>
                  <a:cubicBezTo>
                    <a:pt x="656" y="623"/>
                    <a:pt x="671" y="600"/>
                    <a:pt x="679" y="577"/>
                  </a:cubicBezTo>
                  <a:cubicBezTo>
                    <a:pt x="694" y="562"/>
                    <a:pt x="709" y="539"/>
                    <a:pt x="717" y="517"/>
                  </a:cubicBezTo>
                  <a:cubicBezTo>
                    <a:pt x="724" y="494"/>
                    <a:pt x="732" y="471"/>
                    <a:pt x="739" y="448"/>
                  </a:cubicBezTo>
                  <a:cubicBezTo>
                    <a:pt x="739" y="425"/>
                    <a:pt x="747" y="395"/>
                    <a:pt x="747" y="372"/>
                  </a:cubicBezTo>
                  <a:cubicBezTo>
                    <a:pt x="747" y="349"/>
                    <a:pt x="739" y="326"/>
                    <a:pt x="739" y="303"/>
                  </a:cubicBezTo>
                  <a:cubicBezTo>
                    <a:pt x="732" y="280"/>
                    <a:pt x="724" y="258"/>
                    <a:pt x="717" y="235"/>
                  </a:cubicBezTo>
                  <a:cubicBezTo>
                    <a:pt x="709" y="212"/>
                    <a:pt x="694" y="189"/>
                    <a:pt x="679" y="166"/>
                  </a:cubicBezTo>
                  <a:cubicBezTo>
                    <a:pt x="671" y="151"/>
                    <a:pt x="656" y="128"/>
                    <a:pt x="633" y="113"/>
                  </a:cubicBezTo>
                  <a:cubicBezTo>
                    <a:pt x="618" y="98"/>
                    <a:pt x="602" y="75"/>
                    <a:pt x="580" y="67"/>
                  </a:cubicBezTo>
                  <a:cubicBezTo>
                    <a:pt x="557" y="52"/>
                    <a:pt x="534" y="37"/>
                    <a:pt x="511" y="29"/>
                  </a:cubicBezTo>
                  <a:cubicBezTo>
                    <a:pt x="496" y="21"/>
                    <a:pt x="465" y="14"/>
                    <a:pt x="442" y="6"/>
                  </a:cubicBezTo>
                  <a:cubicBezTo>
                    <a:pt x="420" y="2"/>
                    <a:pt x="397" y="0"/>
                    <a:pt x="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3313;p35">
              <a:extLst>
                <a:ext uri="{FF2B5EF4-FFF2-40B4-BE49-F238E27FC236}">
                  <a16:creationId xmlns:a16="http://schemas.microsoft.com/office/drawing/2014/main" id="{1AEDD46D-5870-0425-9C24-096C363AC84A}"/>
                </a:ext>
              </a:extLst>
            </p:cNvPr>
            <p:cNvSpPr/>
            <p:nvPr/>
          </p:nvSpPr>
          <p:spPr>
            <a:xfrm>
              <a:off x="3029755" y="4471964"/>
              <a:ext cx="30926" cy="23938"/>
            </a:xfrm>
            <a:custGeom>
              <a:avLst/>
              <a:gdLst/>
              <a:ahLst/>
              <a:cxnLst/>
              <a:rect l="l" t="t" r="r" b="b"/>
              <a:pathLst>
                <a:path w="1296" h="1004" extrusionOk="0">
                  <a:moveTo>
                    <a:pt x="868" y="0"/>
                  </a:moveTo>
                  <a:cubicBezTo>
                    <a:pt x="805" y="0"/>
                    <a:pt x="743" y="16"/>
                    <a:pt x="686" y="51"/>
                  </a:cubicBezTo>
                  <a:lnTo>
                    <a:pt x="244" y="310"/>
                  </a:lnTo>
                  <a:cubicBezTo>
                    <a:pt x="61" y="409"/>
                    <a:pt x="0" y="637"/>
                    <a:pt x="107" y="813"/>
                  </a:cubicBezTo>
                  <a:cubicBezTo>
                    <a:pt x="176" y="935"/>
                    <a:pt x="297" y="1003"/>
                    <a:pt x="427" y="1003"/>
                  </a:cubicBezTo>
                  <a:cubicBezTo>
                    <a:pt x="488" y="1003"/>
                    <a:pt x="556" y="988"/>
                    <a:pt x="617" y="950"/>
                  </a:cubicBezTo>
                  <a:lnTo>
                    <a:pt x="1059" y="698"/>
                  </a:lnTo>
                  <a:cubicBezTo>
                    <a:pt x="1234" y="592"/>
                    <a:pt x="1295" y="363"/>
                    <a:pt x="1196" y="188"/>
                  </a:cubicBezTo>
                  <a:cubicBezTo>
                    <a:pt x="1124" y="70"/>
                    <a:pt x="997" y="0"/>
                    <a:pt x="8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3314;p35">
              <a:extLst>
                <a:ext uri="{FF2B5EF4-FFF2-40B4-BE49-F238E27FC236}">
                  <a16:creationId xmlns:a16="http://schemas.microsoft.com/office/drawing/2014/main" id="{B42A7234-9851-CEB4-41CE-B50C0ADD6785}"/>
                </a:ext>
              </a:extLst>
            </p:cNvPr>
            <p:cNvSpPr/>
            <p:nvPr/>
          </p:nvSpPr>
          <p:spPr>
            <a:xfrm>
              <a:off x="2987041" y="4318299"/>
              <a:ext cx="17825" cy="17763"/>
            </a:xfrm>
            <a:custGeom>
              <a:avLst/>
              <a:gdLst/>
              <a:ahLst/>
              <a:cxnLst/>
              <a:rect l="l" t="t" r="r" b="b"/>
              <a:pathLst>
                <a:path w="747" h="745" extrusionOk="0">
                  <a:moveTo>
                    <a:pt x="370" y="0"/>
                  </a:moveTo>
                  <a:cubicBezTo>
                    <a:pt x="345" y="0"/>
                    <a:pt x="320" y="2"/>
                    <a:pt x="297" y="6"/>
                  </a:cubicBezTo>
                  <a:cubicBezTo>
                    <a:pt x="274" y="13"/>
                    <a:pt x="252" y="21"/>
                    <a:pt x="229" y="29"/>
                  </a:cubicBezTo>
                  <a:cubicBezTo>
                    <a:pt x="206" y="36"/>
                    <a:pt x="183" y="51"/>
                    <a:pt x="168" y="67"/>
                  </a:cubicBezTo>
                  <a:cubicBezTo>
                    <a:pt x="145" y="74"/>
                    <a:pt x="122" y="90"/>
                    <a:pt x="107" y="112"/>
                  </a:cubicBezTo>
                  <a:cubicBezTo>
                    <a:pt x="92" y="128"/>
                    <a:pt x="76" y="143"/>
                    <a:pt x="61" y="166"/>
                  </a:cubicBezTo>
                  <a:cubicBezTo>
                    <a:pt x="46" y="189"/>
                    <a:pt x="38" y="211"/>
                    <a:pt x="31" y="234"/>
                  </a:cubicBezTo>
                  <a:cubicBezTo>
                    <a:pt x="15" y="249"/>
                    <a:pt x="8" y="280"/>
                    <a:pt x="8" y="303"/>
                  </a:cubicBezTo>
                  <a:cubicBezTo>
                    <a:pt x="0" y="326"/>
                    <a:pt x="0" y="349"/>
                    <a:pt x="0" y="371"/>
                  </a:cubicBezTo>
                  <a:cubicBezTo>
                    <a:pt x="0" y="470"/>
                    <a:pt x="38" y="569"/>
                    <a:pt x="107" y="638"/>
                  </a:cubicBezTo>
                  <a:cubicBezTo>
                    <a:pt x="122" y="653"/>
                    <a:pt x="145" y="668"/>
                    <a:pt x="168" y="684"/>
                  </a:cubicBezTo>
                  <a:cubicBezTo>
                    <a:pt x="183" y="699"/>
                    <a:pt x="206" y="707"/>
                    <a:pt x="229" y="714"/>
                  </a:cubicBezTo>
                  <a:cubicBezTo>
                    <a:pt x="252" y="729"/>
                    <a:pt x="274" y="729"/>
                    <a:pt x="297" y="737"/>
                  </a:cubicBezTo>
                  <a:cubicBezTo>
                    <a:pt x="320" y="745"/>
                    <a:pt x="351" y="745"/>
                    <a:pt x="374" y="745"/>
                  </a:cubicBezTo>
                  <a:cubicBezTo>
                    <a:pt x="396" y="745"/>
                    <a:pt x="419" y="745"/>
                    <a:pt x="442" y="737"/>
                  </a:cubicBezTo>
                  <a:cubicBezTo>
                    <a:pt x="465" y="729"/>
                    <a:pt x="488" y="729"/>
                    <a:pt x="511" y="714"/>
                  </a:cubicBezTo>
                  <a:cubicBezTo>
                    <a:pt x="533" y="707"/>
                    <a:pt x="556" y="699"/>
                    <a:pt x="579" y="684"/>
                  </a:cubicBezTo>
                  <a:cubicBezTo>
                    <a:pt x="602" y="668"/>
                    <a:pt x="617" y="653"/>
                    <a:pt x="632" y="638"/>
                  </a:cubicBezTo>
                  <a:cubicBezTo>
                    <a:pt x="701" y="569"/>
                    <a:pt x="747" y="470"/>
                    <a:pt x="747" y="371"/>
                  </a:cubicBezTo>
                  <a:cubicBezTo>
                    <a:pt x="747" y="349"/>
                    <a:pt x="739" y="326"/>
                    <a:pt x="739" y="303"/>
                  </a:cubicBezTo>
                  <a:cubicBezTo>
                    <a:pt x="732" y="280"/>
                    <a:pt x="724" y="249"/>
                    <a:pt x="716" y="234"/>
                  </a:cubicBezTo>
                  <a:cubicBezTo>
                    <a:pt x="709" y="211"/>
                    <a:pt x="693" y="189"/>
                    <a:pt x="678" y="166"/>
                  </a:cubicBezTo>
                  <a:cubicBezTo>
                    <a:pt x="671" y="143"/>
                    <a:pt x="655" y="128"/>
                    <a:pt x="632" y="112"/>
                  </a:cubicBezTo>
                  <a:cubicBezTo>
                    <a:pt x="617" y="90"/>
                    <a:pt x="602" y="74"/>
                    <a:pt x="579" y="67"/>
                  </a:cubicBezTo>
                  <a:cubicBezTo>
                    <a:pt x="556" y="51"/>
                    <a:pt x="533" y="36"/>
                    <a:pt x="511" y="29"/>
                  </a:cubicBezTo>
                  <a:cubicBezTo>
                    <a:pt x="488" y="21"/>
                    <a:pt x="465" y="13"/>
                    <a:pt x="442" y="6"/>
                  </a:cubicBezTo>
                  <a:cubicBezTo>
                    <a:pt x="419" y="2"/>
                    <a:pt x="394" y="0"/>
                    <a:pt x="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3315;p35">
              <a:extLst>
                <a:ext uri="{FF2B5EF4-FFF2-40B4-BE49-F238E27FC236}">
                  <a16:creationId xmlns:a16="http://schemas.microsoft.com/office/drawing/2014/main" id="{49BE0966-B25E-12E4-40B8-FE3B09E65AE2}"/>
                </a:ext>
              </a:extLst>
            </p:cNvPr>
            <p:cNvSpPr/>
            <p:nvPr/>
          </p:nvSpPr>
          <p:spPr>
            <a:xfrm>
              <a:off x="2949601" y="4332962"/>
              <a:ext cx="30902" cy="23986"/>
            </a:xfrm>
            <a:custGeom>
              <a:avLst/>
              <a:gdLst/>
              <a:ahLst/>
              <a:cxnLst/>
              <a:rect l="l" t="t" r="r" b="b"/>
              <a:pathLst>
                <a:path w="1295" h="1006" extrusionOk="0">
                  <a:moveTo>
                    <a:pt x="872" y="1"/>
                  </a:moveTo>
                  <a:cubicBezTo>
                    <a:pt x="808" y="1"/>
                    <a:pt x="744" y="18"/>
                    <a:pt x="686" y="53"/>
                  </a:cubicBezTo>
                  <a:lnTo>
                    <a:pt x="244" y="312"/>
                  </a:lnTo>
                  <a:cubicBezTo>
                    <a:pt x="61" y="411"/>
                    <a:pt x="0" y="640"/>
                    <a:pt x="107" y="815"/>
                  </a:cubicBezTo>
                  <a:cubicBezTo>
                    <a:pt x="175" y="937"/>
                    <a:pt x="297" y="1006"/>
                    <a:pt x="427" y="1006"/>
                  </a:cubicBezTo>
                  <a:cubicBezTo>
                    <a:pt x="488" y="1006"/>
                    <a:pt x="556" y="990"/>
                    <a:pt x="617" y="952"/>
                  </a:cubicBezTo>
                  <a:lnTo>
                    <a:pt x="1059" y="693"/>
                  </a:lnTo>
                  <a:cubicBezTo>
                    <a:pt x="1234" y="594"/>
                    <a:pt x="1295" y="366"/>
                    <a:pt x="1196" y="191"/>
                  </a:cubicBezTo>
                  <a:cubicBezTo>
                    <a:pt x="1125" y="69"/>
                    <a:pt x="1000" y="1"/>
                    <a:pt x="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3316;p35">
              <a:extLst>
                <a:ext uri="{FF2B5EF4-FFF2-40B4-BE49-F238E27FC236}">
                  <a16:creationId xmlns:a16="http://schemas.microsoft.com/office/drawing/2014/main" id="{C786E327-6910-D151-12C8-D4EDE31987BB}"/>
                </a:ext>
              </a:extLst>
            </p:cNvPr>
            <p:cNvSpPr/>
            <p:nvPr/>
          </p:nvSpPr>
          <p:spPr>
            <a:xfrm>
              <a:off x="2717824" y="4272879"/>
              <a:ext cx="453364" cy="446952"/>
            </a:xfrm>
            <a:custGeom>
              <a:avLst/>
              <a:gdLst/>
              <a:ahLst/>
              <a:cxnLst/>
              <a:rect l="l" t="t" r="r" b="b"/>
              <a:pathLst>
                <a:path w="18999" h="18746" extrusionOk="0">
                  <a:moveTo>
                    <a:pt x="11800" y="806"/>
                  </a:moveTo>
                  <a:lnTo>
                    <a:pt x="14840" y="2566"/>
                  </a:lnTo>
                  <a:lnTo>
                    <a:pt x="14824" y="6078"/>
                  </a:lnTo>
                  <a:lnTo>
                    <a:pt x="11777" y="7830"/>
                  </a:lnTo>
                  <a:lnTo>
                    <a:pt x="8746" y="6062"/>
                  </a:lnTo>
                  <a:lnTo>
                    <a:pt x="8753" y="2551"/>
                  </a:lnTo>
                  <a:lnTo>
                    <a:pt x="11800" y="806"/>
                  </a:lnTo>
                  <a:close/>
                  <a:moveTo>
                    <a:pt x="8380" y="6748"/>
                  </a:moveTo>
                  <a:lnTo>
                    <a:pt x="11419" y="8508"/>
                  </a:lnTo>
                  <a:lnTo>
                    <a:pt x="11412" y="11638"/>
                  </a:lnTo>
                  <a:cubicBezTo>
                    <a:pt x="11336" y="11547"/>
                    <a:pt x="11259" y="11456"/>
                    <a:pt x="11176" y="11372"/>
                  </a:cubicBezTo>
                  <a:cubicBezTo>
                    <a:pt x="10719" y="10915"/>
                    <a:pt x="10102" y="10663"/>
                    <a:pt x="9454" y="10663"/>
                  </a:cubicBezTo>
                  <a:lnTo>
                    <a:pt x="9446" y="10663"/>
                  </a:lnTo>
                  <a:cubicBezTo>
                    <a:pt x="9073" y="10663"/>
                    <a:pt x="8608" y="10747"/>
                    <a:pt x="8129" y="10892"/>
                  </a:cubicBezTo>
                  <a:cubicBezTo>
                    <a:pt x="8098" y="10366"/>
                    <a:pt x="7877" y="9879"/>
                    <a:pt x="7496" y="9498"/>
                  </a:cubicBezTo>
                  <a:cubicBezTo>
                    <a:pt x="7367" y="9376"/>
                    <a:pt x="7230" y="9262"/>
                    <a:pt x="7077" y="9170"/>
                  </a:cubicBezTo>
                  <a:lnTo>
                    <a:pt x="7633" y="8393"/>
                  </a:lnTo>
                  <a:cubicBezTo>
                    <a:pt x="7748" y="8226"/>
                    <a:pt x="7710" y="7990"/>
                    <a:pt x="7542" y="7875"/>
                  </a:cubicBezTo>
                  <a:cubicBezTo>
                    <a:pt x="7476" y="7827"/>
                    <a:pt x="7400" y="7804"/>
                    <a:pt x="7325" y="7804"/>
                  </a:cubicBezTo>
                  <a:cubicBezTo>
                    <a:pt x="7210" y="7804"/>
                    <a:pt x="7098" y="7858"/>
                    <a:pt x="7024" y="7959"/>
                  </a:cubicBezTo>
                  <a:lnTo>
                    <a:pt x="6354" y="8904"/>
                  </a:lnTo>
                  <a:cubicBezTo>
                    <a:pt x="6224" y="8881"/>
                    <a:pt x="6095" y="8866"/>
                    <a:pt x="5965" y="8866"/>
                  </a:cubicBezTo>
                  <a:lnTo>
                    <a:pt x="5958" y="8866"/>
                  </a:lnTo>
                  <a:cubicBezTo>
                    <a:pt x="5828" y="8866"/>
                    <a:pt x="5699" y="8881"/>
                    <a:pt x="5569" y="8904"/>
                  </a:cubicBezTo>
                  <a:lnTo>
                    <a:pt x="5333" y="8576"/>
                  </a:lnTo>
                  <a:lnTo>
                    <a:pt x="5333" y="8492"/>
                  </a:lnTo>
                  <a:lnTo>
                    <a:pt x="8380" y="6748"/>
                  </a:lnTo>
                  <a:close/>
                  <a:moveTo>
                    <a:pt x="5965" y="9612"/>
                  </a:moveTo>
                  <a:cubicBezTo>
                    <a:pt x="6346" y="9612"/>
                    <a:pt x="6704" y="9757"/>
                    <a:pt x="6971" y="10031"/>
                  </a:cubicBezTo>
                  <a:cubicBezTo>
                    <a:pt x="7245" y="10298"/>
                    <a:pt x="7390" y="10656"/>
                    <a:pt x="7390" y="11037"/>
                  </a:cubicBezTo>
                  <a:cubicBezTo>
                    <a:pt x="7390" y="11082"/>
                    <a:pt x="7390" y="11128"/>
                    <a:pt x="7382" y="11174"/>
                  </a:cubicBezTo>
                  <a:cubicBezTo>
                    <a:pt x="7291" y="11219"/>
                    <a:pt x="7192" y="11265"/>
                    <a:pt x="7100" y="11311"/>
                  </a:cubicBezTo>
                  <a:cubicBezTo>
                    <a:pt x="6597" y="11570"/>
                    <a:pt x="6209" y="11867"/>
                    <a:pt x="5950" y="12179"/>
                  </a:cubicBezTo>
                  <a:cubicBezTo>
                    <a:pt x="5691" y="11867"/>
                    <a:pt x="5302" y="11577"/>
                    <a:pt x="4792" y="11318"/>
                  </a:cubicBezTo>
                  <a:cubicBezTo>
                    <a:pt x="4716" y="11273"/>
                    <a:pt x="4632" y="11235"/>
                    <a:pt x="4548" y="11197"/>
                  </a:cubicBezTo>
                  <a:cubicBezTo>
                    <a:pt x="4541" y="11143"/>
                    <a:pt x="4541" y="11097"/>
                    <a:pt x="4541" y="11044"/>
                  </a:cubicBezTo>
                  <a:cubicBezTo>
                    <a:pt x="4533" y="10663"/>
                    <a:pt x="4685" y="10305"/>
                    <a:pt x="4952" y="10031"/>
                  </a:cubicBezTo>
                  <a:cubicBezTo>
                    <a:pt x="5226" y="9764"/>
                    <a:pt x="5584" y="9612"/>
                    <a:pt x="5965" y="9612"/>
                  </a:cubicBezTo>
                  <a:close/>
                  <a:moveTo>
                    <a:pt x="9454" y="11402"/>
                  </a:moveTo>
                  <a:cubicBezTo>
                    <a:pt x="9903" y="11402"/>
                    <a:pt x="10330" y="11577"/>
                    <a:pt x="10650" y="11897"/>
                  </a:cubicBezTo>
                  <a:cubicBezTo>
                    <a:pt x="10970" y="12217"/>
                    <a:pt x="11153" y="12644"/>
                    <a:pt x="11153" y="13101"/>
                  </a:cubicBezTo>
                  <a:cubicBezTo>
                    <a:pt x="11153" y="13550"/>
                    <a:pt x="10978" y="13977"/>
                    <a:pt x="10658" y="14297"/>
                  </a:cubicBezTo>
                  <a:cubicBezTo>
                    <a:pt x="10338" y="14624"/>
                    <a:pt x="9911" y="14800"/>
                    <a:pt x="9454" y="14800"/>
                  </a:cubicBezTo>
                  <a:cubicBezTo>
                    <a:pt x="8921" y="14800"/>
                    <a:pt x="8098" y="14571"/>
                    <a:pt x="7443" y="14236"/>
                  </a:cubicBezTo>
                  <a:cubicBezTo>
                    <a:pt x="6742" y="13878"/>
                    <a:pt x="6323" y="13459"/>
                    <a:pt x="6323" y="13109"/>
                  </a:cubicBezTo>
                  <a:cubicBezTo>
                    <a:pt x="6323" y="12309"/>
                    <a:pt x="8365" y="11410"/>
                    <a:pt x="9446" y="11402"/>
                  </a:cubicBezTo>
                  <a:close/>
                  <a:moveTo>
                    <a:pt x="2446" y="11417"/>
                  </a:moveTo>
                  <a:cubicBezTo>
                    <a:pt x="2979" y="11417"/>
                    <a:pt x="3802" y="11646"/>
                    <a:pt x="4457" y="11981"/>
                  </a:cubicBezTo>
                  <a:cubicBezTo>
                    <a:pt x="5158" y="12339"/>
                    <a:pt x="5577" y="12758"/>
                    <a:pt x="5577" y="13109"/>
                  </a:cubicBezTo>
                  <a:cubicBezTo>
                    <a:pt x="5577" y="13908"/>
                    <a:pt x="3535" y="14815"/>
                    <a:pt x="2446" y="14815"/>
                  </a:cubicBezTo>
                  <a:cubicBezTo>
                    <a:pt x="1509" y="14815"/>
                    <a:pt x="747" y="14053"/>
                    <a:pt x="747" y="13116"/>
                  </a:cubicBezTo>
                  <a:cubicBezTo>
                    <a:pt x="747" y="12667"/>
                    <a:pt x="922" y="12240"/>
                    <a:pt x="1242" y="11920"/>
                  </a:cubicBezTo>
                  <a:cubicBezTo>
                    <a:pt x="1562" y="11593"/>
                    <a:pt x="1989" y="11417"/>
                    <a:pt x="2446" y="11417"/>
                  </a:cubicBezTo>
                  <a:close/>
                  <a:moveTo>
                    <a:pt x="5950" y="14038"/>
                  </a:moveTo>
                  <a:cubicBezTo>
                    <a:pt x="6209" y="14350"/>
                    <a:pt x="6597" y="14647"/>
                    <a:pt x="7108" y="14899"/>
                  </a:cubicBezTo>
                  <a:cubicBezTo>
                    <a:pt x="7572" y="15135"/>
                    <a:pt x="8098" y="15325"/>
                    <a:pt x="8593" y="15432"/>
                  </a:cubicBezTo>
                  <a:cubicBezTo>
                    <a:pt x="8563" y="15676"/>
                    <a:pt x="8509" y="15897"/>
                    <a:pt x="8441" y="16117"/>
                  </a:cubicBezTo>
                  <a:cubicBezTo>
                    <a:pt x="7584" y="15788"/>
                    <a:pt x="6747" y="15624"/>
                    <a:pt x="5936" y="15624"/>
                  </a:cubicBezTo>
                  <a:cubicBezTo>
                    <a:pt x="5155" y="15624"/>
                    <a:pt x="4398" y="15776"/>
                    <a:pt x="3672" y="16079"/>
                  </a:cubicBezTo>
                  <a:cubicBezTo>
                    <a:pt x="3604" y="15858"/>
                    <a:pt x="3550" y="15630"/>
                    <a:pt x="3520" y="15394"/>
                  </a:cubicBezTo>
                  <a:cubicBezTo>
                    <a:pt x="3954" y="15280"/>
                    <a:pt x="4404" y="15112"/>
                    <a:pt x="4800" y="14906"/>
                  </a:cubicBezTo>
                  <a:cubicBezTo>
                    <a:pt x="5302" y="14647"/>
                    <a:pt x="5691" y="14350"/>
                    <a:pt x="5950" y="14038"/>
                  </a:cubicBezTo>
                  <a:close/>
                  <a:moveTo>
                    <a:pt x="15221" y="6748"/>
                  </a:moveTo>
                  <a:lnTo>
                    <a:pt x="18260" y="8508"/>
                  </a:lnTo>
                  <a:lnTo>
                    <a:pt x="18252" y="9734"/>
                  </a:lnTo>
                  <a:cubicBezTo>
                    <a:pt x="18252" y="9749"/>
                    <a:pt x="18252" y="9772"/>
                    <a:pt x="18260" y="9787"/>
                  </a:cubicBezTo>
                  <a:lnTo>
                    <a:pt x="18260" y="14967"/>
                  </a:lnTo>
                  <a:cubicBezTo>
                    <a:pt x="18260" y="15241"/>
                    <a:pt x="18039" y="15462"/>
                    <a:pt x="17765" y="15462"/>
                  </a:cubicBezTo>
                  <a:cubicBezTo>
                    <a:pt x="17491" y="15462"/>
                    <a:pt x="17270" y="15241"/>
                    <a:pt x="17270" y="14967"/>
                  </a:cubicBezTo>
                  <a:lnTo>
                    <a:pt x="17270" y="13223"/>
                  </a:lnTo>
                  <a:cubicBezTo>
                    <a:pt x="17270" y="13093"/>
                    <a:pt x="17201" y="12971"/>
                    <a:pt x="17087" y="12903"/>
                  </a:cubicBezTo>
                  <a:cubicBezTo>
                    <a:pt x="17030" y="12869"/>
                    <a:pt x="16965" y="12851"/>
                    <a:pt x="16900" y="12851"/>
                  </a:cubicBezTo>
                  <a:cubicBezTo>
                    <a:pt x="16835" y="12851"/>
                    <a:pt x="16771" y="12869"/>
                    <a:pt x="16714" y="12903"/>
                  </a:cubicBezTo>
                  <a:lnTo>
                    <a:pt x="15022" y="13870"/>
                  </a:lnTo>
                  <a:cubicBezTo>
                    <a:pt x="14908" y="13939"/>
                    <a:pt x="14840" y="14061"/>
                    <a:pt x="14840" y="14190"/>
                  </a:cubicBezTo>
                  <a:lnTo>
                    <a:pt x="14840" y="17451"/>
                  </a:lnTo>
                  <a:cubicBezTo>
                    <a:pt x="14840" y="17717"/>
                    <a:pt x="14619" y="17938"/>
                    <a:pt x="14344" y="17938"/>
                  </a:cubicBezTo>
                  <a:cubicBezTo>
                    <a:pt x="14070" y="17938"/>
                    <a:pt x="13857" y="17717"/>
                    <a:pt x="13857" y="17451"/>
                  </a:cubicBezTo>
                  <a:lnTo>
                    <a:pt x="13857" y="13200"/>
                  </a:lnTo>
                  <a:cubicBezTo>
                    <a:pt x="13857" y="13070"/>
                    <a:pt x="13781" y="12949"/>
                    <a:pt x="13667" y="12880"/>
                  </a:cubicBezTo>
                  <a:lnTo>
                    <a:pt x="12166" y="12004"/>
                  </a:lnTo>
                  <a:lnTo>
                    <a:pt x="12173" y="8492"/>
                  </a:lnTo>
                  <a:lnTo>
                    <a:pt x="15221" y="6748"/>
                  </a:lnTo>
                  <a:close/>
                  <a:moveTo>
                    <a:pt x="5929" y="16072"/>
                  </a:moveTo>
                  <a:cubicBezTo>
                    <a:pt x="6682" y="16072"/>
                    <a:pt x="7463" y="16225"/>
                    <a:pt x="8266" y="16529"/>
                  </a:cubicBezTo>
                  <a:cubicBezTo>
                    <a:pt x="7816" y="17412"/>
                    <a:pt x="7001" y="17999"/>
                    <a:pt x="6064" y="17999"/>
                  </a:cubicBezTo>
                  <a:cubicBezTo>
                    <a:pt x="5127" y="17999"/>
                    <a:pt x="4297" y="17390"/>
                    <a:pt x="3847" y="16491"/>
                  </a:cubicBezTo>
                  <a:cubicBezTo>
                    <a:pt x="4514" y="16212"/>
                    <a:pt x="5209" y="16072"/>
                    <a:pt x="5929" y="16072"/>
                  </a:cubicBezTo>
                  <a:close/>
                  <a:moveTo>
                    <a:pt x="11804" y="1"/>
                  </a:moveTo>
                  <a:cubicBezTo>
                    <a:pt x="11739" y="1"/>
                    <a:pt x="11675" y="18"/>
                    <a:pt x="11617" y="52"/>
                  </a:cubicBezTo>
                  <a:lnTo>
                    <a:pt x="8197" y="2010"/>
                  </a:lnTo>
                  <a:cubicBezTo>
                    <a:pt x="8083" y="2078"/>
                    <a:pt x="8007" y="2200"/>
                    <a:pt x="8007" y="2337"/>
                  </a:cubicBezTo>
                  <a:lnTo>
                    <a:pt x="7999" y="6108"/>
                  </a:lnTo>
                  <a:lnTo>
                    <a:pt x="4845" y="7913"/>
                  </a:lnTo>
                  <a:cubicBezTo>
                    <a:pt x="4778" y="7846"/>
                    <a:pt x="4688" y="7812"/>
                    <a:pt x="4596" y="7812"/>
                  </a:cubicBezTo>
                  <a:cubicBezTo>
                    <a:pt x="4520" y="7812"/>
                    <a:pt x="4442" y="7835"/>
                    <a:pt x="4373" y="7883"/>
                  </a:cubicBezTo>
                  <a:cubicBezTo>
                    <a:pt x="4206" y="7997"/>
                    <a:pt x="4167" y="8233"/>
                    <a:pt x="4289" y="8401"/>
                  </a:cubicBezTo>
                  <a:lnTo>
                    <a:pt x="4586" y="8820"/>
                  </a:lnTo>
                  <a:lnTo>
                    <a:pt x="4586" y="9361"/>
                  </a:lnTo>
                  <a:cubicBezTo>
                    <a:pt x="4533" y="9406"/>
                    <a:pt x="4480" y="9452"/>
                    <a:pt x="4426" y="9505"/>
                  </a:cubicBezTo>
                  <a:cubicBezTo>
                    <a:pt x="4046" y="9886"/>
                    <a:pt x="3825" y="10381"/>
                    <a:pt x="3794" y="10915"/>
                  </a:cubicBezTo>
                  <a:cubicBezTo>
                    <a:pt x="3307" y="10762"/>
                    <a:pt x="2827" y="10671"/>
                    <a:pt x="2446" y="10671"/>
                  </a:cubicBezTo>
                  <a:lnTo>
                    <a:pt x="2438" y="10671"/>
                  </a:lnTo>
                  <a:cubicBezTo>
                    <a:pt x="1791" y="10679"/>
                    <a:pt x="1174" y="10930"/>
                    <a:pt x="717" y="11395"/>
                  </a:cubicBezTo>
                  <a:cubicBezTo>
                    <a:pt x="260" y="11852"/>
                    <a:pt x="1" y="12469"/>
                    <a:pt x="8" y="13124"/>
                  </a:cubicBezTo>
                  <a:cubicBezTo>
                    <a:pt x="8" y="14464"/>
                    <a:pt x="1105" y="15554"/>
                    <a:pt x="2446" y="15554"/>
                  </a:cubicBezTo>
                  <a:lnTo>
                    <a:pt x="2453" y="15554"/>
                  </a:lnTo>
                  <a:cubicBezTo>
                    <a:pt x="2560" y="15554"/>
                    <a:pt x="2674" y="15546"/>
                    <a:pt x="2789" y="15539"/>
                  </a:cubicBezTo>
                  <a:cubicBezTo>
                    <a:pt x="2903" y="16376"/>
                    <a:pt x="3253" y="17146"/>
                    <a:pt x="3802" y="17725"/>
                  </a:cubicBezTo>
                  <a:cubicBezTo>
                    <a:pt x="4419" y="18380"/>
                    <a:pt x="5219" y="18746"/>
                    <a:pt x="6064" y="18746"/>
                  </a:cubicBezTo>
                  <a:cubicBezTo>
                    <a:pt x="6902" y="18746"/>
                    <a:pt x="7702" y="18387"/>
                    <a:pt x="8319" y="17732"/>
                  </a:cubicBezTo>
                  <a:cubicBezTo>
                    <a:pt x="8867" y="17153"/>
                    <a:pt x="9218" y="16376"/>
                    <a:pt x="9332" y="15539"/>
                  </a:cubicBezTo>
                  <a:cubicBezTo>
                    <a:pt x="9370" y="15546"/>
                    <a:pt x="9416" y="15546"/>
                    <a:pt x="9454" y="15546"/>
                  </a:cubicBezTo>
                  <a:cubicBezTo>
                    <a:pt x="10109" y="15546"/>
                    <a:pt x="10726" y="15287"/>
                    <a:pt x="11183" y="14822"/>
                  </a:cubicBezTo>
                  <a:cubicBezTo>
                    <a:pt x="11640" y="14365"/>
                    <a:pt x="11899" y="13748"/>
                    <a:pt x="11892" y="13101"/>
                  </a:cubicBezTo>
                  <a:cubicBezTo>
                    <a:pt x="11892" y="12956"/>
                    <a:pt x="11884" y="12827"/>
                    <a:pt x="11861" y="12690"/>
                  </a:cubicBezTo>
                  <a:lnTo>
                    <a:pt x="11861" y="12690"/>
                  </a:lnTo>
                  <a:lnTo>
                    <a:pt x="13110" y="13413"/>
                  </a:lnTo>
                  <a:lnTo>
                    <a:pt x="13110" y="17451"/>
                  </a:lnTo>
                  <a:cubicBezTo>
                    <a:pt x="13110" y="18128"/>
                    <a:pt x="13667" y="18685"/>
                    <a:pt x="14344" y="18685"/>
                  </a:cubicBezTo>
                  <a:cubicBezTo>
                    <a:pt x="15030" y="18685"/>
                    <a:pt x="15579" y="18128"/>
                    <a:pt x="15579" y="17451"/>
                  </a:cubicBezTo>
                  <a:lnTo>
                    <a:pt x="15579" y="14411"/>
                  </a:lnTo>
                  <a:lnTo>
                    <a:pt x="16531" y="13863"/>
                  </a:lnTo>
                  <a:lnTo>
                    <a:pt x="16531" y="14967"/>
                  </a:lnTo>
                  <a:cubicBezTo>
                    <a:pt x="16531" y="15653"/>
                    <a:pt x="17087" y="16201"/>
                    <a:pt x="17765" y="16201"/>
                  </a:cubicBezTo>
                  <a:cubicBezTo>
                    <a:pt x="18443" y="16201"/>
                    <a:pt x="18999" y="15653"/>
                    <a:pt x="18999" y="14967"/>
                  </a:cubicBezTo>
                  <a:lnTo>
                    <a:pt x="18999" y="9734"/>
                  </a:lnTo>
                  <a:cubicBezTo>
                    <a:pt x="18999" y="9719"/>
                    <a:pt x="18999" y="9696"/>
                    <a:pt x="18999" y="9681"/>
                  </a:cubicBezTo>
                  <a:lnTo>
                    <a:pt x="18999" y="8294"/>
                  </a:lnTo>
                  <a:cubicBezTo>
                    <a:pt x="18999" y="8165"/>
                    <a:pt x="18930" y="8043"/>
                    <a:pt x="18816" y="7974"/>
                  </a:cubicBezTo>
                  <a:lnTo>
                    <a:pt x="15571" y="6093"/>
                  </a:lnTo>
                  <a:lnTo>
                    <a:pt x="15579" y="2353"/>
                  </a:lnTo>
                  <a:cubicBezTo>
                    <a:pt x="15579" y="2223"/>
                    <a:pt x="15510" y="2101"/>
                    <a:pt x="15396" y="2033"/>
                  </a:cubicBezTo>
                  <a:lnTo>
                    <a:pt x="11991" y="52"/>
                  </a:lnTo>
                  <a:cubicBezTo>
                    <a:pt x="11934" y="18"/>
                    <a:pt x="11869" y="1"/>
                    <a:pt x="11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3317;p35">
              <a:extLst>
                <a:ext uri="{FF2B5EF4-FFF2-40B4-BE49-F238E27FC236}">
                  <a16:creationId xmlns:a16="http://schemas.microsoft.com/office/drawing/2014/main" id="{4466BAB3-FA34-B4A9-A965-9A35683BCF37}"/>
                </a:ext>
              </a:extLst>
            </p:cNvPr>
            <p:cNvSpPr/>
            <p:nvPr/>
          </p:nvSpPr>
          <p:spPr>
            <a:xfrm>
              <a:off x="2716201" y="4267204"/>
              <a:ext cx="65264" cy="72124"/>
            </a:xfrm>
            <a:custGeom>
              <a:avLst/>
              <a:gdLst/>
              <a:ahLst/>
              <a:cxnLst/>
              <a:rect l="l" t="t" r="r" b="b"/>
              <a:pathLst>
                <a:path w="2735" h="3025" extrusionOk="0">
                  <a:moveTo>
                    <a:pt x="1365" y="1"/>
                  </a:moveTo>
                  <a:cubicBezTo>
                    <a:pt x="1316" y="1"/>
                    <a:pt x="1268" y="31"/>
                    <a:pt x="1249" y="92"/>
                  </a:cubicBezTo>
                  <a:lnTo>
                    <a:pt x="945" y="953"/>
                  </a:lnTo>
                  <a:cubicBezTo>
                    <a:pt x="929" y="991"/>
                    <a:pt x="899" y="1021"/>
                    <a:pt x="868" y="1037"/>
                  </a:cubicBezTo>
                  <a:lnTo>
                    <a:pt x="107" y="1379"/>
                  </a:lnTo>
                  <a:cubicBezTo>
                    <a:pt x="0" y="1425"/>
                    <a:pt x="0" y="1600"/>
                    <a:pt x="107" y="1646"/>
                  </a:cubicBezTo>
                  <a:lnTo>
                    <a:pt x="868" y="1989"/>
                  </a:lnTo>
                  <a:cubicBezTo>
                    <a:pt x="899" y="2004"/>
                    <a:pt x="929" y="2034"/>
                    <a:pt x="945" y="2073"/>
                  </a:cubicBezTo>
                  <a:lnTo>
                    <a:pt x="1249" y="2933"/>
                  </a:lnTo>
                  <a:cubicBezTo>
                    <a:pt x="1268" y="2994"/>
                    <a:pt x="1316" y="3025"/>
                    <a:pt x="1365" y="3025"/>
                  </a:cubicBezTo>
                  <a:cubicBezTo>
                    <a:pt x="1413" y="3025"/>
                    <a:pt x="1463" y="2994"/>
                    <a:pt x="1485" y="2933"/>
                  </a:cubicBezTo>
                  <a:lnTo>
                    <a:pt x="1790" y="2073"/>
                  </a:lnTo>
                  <a:cubicBezTo>
                    <a:pt x="1805" y="2034"/>
                    <a:pt x="1828" y="2004"/>
                    <a:pt x="1866" y="1989"/>
                  </a:cubicBezTo>
                  <a:lnTo>
                    <a:pt x="2628" y="1646"/>
                  </a:lnTo>
                  <a:cubicBezTo>
                    <a:pt x="2735" y="1600"/>
                    <a:pt x="2735" y="1425"/>
                    <a:pt x="2628" y="1379"/>
                  </a:cubicBezTo>
                  <a:lnTo>
                    <a:pt x="1866" y="1037"/>
                  </a:lnTo>
                  <a:cubicBezTo>
                    <a:pt x="1828" y="1021"/>
                    <a:pt x="1805" y="991"/>
                    <a:pt x="1790" y="953"/>
                  </a:cubicBezTo>
                  <a:lnTo>
                    <a:pt x="1485"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3318;p35">
              <a:extLst>
                <a:ext uri="{FF2B5EF4-FFF2-40B4-BE49-F238E27FC236}">
                  <a16:creationId xmlns:a16="http://schemas.microsoft.com/office/drawing/2014/main" id="{D03665D9-35BA-309F-9F14-ADC07DF9332A}"/>
                </a:ext>
              </a:extLst>
            </p:cNvPr>
            <p:cNvSpPr/>
            <p:nvPr/>
          </p:nvSpPr>
          <p:spPr>
            <a:xfrm>
              <a:off x="2829071" y="4335871"/>
              <a:ext cx="48369" cy="53455"/>
            </a:xfrm>
            <a:custGeom>
              <a:avLst/>
              <a:gdLst/>
              <a:ahLst/>
              <a:cxnLst/>
              <a:rect l="l" t="t" r="r" b="b"/>
              <a:pathLst>
                <a:path w="2027" h="2242" extrusionOk="0">
                  <a:moveTo>
                    <a:pt x="1010" y="0"/>
                  </a:moveTo>
                  <a:cubicBezTo>
                    <a:pt x="974" y="0"/>
                    <a:pt x="938" y="23"/>
                    <a:pt x="922" y="69"/>
                  </a:cubicBezTo>
                  <a:lnTo>
                    <a:pt x="694" y="708"/>
                  </a:lnTo>
                  <a:cubicBezTo>
                    <a:pt x="686" y="739"/>
                    <a:pt x="671" y="754"/>
                    <a:pt x="640" y="769"/>
                  </a:cubicBezTo>
                  <a:lnTo>
                    <a:pt x="77" y="1021"/>
                  </a:lnTo>
                  <a:cubicBezTo>
                    <a:pt x="1" y="1059"/>
                    <a:pt x="1" y="1188"/>
                    <a:pt x="77" y="1226"/>
                  </a:cubicBezTo>
                  <a:lnTo>
                    <a:pt x="640" y="1478"/>
                  </a:lnTo>
                  <a:cubicBezTo>
                    <a:pt x="671" y="1485"/>
                    <a:pt x="686" y="1508"/>
                    <a:pt x="694" y="1539"/>
                  </a:cubicBezTo>
                  <a:lnTo>
                    <a:pt x="922" y="2179"/>
                  </a:lnTo>
                  <a:cubicBezTo>
                    <a:pt x="938" y="2221"/>
                    <a:pt x="974" y="2241"/>
                    <a:pt x="1010" y="2241"/>
                  </a:cubicBezTo>
                  <a:cubicBezTo>
                    <a:pt x="1046" y="2241"/>
                    <a:pt x="1082" y="2221"/>
                    <a:pt x="1098" y="2179"/>
                  </a:cubicBezTo>
                  <a:lnTo>
                    <a:pt x="1326" y="1539"/>
                  </a:lnTo>
                  <a:cubicBezTo>
                    <a:pt x="1334" y="1508"/>
                    <a:pt x="1357" y="1485"/>
                    <a:pt x="1379" y="1478"/>
                  </a:cubicBezTo>
                  <a:lnTo>
                    <a:pt x="1951" y="1226"/>
                  </a:lnTo>
                  <a:cubicBezTo>
                    <a:pt x="2027" y="1188"/>
                    <a:pt x="2027" y="1059"/>
                    <a:pt x="1951" y="1021"/>
                  </a:cubicBezTo>
                  <a:lnTo>
                    <a:pt x="1379" y="769"/>
                  </a:lnTo>
                  <a:cubicBezTo>
                    <a:pt x="1357" y="754"/>
                    <a:pt x="1334" y="739"/>
                    <a:pt x="1326" y="708"/>
                  </a:cubicBezTo>
                  <a:lnTo>
                    <a:pt x="1098" y="69"/>
                  </a:lnTo>
                  <a:cubicBezTo>
                    <a:pt x="1082" y="23"/>
                    <a:pt x="1046" y="0"/>
                    <a:pt x="10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3319;p35">
              <a:extLst>
                <a:ext uri="{FF2B5EF4-FFF2-40B4-BE49-F238E27FC236}">
                  <a16:creationId xmlns:a16="http://schemas.microsoft.com/office/drawing/2014/main" id="{27335B6E-95B0-B052-5A54-1E5CD9CFD72A}"/>
                </a:ext>
              </a:extLst>
            </p:cNvPr>
            <p:cNvSpPr/>
            <p:nvPr/>
          </p:nvSpPr>
          <p:spPr>
            <a:xfrm>
              <a:off x="2726725" y="4452460"/>
              <a:ext cx="32023" cy="31806"/>
            </a:xfrm>
            <a:custGeom>
              <a:avLst/>
              <a:gdLst/>
              <a:ahLst/>
              <a:cxnLst/>
              <a:rect l="l" t="t" r="r" b="b"/>
              <a:pathLst>
                <a:path w="1342" h="1334" extrusionOk="0">
                  <a:moveTo>
                    <a:pt x="671" y="0"/>
                  </a:moveTo>
                  <a:cubicBezTo>
                    <a:pt x="306" y="0"/>
                    <a:pt x="1" y="298"/>
                    <a:pt x="1" y="663"/>
                  </a:cubicBezTo>
                  <a:cubicBezTo>
                    <a:pt x="1" y="1036"/>
                    <a:pt x="306" y="1334"/>
                    <a:pt x="671" y="1334"/>
                  </a:cubicBezTo>
                  <a:cubicBezTo>
                    <a:pt x="1037" y="1334"/>
                    <a:pt x="1342" y="1036"/>
                    <a:pt x="1342" y="663"/>
                  </a:cubicBezTo>
                  <a:cubicBezTo>
                    <a:pt x="1342" y="298"/>
                    <a:pt x="1037" y="0"/>
                    <a:pt x="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3320;p35">
              <a:extLst>
                <a:ext uri="{FF2B5EF4-FFF2-40B4-BE49-F238E27FC236}">
                  <a16:creationId xmlns:a16="http://schemas.microsoft.com/office/drawing/2014/main" id="{2D789AE1-1EBA-8015-A203-14CAEE2A2608}"/>
                </a:ext>
              </a:extLst>
            </p:cNvPr>
            <p:cNvSpPr/>
            <p:nvPr/>
          </p:nvSpPr>
          <p:spPr>
            <a:xfrm>
              <a:off x="2783088" y="4369107"/>
              <a:ext cx="13291" cy="13280"/>
            </a:xfrm>
            <a:custGeom>
              <a:avLst/>
              <a:gdLst/>
              <a:ahLst/>
              <a:cxnLst/>
              <a:rect l="l" t="t" r="r" b="b"/>
              <a:pathLst>
                <a:path w="557" h="557" extrusionOk="0">
                  <a:moveTo>
                    <a:pt x="282" y="0"/>
                  </a:moveTo>
                  <a:cubicBezTo>
                    <a:pt x="122" y="0"/>
                    <a:pt x="0" y="122"/>
                    <a:pt x="0" y="282"/>
                  </a:cubicBezTo>
                  <a:cubicBezTo>
                    <a:pt x="0" y="434"/>
                    <a:pt x="122" y="556"/>
                    <a:pt x="282" y="556"/>
                  </a:cubicBezTo>
                  <a:cubicBezTo>
                    <a:pt x="435" y="556"/>
                    <a:pt x="556" y="434"/>
                    <a:pt x="556" y="282"/>
                  </a:cubicBezTo>
                  <a:cubicBezTo>
                    <a:pt x="556" y="122"/>
                    <a:pt x="435" y="0"/>
                    <a:pt x="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437B1943-0E56-763F-C780-17BEE41ED8CD}"/>
              </a:ext>
            </a:extLst>
          </p:cNvPr>
          <p:cNvSpPr txBox="1"/>
          <p:nvPr/>
        </p:nvSpPr>
        <p:spPr>
          <a:xfrm>
            <a:off x="517777" y="3063308"/>
            <a:ext cx="4986911" cy="830997"/>
          </a:xfrm>
          <a:prstGeom prst="rect">
            <a:avLst/>
          </a:prstGeom>
          <a:noFill/>
        </p:spPr>
        <p:txBody>
          <a:bodyPr wrap="square">
            <a:spAutoFit/>
          </a:bodyPr>
          <a:lstStyle>
            <a:defPPr marR="0" lvl="0" algn="l" rtl="0">
              <a:lnSpc>
                <a:spcPct val="100000"/>
              </a:lnSpc>
              <a:spcBef>
                <a:spcPts val="0"/>
              </a:spcBef>
              <a:spcAft>
                <a:spcPts val="0"/>
              </a:spcAft>
            </a:defPPr>
            <a:lvl1pPr>
              <a:defRPr sz="1600">
                <a:solidFill>
                  <a:schemeClr val="dk1"/>
                </a:solidFill>
                <a:latin typeface="Montserrat Medium"/>
              </a:defRPr>
            </a:lvl1pPr>
          </a:lstStyle>
          <a:p>
            <a:endParaRPr lang="en-US" b="1" dirty="0"/>
          </a:p>
          <a:p>
            <a:r>
              <a:rPr lang="en-US" b="1" dirty="0"/>
              <a:t>2 Main Examples of PALS potential solution :</a:t>
            </a:r>
          </a:p>
          <a:p>
            <a:endParaRPr lang="en-US" b="1" dirty="0"/>
          </a:p>
        </p:txBody>
      </p:sp>
      <p:sp>
        <p:nvSpPr>
          <p:cNvPr id="11" name="TextBox 10">
            <a:extLst>
              <a:ext uri="{FF2B5EF4-FFF2-40B4-BE49-F238E27FC236}">
                <a16:creationId xmlns:a16="http://schemas.microsoft.com/office/drawing/2014/main" id="{813812DE-6AF0-3B54-5B52-825D5B620A09}"/>
              </a:ext>
            </a:extLst>
          </p:cNvPr>
          <p:cNvSpPr txBox="1"/>
          <p:nvPr/>
        </p:nvSpPr>
        <p:spPr>
          <a:xfrm>
            <a:off x="6582747" y="1528472"/>
            <a:ext cx="2561253" cy="30777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b="1"/>
              <a:t>1. User -Friendly Interface:</a:t>
            </a:r>
            <a:endParaRPr lang="en-US" b="1" dirty="0"/>
          </a:p>
        </p:txBody>
      </p:sp>
      <p:sp>
        <p:nvSpPr>
          <p:cNvPr id="1096" name="TextBox 1095">
            <a:extLst>
              <a:ext uri="{FF2B5EF4-FFF2-40B4-BE49-F238E27FC236}">
                <a16:creationId xmlns:a16="http://schemas.microsoft.com/office/drawing/2014/main" id="{DD7335F2-00EA-5997-B345-F5884D54AA38}"/>
              </a:ext>
            </a:extLst>
          </p:cNvPr>
          <p:cNvSpPr txBox="1"/>
          <p:nvPr/>
        </p:nvSpPr>
        <p:spPr>
          <a:xfrm>
            <a:off x="6582747" y="3395482"/>
            <a:ext cx="2707557" cy="30777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b="1" dirty="0"/>
              <a:t>2. Algorithm Development:</a:t>
            </a:r>
          </a:p>
        </p:txBody>
      </p:sp>
    </p:spTree>
    <p:extLst>
      <p:ext uri="{BB962C8B-B14F-4D97-AF65-F5344CB8AC3E}">
        <p14:creationId xmlns:p14="http://schemas.microsoft.com/office/powerpoint/2010/main" val="4081861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A8ED86A1-6AF5-5B83-1076-1D70BF9B62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82F2A8-2E41-ABC6-1DD3-E4419850249D}"/>
              </a:ext>
            </a:extLst>
          </p:cNvPr>
          <p:cNvSpPr txBox="1"/>
          <p:nvPr/>
        </p:nvSpPr>
        <p:spPr>
          <a:xfrm>
            <a:off x="1167064" y="411475"/>
            <a:ext cx="6809873" cy="954107"/>
          </a:xfrm>
          <a:prstGeom prst="rect">
            <a:avLst/>
          </a:prstGeom>
          <a:noFill/>
        </p:spPr>
        <p:txBody>
          <a:bodyPr wrap="square">
            <a:spAutoFit/>
          </a:bodyPr>
          <a:lstStyle/>
          <a:p>
            <a:pPr rtl="0"/>
            <a:r>
              <a:rPr lang="en-US" sz="2800" b="1" dirty="0">
                <a:solidFill>
                  <a:schemeClr val="dk1"/>
                </a:solidFill>
                <a:latin typeface="Montserrat"/>
                <a:sym typeface="Montserrat"/>
              </a:rPr>
              <a:t>5.1 Analyzing System Requirements</a:t>
            </a:r>
            <a:br>
              <a:rPr lang="en-US" sz="2800" b="1" dirty="0">
                <a:solidFill>
                  <a:schemeClr val="dk1"/>
                </a:solidFill>
                <a:latin typeface="Montserrat"/>
                <a:sym typeface="Montserrat"/>
              </a:rPr>
            </a:br>
            <a:endParaRPr lang="en-US" sz="2800" b="1" dirty="0">
              <a:solidFill>
                <a:schemeClr val="dk1"/>
              </a:solidFill>
              <a:latin typeface="Montserrat"/>
              <a:sym typeface="Montserrat"/>
            </a:endParaRPr>
          </a:p>
        </p:txBody>
      </p:sp>
      <p:pic>
        <p:nvPicPr>
          <p:cNvPr id="7" name="Picture 6">
            <a:extLst>
              <a:ext uri="{FF2B5EF4-FFF2-40B4-BE49-F238E27FC236}">
                <a16:creationId xmlns:a16="http://schemas.microsoft.com/office/drawing/2014/main" id="{8694AD3A-C6F5-9BDC-1B56-CFF488437D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oogle Shape;1204;p25">
            <a:extLst>
              <a:ext uri="{FF2B5EF4-FFF2-40B4-BE49-F238E27FC236}">
                <a16:creationId xmlns:a16="http://schemas.microsoft.com/office/drawing/2014/main" id="{B4F6A27B-8CE3-78E1-45C0-D0F326D34BE2}"/>
              </a:ext>
            </a:extLst>
          </p:cNvPr>
          <p:cNvGrpSpPr/>
          <p:nvPr/>
        </p:nvGrpSpPr>
        <p:grpSpPr>
          <a:xfrm>
            <a:off x="371966" y="499478"/>
            <a:ext cx="455009" cy="454080"/>
            <a:chOff x="3363305" y="1063034"/>
            <a:chExt cx="455009" cy="454080"/>
          </a:xfrm>
        </p:grpSpPr>
        <p:sp>
          <p:nvSpPr>
            <p:cNvPr id="12" name="Google Shape;1205;p25">
              <a:extLst>
                <a:ext uri="{FF2B5EF4-FFF2-40B4-BE49-F238E27FC236}">
                  <a16:creationId xmlns:a16="http://schemas.microsoft.com/office/drawing/2014/main" id="{26DE0EFE-BECD-74D8-4B62-97BE569604FD}"/>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06;p25">
              <a:extLst>
                <a:ext uri="{FF2B5EF4-FFF2-40B4-BE49-F238E27FC236}">
                  <a16:creationId xmlns:a16="http://schemas.microsoft.com/office/drawing/2014/main" id="{0E566615-EC17-17BF-29E7-E09A20CF9C36}"/>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07;p25">
              <a:extLst>
                <a:ext uri="{FF2B5EF4-FFF2-40B4-BE49-F238E27FC236}">
                  <a16:creationId xmlns:a16="http://schemas.microsoft.com/office/drawing/2014/main" id="{D80CBF0F-C3EA-7E5A-F1F7-74067F54443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08;p25">
              <a:extLst>
                <a:ext uri="{FF2B5EF4-FFF2-40B4-BE49-F238E27FC236}">
                  <a16:creationId xmlns:a16="http://schemas.microsoft.com/office/drawing/2014/main" id="{2F938301-57A5-F774-4221-3B529EFA0ACA}"/>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209;p25">
              <a:extLst>
                <a:ext uri="{FF2B5EF4-FFF2-40B4-BE49-F238E27FC236}">
                  <a16:creationId xmlns:a16="http://schemas.microsoft.com/office/drawing/2014/main" id="{ED5F47C5-AEC8-4DF0-D02D-CC810C1C4F0B}"/>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210;p25">
              <a:extLst>
                <a:ext uri="{FF2B5EF4-FFF2-40B4-BE49-F238E27FC236}">
                  <a16:creationId xmlns:a16="http://schemas.microsoft.com/office/drawing/2014/main" id="{4E6E2BC9-1180-FE9B-7FC0-4E05E2560EFA}"/>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11;p25">
              <a:extLst>
                <a:ext uri="{FF2B5EF4-FFF2-40B4-BE49-F238E27FC236}">
                  <a16:creationId xmlns:a16="http://schemas.microsoft.com/office/drawing/2014/main" id="{17B9CDDF-9B00-BA03-6C6C-67930774D88C}"/>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12;p25">
              <a:extLst>
                <a:ext uri="{FF2B5EF4-FFF2-40B4-BE49-F238E27FC236}">
                  <a16:creationId xmlns:a16="http://schemas.microsoft.com/office/drawing/2014/main" id="{5F1B4618-70D0-242A-80AE-4D8DB6985A25}"/>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213;p25">
              <a:extLst>
                <a:ext uri="{FF2B5EF4-FFF2-40B4-BE49-F238E27FC236}">
                  <a16:creationId xmlns:a16="http://schemas.microsoft.com/office/drawing/2014/main" id="{5C06F3E1-3206-AEF3-A515-E6BC897507DF}"/>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14;p25">
              <a:extLst>
                <a:ext uri="{FF2B5EF4-FFF2-40B4-BE49-F238E27FC236}">
                  <a16:creationId xmlns:a16="http://schemas.microsoft.com/office/drawing/2014/main" id="{856F6A57-62DF-00FA-1769-DDC33316A3B8}"/>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15;p25">
              <a:extLst>
                <a:ext uri="{FF2B5EF4-FFF2-40B4-BE49-F238E27FC236}">
                  <a16:creationId xmlns:a16="http://schemas.microsoft.com/office/drawing/2014/main" id="{9CF31ED4-FE03-4118-A77C-A945B04354AE}"/>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16;p25">
              <a:extLst>
                <a:ext uri="{FF2B5EF4-FFF2-40B4-BE49-F238E27FC236}">
                  <a16:creationId xmlns:a16="http://schemas.microsoft.com/office/drawing/2014/main" id="{BC37C815-FD2F-4205-0931-3C1ACB44C0BE}"/>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17;p25">
              <a:extLst>
                <a:ext uri="{FF2B5EF4-FFF2-40B4-BE49-F238E27FC236}">
                  <a16:creationId xmlns:a16="http://schemas.microsoft.com/office/drawing/2014/main" id="{1E6AE9A6-63CF-89B8-4309-ECB4E473AD78}"/>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18;p25">
              <a:extLst>
                <a:ext uri="{FF2B5EF4-FFF2-40B4-BE49-F238E27FC236}">
                  <a16:creationId xmlns:a16="http://schemas.microsoft.com/office/drawing/2014/main" id="{75598C18-2392-AAED-91E6-7A83307C8DD9}"/>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219;p25">
              <a:extLst>
                <a:ext uri="{FF2B5EF4-FFF2-40B4-BE49-F238E27FC236}">
                  <a16:creationId xmlns:a16="http://schemas.microsoft.com/office/drawing/2014/main" id="{1B1B46BE-2512-56A3-3832-C52820236C16}"/>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20;p25">
              <a:extLst>
                <a:ext uri="{FF2B5EF4-FFF2-40B4-BE49-F238E27FC236}">
                  <a16:creationId xmlns:a16="http://schemas.microsoft.com/office/drawing/2014/main" id="{A543E5EB-C44E-6BD3-34EF-0BDF5F3571CD}"/>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21;p25">
              <a:extLst>
                <a:ext uri="{FF2B5EF4-FFF2-40B4-BE49-F238E27FC236}">
                  <a16:creationId xmlns:a16="http://schemas.microsoft.com/office/drawing/2014/main" id="{297B1C53-BE8F-259C-0095-ED56304CFE16}"/>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222;p25">
              <a:extLst>
                <a:ext uri="{FF2B5EF4-FFF2-40B4-BE49-F238E27FC236}">
                  <a16:creationId xmlns:a16="http://schemas.microsoft.com/office/drawing/2014/main" id="{183FD6E3-4D09-4345-01BC-B192159CD93A}"/>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23;p25">
              <a:extLst>
                <a:ext uri="{FF2B5EF4-FFF2-40B4-BE49-F238E27FC236}">
                  <a16:creationId xmlns:a16="http://schemas.microsoft.com/office/drawing/2014/main" id="{0A0DDEEB-4651-49ED-CAF5-1144BF0C059D}"/>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224;p25">
              <a:extLst>
                <a:ext uri="{FF2B5EF4-FFF2-40B4-BE49-F238E27FC236}">
                  <a16:creationId xmlns:a16="http://schemas.microsoft.com/office/drawing/2014/main" id="{B8984772-A69C-459F-DD6D-276D5166C50D}"/>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25;p25">
              <a:extLst>
                <a:ext uri="{FF2B5EF4-FFF2-40B4-BE49-F238E27FC236}">
                  <a16:creationId xmlns:a16="http://schemas.microsoft.com/office/drawing/2014/main" id="{6BE54037-2C86-4C96-EA66-B730D5C340E1}"/>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26;p25">
              <a:extLst>
                <a:ext uri="{FF2B5EF4-FFF2-40B4-BE49-F238E27FC236}">
                  <a16:creationId xmlns:a16="http://schemas.microsoft.com/office/drawing/2014/main" id="{71B82807-9CE1-0C51-349F-B9C11283E332}"/>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TextBox 35">
            <a:extLst>
              <a:ext uri="{FF2B5EF4-FFF2-40B4-BE49-F238E27FC236}">
                <a16:creationId xmlns:a16="http://schemas.microsoft.com/office/drawing/2014/main" id="{8BD97FF6-F866-4E9F-64D6-AD49C1447D44}"/>
              </a:ext>
            </a:extLst>
          </p:cNvPr>
          <p:cNvSpPr txBox="1"/>
          <p:nvPr/>
        </p:nvSpPr>
        <p:spPr>
          <a:xfrm>
            <a:off x="830179" y="954272"/>
            <a:ext cx="7483642" cy="830997"/>
          </a:xfrm>
          <a:prstGeom prst="rect">
            <a:avLst/>
          </a:prstGeom>
          <a:noFill/>
        </p:spPr>
        <p:txBody>
          <a:bodyPr wrap="square">
            <a:spAutoFit/>
          </a:bodyPr>
          <a:lstStyle>
            <a:defPPr marR="0" lvl="0" algn="l" rtl="0">
              <a:lnSpc>
                <a:spcPct val="100000"/>
              </a:lnSpc>
              <a:spcBef>
                <a:spcPts val="0"/>
              </a:spcBef>
              <a:spcAft>
                <a:spcPts val="0"/>
              </a:spcAft>
              <a:defRPr/>
            </a:defPPr>
            <a:lvl1pPr>
              <a:defRPr>
                <a:solidFill>
                  <a:schemeClr val="dk1"/>
                </a:solidFill>
                <a:latin typeface="Montserrat Medium"/>
              </a:defRPr>
            </a:lvl1pPr>
          </a:lstStyle>
          <a:p>
            <a:r>
              <a:rPr lang="en-US" sz="1200" dirty="0"/>
              <a:t>Analyzing system requirements is a critical step in the development of the Personalized Adaptive Learning System (PALS). Key insights were gathered during a </a:t>
            </a:r>
            <a:r>
              <a:rPr lang="en-US" sz="1200" b="1" dirty="0"/>
              <a:t>stakeholder meeting </a:t>
            </a:r>
            <a:r>
              <a:rPr lang="en-US" sz="1200" dirty="0"/>
              <a:t>with educators from </a:t>
            </a:r>
            <a:r>
              <a:rPr lang="en-US" sz="1200" dirty="0" err="1"/>
              <a:t>Sekolah</a:t>
            </a:r>
            <a:r>
              <a:rPr lang="en-US" sz="1200" dirty="0"/>
              <a:t> Sri </a:t>
            </a:r>
            <a:r>
              <a:rPr lang="en-US" sz="1200" dirty="0" err="1"/>
              <a:t>Acmar</a:t>
            </a:r>
            <a:r>
              <a:rPr lang="en-US" sz="1200" dirty="0"/>
              <a:t>, who provided valuable feedback based on their expertise and understanding of student needs. Their input emphasized in the list below :</a:t>
            </a:r>
          </a:p>
        </p:txBody>
      </p:sp>
      <p:sp>
        <p:nvSpPr>
          <p:cNvPr id="2210" name="Google Shape;452;p19">
            <a:extLst>
              <a:ext uri="{FF2B5EF4-FFF2-40B4-BE49-F238E27FC236}">
                <a16:creationId xmlns:a16="http://schemas.microsoft.com/office/drawing/2014/main" id="{89D42CAC-1648-CB37-904B-F29E6ECB4D8C}"/>
              </a:ext>
            </a:extLst>
          </p:cNvPr>
          <p:cNvSpPr txBox="1"/>
          <p:nvPr/>
        </p:nvSpPr>
        <p:spPr>
          <a:xfrm>
            <a:off x="225801" y="2926796"/>
            <a:ext cx="8692398" cy="252486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gn="ctr">
              <a:buNone/>
              <a:defRPr sz="900">
                <a:solidFill>
                  <a:schemeClr val="dk1"/>
                </a:solidFill>
                <a:latin typeface="Montserrat SemiBold"/>
                <a:ea typeface="Montserrat SemiBold"/>
                <a:cs typeface="Montserrat SemiBold"/>
              </a:defRPr>
            </a:lvl1pPr>
          </a:lstStyle>
          <a:p>
            <a:pPr marL="285750" indent="-285750" algn="l">
              <a:lnSpc>
                <a:spcPct val="150000"/>
              </a:lnSpc>
              <a:buFont typeface="+mj-lt"/>
              <a:buAutoNum type="romanLcPeriod"/>
            </a:pPr>
            <a:r>
              <a:rPr lang="en-MY" sz="1100" dirty="0"/>
              <a:t>The system shall provide a Main Module that serves as the entry point and navigation hub for the system.</a:t>
            </a:r>
            <a:endParaRPr lang="en-US" sz="1100" dirty="0"/>
          </a:p>
          <a:p>
            <a:pPr marL="285750" indent="-285750" algn="l">
              <a:lnSpc>
                <a:spcPct val="150000"/>
              </a:lnSpc>
              <a:buFont typeface="+mj-lt"/>
              <a:buAutoNum type="romanLcPeriod"/>
            </a:pPr>
            <a:r>
              <a:rPr lang="en-MY" sz="1100" dirty="0"/>
              <a:t>The system shall provide a Register Module that allows users to create a new account.	</a:t>
            </a:r>
            <a:endParaRPr lang="en-US" sz="1100" dirty="0"/>
          </a:p>
          <a:p>
            <a:pPr marL="285750" indent="-285750" algn="l">
              <a:lnSpc>
                <a:spcPct val="150000"/>
              </a:lnSpc>
              <a:buFont typeface="+mj-lt"/>
              <a:buAutoNum type="romanLcPeriod"/>
            </a:pPr>
            <a:r>
              <a:rPr lang="en-MY" sz="1100" dirty="0"/>
              <a:t>The system shall provide a  Login Module that authenticates existing users to access the system.</a:t>
            </a:r>
            <a:endParaRPr lang="en-US" sz="1100" dirty="0"/>
          </a:p>
          <a:p>
            <a:pPr marL="285750" indent="-285750" algn="l">
              <a:lnSpc>
                <a:spcPct val="150000"/>
              </a:lnSpc>
              <a:buFont typeface="+mj-lt"/>
              <a:buAutoNum type="romanLcPeriod"/>
            </a:pPr>
            <a:r>
              <a:rPr lang="en-MY" sz="1100" dirty="0"/>
              <a:t>The system shall provide a Forgot Password Module that enables users to securely reset their account password.</a:t>
            </a:r>
            <a:endParaRPr lang="en-US" sz="1100" dirty="0"/>
          </a:p>
          <a:p>
            <a:pPr marL="285750" indent="-285750" algn="l">
              <a:lnSpc>
                <a:spcPct val="150000"/>
              </a:lnSpc>
              <a:buFont typeface="+mj-lt"/>
              <a:buAutoNum type="romanLcPeriod"/>
            </a:pPr>
            <a:r>
              <a:rPr lang="en-MY" sz="1100" dirty="0"/>
              <a:t>The system shall provide a Main Menu Module that displays the primary navigation options for the user.</a:t>
            </a:r>
            <a:endParaRPr lang="en-US" sz="1100" dirty="0"/>
          </a:p>
          <a:p>
            <a:pPr marL="285750" indent="-285750" algn="l">
              <a:lnSpc>
                <a:spcPct val="150000"/>
              </a:lnSpc>
              <a:buFont typeface="+mj-lt"/>
              <a:buAutoNum type="romanLcPeriod"/>
            </a:pPr>
            <a:r>
              <a:rPr lang="en-MY" sz="1100" dirty="0"/>
              <a:t>The system shall provide a Pomodoro Timer Module that lets users start and track their Pomodoro sessions.</a:t>
            </a:r>
            <a:endParaRPr lang="en-US" sz="1100" dirty="0"/>
          </a:p>
          <a:p>
            <a:pPr marL="285750" indent="-285750" algn="l">
              <a:lnSpc>
                <a:spcPct val="150000"/>
              </a:lnSpc>
              <a:buFont typeface="+mj-lt"/>
              <a:buAutoNum type="romanLcPeriod"/>
            </a:pPr>
            <a:r>
              <a:rPr lang="en-MY" sz="1100" dirty="0"/>
              <a:t>The system shall provide a  Progression Tracking Module that monitors and updates the user’s study progress.</a:t>
            </a:r>
            <a:endParaRPr lang="en-US" sz="1100" dirty="0"/>
          </a:p>
          <a:p>
            <a:pPr marL="285750" indent="-285750" algn="l">
              <a:lnSpc>
                <a:spcPct val="150000"/>
              </a:lnSpc>
              <a:buFont typeface="+mj-lt"/>
              <a:buAutoNum type="romanLcPeriod"/>
            </a:pPr>
            <a:r>
              <a:rPr lang="en-MY" sz="1100" dirty="0"/>
              <a:t>The system shall provide a Settings Module that allows users to customize their system preferences.</a:t>
            </a:r>
            <a:endParaRPr lang="en-US" sz="1100" dirty="0"/>
          </a:p>
          <a:p>
            <a:pPr marL="285750" indent="-285750" algn="l">
              <a:lnSpc>
                <a:spcPct val="150000"/>
              </a:lnSpc>
              <a:buFont typeface="+mj-lt"/>
              <a:buAutoNum type="romanLcPeriod"/>
            </a:pPr>
            <a:r>
              <a:rPr lang="en-MY" sz="1100" dirty="0"/>
              <a:t>The system shall provide a  Manage Subjects Module that enables users to add or edit study subjects.</a:t>
            </a:r>
            <a:endParaRPr lang="en-US" sz="1100" dirty="0"/>
          </a:p>
          <a:p>
            <a:pPr marL="285750" indent="-285750" algn="l">
              <a:lnSpc>
                <a:spcPct val="150000"/>
              </a:lnSpc>
              <a:buFont typeface="+mj-lt"/>
              <a:buAutoNum type="romanLcPeriod"/>
            </a:pPr>
            <a:r>
              <a:rPr lang="en-MY" sz="1100" dirty="0"/>
              <a:t>The system shall provide a Delete Subject Module that allows users to remove unwanted subjects.</a:t>
            </a:r>
          </a:p>
          <a:p>
            <a:pPr marL="285750" indent="-285750" algn="l">
              <a:lnSpc>
                <a:spcPct val="150000"/>
              </a:lnSpc>
              <a:buFont typeface="+mj-lt"/>
              <a:buAutoNum type="romanLcPeriod"/>
            </a:pPr>
            <a:r>
              <a:rPr lang="en-MY" sz="1100" dirty="0"/>
              <a:t>The system shall provide a View Subjects Module that displays all active study subjects.</a:t>
            </a:r>
          </a:p>
          <a:p>
            <a:pPr marL="285750" indent="-285750" algn="l">
              <a:lnSpc>
                <a:spcPct val="150000"/>
              </a:lnSpc>
              <a:buFont typeface="+mj-lt"/>
              <a:buAutoNum type="romanLcPeriod"/>
            </a:pPr>
            <a:r>
              <a:rPr lang="en-MY" sz="1100" dirty="0"/>
              <a:t>The system shall provide a User Preferences Module that lets users set and save personalized preferences</a:t>
            </a:r>
            <a:endParaRPr lang="en-US" sz="1100" dirty="0"/>
          </a:p>
          <a:p>
            <a:pPr algn="l">
              <a:lnSpc>
                <a:spcPct val="150000"/>
              </a:lnSpc>
            </a:pPr>
            <a:r>
              <a:rPr lang="en-MY" sz="1100" dirty="0"/>
              <a:t>	</a:t>
            </a:r>
          </a:p>
          <a:p>
            <a:pPr marL="285750" indent="-285750" algn="l">
              <a:lnSpc>
                <a:spcPct val="150000"/>
              </a:lnSpc>
              <a:buFont typeface="+mj-lt"/>
              <a:buAutoNum type="romanLcPeriod"/>
            </a:pPr>
            <a:endParaRPr lang="en-US" sz="1100" dirty="0"/>
          </a:p>
        </p:txBody>
      </p:sp>
    </p:spTree>
    <p:extLst>
      <p:ext uri="{BB962C8B-B14F-4D97-AF65-F5344CB8AC3E}">
        <p14:creationId xmlns:p14="http://schemas.microsoft.com/office/powerpoint/2010/main" val="660474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F897004F-44F1-EE8A-A803-42481DEDCD2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4F7E25-D748-0AA8-AF98-180A1FE97C85}"/>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5.2 Designing Module</a:t>
            </a:r>
            <a:br>
              <a:rPr lang="en-US" sz="2800" b="1" dirty="0">
                <a:solidFill>
                  <a:schemeClr val="dk1"/>
                </a:solidFill>
                <a:latin typeface="Montserrat"/>
                <a:sym typeface="Montserrat"/>
              </a:rPr>
            </a:br>
            <a:endParaRPr lang="en-US" sz="2800" dirty="0"/>
          </a:p>
        </p:txBody>
      </p:sp>
      <p:pic>
        <p:nvPicPr>
          <p:cNvPr id="7" name="Picture 6">
            <a:extLst>
              <a:ext uri="{FF2B5EF4-FFF2-40B4-BE49-F238E27FC236}">
                <a16:creationId xmlns:a16="http://schemas.microsoft.com/office/drawing/2014/main" id="{BAFC5346-E636-D31B-2883-314E708B7B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oogle Shape;1204;p25">
            <a:extLst>
              <a:ext uri="{FF2B5EF4-FFF2-40B4-BE49-F238E27FC236}">
                <a16:creationId xmlns:a16="http://schemas.microsoft.com/office/drawing/2014/main" id="{46175421-6CE3-19EC-92CB-E10386C96F3D}"/>
              </a:ext>
            </a:extLst>
          </p:cNvPr>
          <p:cNvGrpSpPr/>
          <p:nvPr/>
        </p:nvGrpSpPr>
        <p:grpSpPr>
          <a:xfrm>
            <a:off x="7061524" y="411475"/>
            <a:ext cx="455009" cy="454080"/>
            <a:chOff x="3363305" y="1063034"/>
            <a:chExt cx="455009" cy="454080"/>
          </a:xfrm>
        </p:grpSpPr>
        <p:sp>
          <p:nvSpPr>
            <p:cNvPr id="63" name="Google Shape;1205;p25">
              <a:extLst>
                <a:ext uri="{FF2B5EF4-FFF2-40B4-BE49-F238E27FC236}">
                  <a16:creationId xmlns:a16="http://schemas.microsoft.com/office/drawing/2014/main" id="{34AFE04D-24C8-727B-B183-A314D5925EAD}"/>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1206;p25">
              <a:extLst>
                <a:ext uri="{FF2B5EF4-FFF2-40B4-BE49-F238E27FC236}">
                  <a16:creationId xmlns:a16="http://schemas.microsoft.com/office/drawing/2014/main" id="{6051F017-7092-811E-85A5-B5902C1E0ED4}"/>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1207;p25">
              <a:extLst>
                <a:ext uri="{FF2B5EF4-FFF2-40B4-BE49-F238E27FC236}">
                  <a16:creationId xmlns:a16="http://schemas.microsoft.com/office/drawing/2014/main" id="{09D42F57-8AB8-38B9-38A5-FDD43AC3591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1208;p25">
              <a:extLst>
                <a:ext uri="{FF2B5EF4-FFF2-40B4-BE49-F238E27FC236}">
                  <a16:creationId xmlns:a16="http://schemas.microsoft.com/office/drawing/2014/main" id="{08B301A9-8396-FA87-8DD6-0D531163D9C9}"/>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1209;p25">
              <a:extLst>
                <a:ext uri="{FF2B5EF4-FFF2-40B4-BE49-F238E27FC236}">
                  <a16:creationId xmlns:a16="http://schemas.microsoft.com/office/drawing/2014/main" id="{D21211E0-6785-0A66-20D9-4759AABC6D06}"/>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0" name="Google Shape;1210;p25">
              <a:extLst>
                <a:ext uri="{FF2B5EF4-FFF2-40B4-BE49-F238E27FC236}">
                  <a16:creationId xmlns:a16="http://schemas.microsoft.com/office/drawing/2014/main" id="{BEE3C245-8271-47BC-9792-1AF6486B58D1}"/>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1211;p25">
              <a:extLst>
                <a:ext uri="{FF2B5EF4-FFF2-40B4-BE49-F238E27FC236}">
                  <a16:creationId xmlns:a16="http://schemas.microsoft.com/office/drawing/2014/main" id="{35393CC5-375A-3C64-0A77-A00AC1350B86}"/>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1212;p25">
              <a:extLst>
                <a:ext uri="{FF2B5EF4-FFF2-40B4-BE49-F238E27FC236}">
                  <a16:creationId xmlns:a16="http://schemas.microsoft.com/office/drawing/2014/main" id="{245DCA52-5AEF-D37E-110B-521005FB05B5}"/>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3" name="Google Shape;1213;p25">
              <a:extLst>
                <a:ext uri="{FF2B5EF4-FFF2-40B4-BE49-F238E27FC236}">
                  <a16:creationId xmlns:a16="http://schemas.microsoft.com/office/drawing/2014/main" id="{3BA12E56-9168-EC5A-5C08-B788272A2551}"/>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1214;p25">
              <a:extLst>
                <a:ext uri="{FF2B5EF4-FFF2-40B4-BE49-F238E27FC236}">
                  <a16:creationId xmlns:a16="http://schemas.microsoft.com/office/drawing/2014/main" id="{E3F06887-900A-F6C7-FA5C-BE4AC1D4D86D}"/>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1215;p25">
              <a:extLst>
                <a:ext uri="{FF2B5EF4-FFF2-40B4-BE49-F238E27FC236}">
                  <a16:creationId xmlns:a16="http://schemas.microsoft.com/office/drawing/2014/main" id="{85CD84E3-868C-B1E1-4754-00CF8535E7F8}"/>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1216;p25">
              <a:extLst>
                <a:ext uri="{FF2B5EF4-FFF2-40B4-BE49-F238E27FC236}">
                  <a16:creationId xmlns:a16="http://schemas.microsoft.com/office/drawing/2014/main" id="{F1BDBD0F-4466-4CCB-4E73-C591D95390FF}"/>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1217;p25">
              <a:extLst>
                <a:ext uri="{FF2B5EF4-FFF2-40B4-BE49-F238E27FC236}">
                  <a16:creationId xmlns:a16="http://schemas.microsoft.com/office/drawing/2014/main" id="{CAFF5109-7E93-E2B0-30B7-C8AC505440AE}"/>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1218;p25">
              <a:extLst>
                <a:ext uri="{FF2B5EF4-FFF2-40B4-BE49-F238E27FC236}">
                  <a16:creationId xmlns:a16="http://schemas.microsoft.com/office/drawing/2014/main" id="{B9AB961C-C5E8-039C-8079-487B1D204E8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1219;p25">
              <a:extLst>
                <a:ext uri="{FF2B5EF4-FFF2-40B4-BE49-F238E27FC236}">
                  <a16:creationId xmlns:a16="http://schemas.microsoft.com/office/drawing/2014/main" id="{3FBEDF6E-02FD-5BB9-5311-650406CEAC65}"/>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1220;p25">
              <a:extLst>
                <a:ext uri="{FF2B5EF4-FFF2-40B4-BE49-F238E27FC236}">
                  <a16:creationId xmlns:a16="http://schemas.microsoft.com/office/drawing/2014/main" id="{9ACEAE32-8B92-A24F-7A0A-DDF066F2E970}"/>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1221;p25">
              <a:extLst>
                <a:ext uri="{FF2B5EF4-FFF2-40B4-BE49-F238E27FC236}">
                  <a16:creationId xmlns:a16="http://schemas.microsoft.com/office/drawing/2014/main" id="{D4BEE6B1-6D76-EA0C-DB6F-26D8D4AF9AA3}"/>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1222;p25">
              <a:extLst>
                <a:ext uri="{FF2B5EF4-FFF2-40B4-BE49-F238E27FC236}">
                  <a16:creationId xmlns:a16="http://schemas.microsoft.com/office/drawing/2014/main" id="{0100DE6D-1385-D493-1ACF-1944E4EAAE7F}"/>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1223;p25">
              <a:extLst>
                <a:ext uri="{FF2B5EF4-FFF2-40B4-BE49-F238E27FC236}">
                  <a16:creationId xmlns:a16="http://schemas.microsoft.com/office/drawing/2014/main" id="{A2A378F9-B3F8-5BBB-DE19-335E27C863CA}"/>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1224;p25">
              <a:extLst>
                <a:ext uri="{FF2B5EF4-FFF2-40B4-BE49-F238E27FC236}">
                  <a16:creationId xmlns:a16="http://schemas.microsoft.com/office/drawing/2014/main" id="{64019BC5-91B1-4BA3-5222-A8D4B0E459A6}"/>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1225;p25">
              <a:extLst>
                <a:ext uri="{FF2B5EF4-FFF2-40B4-BE49-F238E27FC236}">
                  <a16:creationId xmlns:a16="http://schemas.microsoft.com/office/drawing/2014/main" id="{E42F0132-0B33-8F78-5E15-B0BE73C4964F}"/>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1226;p25">
              <a:extLst>
                <a:ext uri="{FF2B5EF4-FFF2-40B4-BE49-F238E27FC236}">
                  <a16:creationId xmlns:a16="http://schemas.microsoft.com/office/drawing/2014/main" id="{FEA5E44D-0AAD-9FAF-912A-2E5459412B22}"/>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descr="A diagram of a company&#10;&#10;Description automatically generated">
            <a:extLst>
              <a:ext uri="{FF2B5EF4-FFF2-40B4-BE49-F238E27FC236}">
                <a16:creationId xmlns:a16="http://schemas.microsoft.com/office/drawing/2014/main" id="{0E7916DF-D467-5D13-0B8A-81322B84BF51}"/>
              </a:ext>
            </a:extLst>
          </p:cNvPr>
          <p:cNvPicPr>
            <a:picLocks noChangeAspect="1"/>
          </p:cNvPicPr>
          <p:nvPr/>
        </p:nvPicPr>
        <p:blipFill>
          <a:blip r:embed="rId4"/>
          <a:srcRect l="1479" t="21418" r="1479" b="20729"/>
          <a:stretch/>
        </p:blipFill>
        <p:spPr>
          <a:xfrm>
            <a:off x="936721" y="1562684"/>
            <a:ext cx="7270558" cy="3066365"/>
          </a:xfrm>
          <a:prstGeom prst="rect">
            <a:avLst/>
          </a:prstGeom>
        </p:spPr>
      </p:pic>
      <p:sp>
        <p:nvSpPr>
          <p:cNvPr id="6" name="TextBox 5">
            <a:extLst>
              <a:ext uri="{FF2B5EF4-FFF2-40B4-BE49-F238E27FC236}">
                <a16:creationId xmlns:a16="http://schemas.microsoft.com/office/drawing/2014/main" id="{DB0497D3-9E12-04B1-AA40-02A7EE03B26E}"/>
              </a:ext>
            </a:extLst>
          </p:cNvPr>
          <p:cNvSpPr txBox="1"/>
          <p:nvPr/>
        </p:nvSpPr>
        <p:spPr>
          <a:xfrm>
            <a:off x="661737" y="1048075"/>
            <a:ext cx="7820526" cy="307777"/>
          </a:xfrm>
          <a:prstGeom prst="rect">
            <a:avLst/>
          </a:prstGeom>
          <a:noFill/>
        </p:spPr>
        <p:txBody>
          <a:bodyPr wrap="square">
            <a:spAutoFit/>
          </a:bodyPr>
          <a:lstStyle/>
          <a:p>
            <a:pPr algn="ctr"/>
            <a:r>
              <a:rPr lang="en-US" dirty="0">
                <a:solidFill>
                  <a:schemeClr val="dk1"/>
                </a:solidFill>
                <a:latin typeface="Montserrat SemiBold"/>
              </a:rPr>
              <a:t>The System Module of Personalized Adaptive Learning System (PALS) </a:t>
            </a:r>
          </a:p>
        </p:txBody>
      </p:sp>
    </p:spTree>
    <p:extLst>
      <p:ext uri="{BB962C8B-B14F-4D97-AF65-F5344CB8AC3E}">
        <p14:creationId xmlns:p14="http://schemas.microsoft.com/office/powerpoint/2010/main" val="510706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C9E61B5E-5722-BA4F-1E41-14B9F93859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8E97088-144D-94E8-74EC-36838EBB02B0}"/>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5.2 Designing Module</a:t>
            </a:r>
            <a:br>
              <a:rPr lang="en-US" sz="2800" b="1" dirty="0">
                <a:solidFill>
                  <a:schemeClr val="dk1"/>
                </a:solidFill>
                <a:latin typeface="Montserrat"/>
                <a:sym typeface="Montserrat"/>
              </a:rPr>
            </a:br>
            <a:endParaRPr lang="en-US" sz="2800" dirty="0"/>
          </a:p>
        </p:txBody>
      </p:sp>
      <p:pic>
        <p:nvPicPr>
          <p:cNvPr id="7" name="Picture 6">
            <a:extLst>
              <a:ext uri="{FF2B5EF4-FFF2-40B4-BE49-F238E27FC236}">
                <a16:creationId xmlns:a16="http://schemas.microsoft.com/office/drawing/2014/main" id="{696F0483-DDB5-68D8-C7E1-DB4FD039D1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oogle Shape;1204;p25">
            <a:extLst>
              <a:ext uri="{FF2B5EF4-FFF2-40B4-BE49-F238E27FC236}">
                <a16:creationId xmlns:a16="http://schemas.microsoft.com/office/drawing/2014/main" id="{81CD9E98-6AF5-88DA-1B18-62C0F2974029}"/>
              </a:ext>
            </a:extLst>
          </p:cNvPr>
          <p:cNvGrpSpPr/>
          <p:nvPr/>
        </p:nvGrpSpPr>
        <p:grpSpPr>
          <a:xfrm>
            <a:off x="7061524" y="411475"/>
            <a:ext cx="455009" cy="454080"/>
            <a:chOff x="3363305" y="1063034"/>
            <a:chExt cx="455009" cy="454080"/>
          </a:xfrm>
        </p:grpSpPr>
        <p:sp>
          <p:nvSpPr>
            <p:cNvPr id="63" name="Google Shape;1205;p25">
              <a:extLst>
                <a:ext uri="{FF2B5EF4-FFF2-40B4-BE49-F238E27FC236}">
                  <a16:creationId xmlns:a16="http://schemas.microsoft.com/office/drawing/2014/main" id="{8FF5AA7C-C957-1E82-89F3-2E275E812836}"/>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1206;p25">
              <a:extLst>
                <a:ext uri="{FF2B5EF4-FFF2-40B4-BE49-F238E27FC236}">
                  <a16:creationId xmlns:a16="http://schemas.microsoft.com/office/drawing/2014/main" id="{66B7914D-160C-EE02-2C58-244958D09F0E}"/>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1207;p25">
              <a:extLst>
                <a:ext uri="{FF2B5EF4-FFF2-40B4-BE49-F238E27FC236}">
                  <a16:creationId xmlns:a16="http://schemas.microsoft.com/office/drawing/2014/main" id="{9EE4B4A6-8F0F-72BE-DEA3-7DA4800673C3}"/>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1208;p25">
              <a:extLst>
                <a:ext uri="{FF2B5EF4-FFF2-40B4-BE49-F238E27FC236}">
                  <a16:creationId xmlns:a16="http://schemas.microsoft.com/office/drawing/2014/main" id="{CC1D7D59-5572-55AB-0CD5-E9ED14633E8C}"/>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1209;p25">
              <a:extLst>
                <a:ext uri="{FF2B5EF4-FFF2-40B4-BE49-F238E27FC236}">
                  <a16:creationId xmlns:a16="http://schemas.microsoft.com/office/drawing/2014/main" id="{06E87C4D-A171-5ABE-B212-6B6D480B0ECB}"/>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0" name="Google Shape;1210;p25">
              <a:extLst>
                <a:ext uri="{FF2B5EF4-FFF2-40B4-BE49-F238E27FC236}">
                  <a16:creationId xmlns:a16="http://schemas.microsoft.com/office/drawing/2014/main" id="{6E981E53-ED53-D6A3-993F-ED22C8F3E334}"/>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1211;p25">
              <a:extLst>
                <a:ext uri="{FF2B5EF4-FFF2-40B4-BE49-F238E27FC236}">
                  <a16:creationId xmlns:a16="http://schemas.microsoft.com/office/drawing/2014/main" id="{DB35E5F4-93CA-5557-9FAC-8F405E812BE3}"/>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1212;p25">
              <a:extLst>
                <a:ext uri="{FF2B5EF4-FFF2-40B4-BE49-F238E27FC236}">
                  <a16:creationId xmlns:a16="http://schemas.microsoft.com/office/drawing/2014/main" id="{638A6EF1-120E-8DF2-0C68-CBB7AF5C58F9}"/>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3" name="Google Shape;1213;p25">
              <a:extLst>
                <a:ext uri="{FF2B5EF4-FFF2-40B4-BE49-F238E27FC236}">
                  <a16:creationId xmlns:a16="http://schemas.microsoft.com/office/drawing/2014/main" id="{D3E99180-B1F2-2EA5-8D30-F11C9E6B3344}"/>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1214;p25">
              <a:extLst>
                <a:ext uri="{FF2B5EF4-FFF2-40B4-BE49-F238E27FC236}">
                  <a16:creationId xmlns:a16="http://schemas.microsoft.com/office/drawing/2014/main" id="{4EE8902E-6263-F927-E986-71EA62887660}"/>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1215;p25">
              <a:extLst>
                <a:ext uri="{FF2B5EF4-FFF2-40B4-BE49-F238E27FC236}">
                  <a16:creationId xmlns:a16="http://schemas.microsoft.com/office/drawing/2014/main" id="{3F46116F-997B-A650-46F4-00FA048355F9}"/>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1216;p25">
              <a:extLst>
                <a:ext uri="{FF2B5EF4-FFF2-40B4-BE49-F238E27FC236}">
                  <a16:creationId xmlns:a16="http://schemas.microsoft.com/office/drawing/2014/main" id="{8447A1E2-7A6D-24C1-3788-9B883D284BF8}"/>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1217;p25">
              <a:extLst>
                <a:ext uri="{FF2B5EF4-FFF2-40B4-BE49-F238E27FC236}">
                  <a16:creationId xmlns:a16="http://schemas.microsoft.com/office/drawing/2014/main" id="{A33A286E-84D5-3A93-1DA4-BAAF22A5EB11}"/>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1218;p25">
              <a:extLst>
                <a:ext uri="{FF2B5EF4-FFF2-40B4-BE49-F238E27FC236}">
                  <a16:creationId xmlns:a16="http://schemas.microsoft.com/office/drawing/2014/main" id="{0AEC601C-8B7C-FFB9-32C8-A4448FEA5E62}"/>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1219;p25">
              <a:extLst>
                <a:ext uri="{FF2B5EF4-FFF2-40B4-BE49-F238E27FC236}">
                  <a16:creationId xmlns:a16="http://schemas.microsoft.com/office/drawing/2014/main" id="{ED2F370F-F4E4-7559-F206-1AA34C4A4C06}"/>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1220;p25">
              <a:extLst>
                <a:ext uri="{FF2B5EF4-FFF2-40B4-BE49-F238E27FC236}">
                  <a16:creationId xmlns:a16="http://schemas.microsoft.com/office/drawing/2014/main" id="{7D292C50-8E20-B091-A5A8-DCF84B481D1D}"/>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1221;p25">
              <a:extLst>
                <a:ext uri="{FF2B5EF4-FFF2-40B4-BE49-F238E27FC236}">
                  <a16:creationId xmlns:a16="http://schemas.microsoft.com/office/drawing/2014/main" id="{49401D88-3F67-BA9B-D6F4-CD2B794DE165}"/>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1222;p25">
              <a:extLst>
                <a:ext uri="{FF2B5EF4-FFF2-40B4-BE49-F238E27FC236}">
                  <a16:creationId xmlns:a16="http://schemas.microsoft.com/office/drawing/2014/main" id="{57D8ABBD-AC12-655A-D16D-1669B45130CA}"/>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1223;p25">
              <a:extLst>
                <a:ext uri="{FF2B5EF4-FFF2-40B4-BE49-F238E27FC236}">
                  <a16:creationId xmlns:a16="http://schemas.microsoft.com/office/drawing/2014/main" id="{C208EE12-44CC-0889-EC1F-8818D54E7758}"/>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1224;p25">
              <a:extLst>
                <a:ext uri="{FF2B5EF4-FFF2-40B4-BE49-F238E27FC236}">
                  <a16:creationId xmlns:a16="http://schemas.microsoft.com/office/drawing/2014/main" id="{1073F313-7CB5-EFDE-D15B-4F0E881C60B8}"/>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1225;p25">
              <a:extLst>
                <a:ext uri="{FF2B5EF4-FFF2-40B4-BE49-F238E27FC236}">
                  <a16:creationId xmlns:a16="http://schemas.microsoft.com/office/drawing/2014/main" id="{9B9321CE-7E47-333B-E68E-9E74F8BE5808}"/>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1226;p25">
              <a:extLst>
                <a:ext uri="{FF2B5EF4-FFF2-40B4-BE49-F238E27FC236}">
                  <a16:creationId xmlns:a16="http://schemas.microsoft.com/office/drawing/2014/main" id="{9CD773D8-8723-E1BB-3D2F-8FC8CBEB3CF7}"/>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A diagram of a computer&#10;&#10;Description automatically generated">
            <a:extLst>
              <a:ext uri="{FF2B5EF4-FFF2-40B4-BE49-F238E27FC236}">
                <a16:creationId xmlns:a16="http://schemas.microsoft.com/office/drawing/2014/main" id="{84E4506B-09B8-C96D-05C6-54574D472E61}"/>
              </a:ext>
            </a:extLst>
          </p:cNvPr>
          <p:cNvPicPr>
            <a:picLocks noChangeAspect="1"/>
          </p:cNvPicPr>
          <p:nvPr/>
        </p:nvPicPr>
        <p:blipFill>
          <a:blip r:embed="rId4"/>
          <a:srcRect l="1" t="1" r="26901" b="26901"/>
          <a:stretch/>
        </p:blipFill>
        <p:spPr>
          <a:xfrm>
            <a:off x="556568" y="1012797"/>
            <a:ext cx="8141944" cy="3256777"/>
          </a:xfrm>
          <a:prstGeom prst="rect">
            <a:avLst/>
          </a:prstGeom>
        </p:spPr>
      </p:pic>
      <p:sp>
        <p:nvSpPr>
          <p:cNvPr id="6" name="Rectangle: Rounded Corners 5">
            <a:extLst>
              <a:ext uri="{FF2B5EF4-FFF2-40B4-BE49-F238E27FC236}">
                <a16:creationId xmlns:a16="http://schemas.microsoft.com/office/drawing/2014/main" id="{257B4502-E67F-26CB-4588-107EC4239015}"/>
              </a:ext>
            </a:extLst>
          </p:cNvPr>
          <p:cNvSpPr/>
          <p:nvPr/>
        </p:nvSpPr>
        <p:spPr>
          <a:xfrm>
            <a:off x="445488" y="3858768"/>
            <a:ext cx="8387616" cy="116441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7358118-3DCC-F477-287C-8FB4EF960228}"/>
              </a:ext>
            </a:extLst>
          </p:cNvPr>
          <p:cNvSpPr txBox="1">
            <a:spLocks/>
          </p:cNvSpPr>
          <p:nvPr/>
        </p:nvSpPr>
        <p:spPr>
          <a:xfrm>
            <a:off x="628368" y="3894217"/>
            <a:ext cx="8339328" cy="1169551"/>
          </a:xfrm>
          <a:prstGeom prst="rect">
            <a:avLst/>
          </a:prstGeom>
          <a:noFill/>
        </p:spPr>
        <p:txBody>
          <a:bodyPr wrap="square">
            <a:spAutoFit/>
          </a:bodyPr>
          <a:lstStyle/>
          <a:p>
            <a:pPr marL="228600" indent="-228600">
              <a:buAutoNum type="arabicPeriod"/>
            </a:pPr>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The Main Module serves as the entry point and navigation hub for the system.</a:t>
            </a:r>
            <a:endParaRPr lang="en-US" sz="1400" dirty="0">
              <a:latin typeface="Montserrat Medium"/>
            </a:endParaRPr>
          </a:p>
          <a:p>
            <a:pPr marL="228600" indent="-228600">
              <a:buAutoNum type="arabicPeriod"/>
            </a:pPr>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The Register Module allows users to create a new account.	</a:t>
            </a:r>
          </a:p>
          <a:p>
            <a:pPr marL="228600" indent="-228600">
              <a:buAutoNum type="arabicPeriod"/>
            </a:pPr>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The Login Module authenticates existing users to access the system.</a:t>
            </a:r>
          </a:p>
          <a:p>
            <a:pPr marL="228600" indent="-228600">
              <a:buAutoNum type="arabicPeriod"/>
            </a:pPr>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The Forgot Password Module enables users to securely reset their account password.</a:t>
            </a:r>
          </a:p>
          <a:p>
            <a:pPr marL="228600" indent="-228600">
              <a:buAutoNum type="arabicPeriod"/>
            </a:pPr>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The Main Menu Module displays the primary navigation options for the user.</a:t>
            </a:r>
          </a:p>
        </p:txBody>
      </p:sp>
    </p:spTree>
    <p:extLst>
      <p:ext uri="{BB962C8B-B14F-4D97-AF65-F5344CB8AC3E}">
        <p14:creationId xmlns:p14="http://schemas.microsoft.com/office/powerpoint/2010/main" val="3707984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21F5433A-6055-24B8-F3A5-DE3ED197140C}"/>
            </a:ext>
          </a:extLst>
        </p:cNvPr>
        <p:cNvGrpSpPr/>
        <p:nvPr/>
      </p:nvGrpSpPr>
      <p:grpSpPr>
        <a:xfrm>
          <a:off x="0" y="0"/>
          <a:ext cx="0" cy="0"/>
          <a:chOff x="0" y="0"/>
          <a:chExt cx="0" cy="0"/>
        </a:xfrm>
      </p:grpSpPr>
      <p:pic>
        <p:nvPicPr>
          <p:cNvPr id="3" name="Picture 2" descr="A diagram of a company">
            <a:extLst>
              <a:ext uri="{FF2B5EF4-FFF2-40B4-BE49-F238E27FC236}">
                <a16:creationId xmlns:a16="http://schemas.microsoft.com/office/drawing/2014/main" id="{B36F0305-3CCD-23A0-8806-50CCDCC64D83}"/>
              </a:ext>
            </a:extLst>
          </p:cNvPr>
          <p:cNvPicPr>
            <a:picLocks noChangeAspect="1"/>
          </p:cNvPicPr>
          <p:nvPr/>
        </p:nvPicPr>
        <p:blipFill>
          <a:blip r:embed="rId3"/>
          <a:srcRect l="28752" t="45507" r="-51" b="11987"/>
          <a:stretch/>
        </p:blipFill>
        <p:spPr>
          <a:xfrm>
            <a:off x="936721" y="1562684"/>
            <a:ext cx="7270558" cy="3066365"/>
          </a:xfrm>
          <a:prstGeom prst="rect">
            <a:avLst/>
          </a:prstGeom>
        </p:spPr>
      </p:pic>
      <p:sp>
        <p:nvSpPr>
          <p:cNvPr id="5" name="Title 4">
            <a:extLst>
              <a:ext uri="{FF2B5EF4-FFF2-40B4-BE49-F238E27FC236}">
                <a16:creationId xmlns:a16="http://schemas.microsoft.com/office/drawing/2014/main" id="{53BD1DFF-A8BD-7375-17D8-381D409DC2C6}"/>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5.2 Designing Module</a:t>
            </a:r>
            <a:br>
              <a:rPr lang="en-US" sz="2800" b="1" dirty="0">
                <a:solidFill>
                  <a:schemeClr val="dk1"/>
                </a:solidFill>
                <a:latin typeface="Montserrat"/>
                <a:sym typeface="Montserrat"/>
              </a:rPr>
            </a:br>
            <a:endParaRPr lang="en-US" sz="2800" dirty="0"/>
          </a:p>
        </p:txBody>
      </p:sp>
      <p:pic>
        <p:nvPicPr>
          <p:cNvPr id="7" name="Picture 6">
            <a:extLst>
              <a:ext uri="{FF2B5EF4-FFF2-40B4-BE49-F238E27FC236}">
                <a16:creationId xmlns:a16="http://schemas.microsoft.com/office/drawing/2014/main" id="{58705F7F-B5A0-B2CA-FCBD-CABE8EEFAF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oogle Shape;1204;p25">
            <a:extLst>
              <a:ext uri="{FF2B5EF4-FFF2-40B4-BE49-F238E27FC236}">
                <a16:creationId xmlns:a16="http://schemas.microsoft.com/office/drawing/2014/main" id="{796CF6AD-84CB-BC37-2D49-E8676EADF0BC}"/>
              </a:ext>
            </a:extLst>
          </p:cNvPr>
          <p:cNvGrpSpPr/>
          <p:nvPr/>
        </p:nvGrpSpPr>
        <p:grpSpPr>
          <a:xfrm>
            <a:off x="7061524" y="411475"/>
            <a:ext cx="455009" cy="454080"/>
            <a:chOff x="3363305" y="1063034"/>
            <a:chExt cx="455009" cy="454080"/>
          </a:xfrm>
        </p:grpSpPr>
        <p:sp>
          <p:nvSpPr>
            <p:cNvPr id="63" name="Google Shape;1205;p25">
              <a:extLst>
                <a:ext uri="{FF2B5EF4-FFF2-40B4-BE49-F238E27FC236}">
                  <a16:creationId xmlns:a16="http://schemas.microsoft.com/office/drawing/2014/main" id="{2BFE8FE8-D5B9-F201-8381-D56B215BD2F3}"/>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1206;p25">
              <a:extLst>
                <a:ext uri="{FF2B5EF4-FFF2-40B4-BE49-F238E27FC236}">
                  <a16:creationId xmlns:a16="http://schemas.microsoft.com/office/drawing/2014/main" id="{8415EAF2-25CC-14BD-F025-E14CA45FE835}"/>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1207;p25">
              <a:extLst>
                <a:ext uri="{FF2B5EF4-FFF2-40B4-BE49-F238E27FC236}">
                  <a16:creationId xmlns:a16="http://schemas.microsoft.com/office/drawing/2014/main" id="{7935E421-C2C3-3102-B588-E7A2A748000E}"/>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1208;p25">
              <a:extLst>
                <a:ext uri="{FF2B5EF4-FFF2-40B4-BE49-F238E27FC236}">
                  <a16:creationId xmlns:a16="http://schemas.microsoft.com/office/drawing/2014/main" id="{41067BD1-15DE-7631-E39B-D1BBD075E8BA}"/>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1209;p25">
              <a:extLst>
                <a:ext uri="{FF2B5EF4-FFF2-40B4-BE49-F238E27FC236}">
                  <a16:creationId xmlns:a16="http://schemas.microsoft.com/office/drawing/2014/main" id="{AA69B1AA-071B-5B2D-310C-45D9C3C20954}"/>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0" name="Google Shape;1210;p25">
              <a:extLst>
                <a:ext uri="{FF2B5EF4-FFF2-40B4-BE49-F238E27FC236}">
                  <a16:creationId xmlns:a16="http://schemas.microsoft.com/office/drawing/2014/main" id="{3811ABE0-4974-C5BB-BB81-5C4A6BC65899}"/>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1211;p25">
              <a:extLst>
                <a:ext uri="{FF2B5EF4-FFF2-40B4-BE49-F238E27FC236}">
                  <a16:creationId xmlns:a16="http://schemas.microsoft.com/office/drawing/2014/main" id="{BF3B1852-317E-6BC7-AAC3-BF78D139CDCA}"/>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1212;p25">
              <a:extLst>
                <a:ext uri="{FF2B5EF4-FFF2-40B4-BE49-F238E27FC236}">
                  <a16:creationId xmlns:a16="http://schemas.microsoft.com/office/drawing/2014/main" id="{4BC2B733-A2B5-32E3-D4CE-821242F00544}"/>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3" name="Google Shape;1213;p25">
              <a:extLst>
                <a:ext uri="{FF2B5EF4-FFF2-40B4-BE49-F238E27FC236}">
                  <a16:creationId xmlns:a16="http://schemas.microsoft.com/office/drawing/2014/main" id="{C42F7B8F-9FDE-1B13-C5B4-E41D1E6A9820}"/>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1214;p25">
              <a:extLst>
                <a:ext uri="{FF2B5EF4-FFF2-40B4-BE49-F238E27FC236}">
                  <a16:creationId xmlns:a16="http://schemas.microsoft.com/office/drawing/2014/main" id="{B22D5FFD-DB09-D8B2-A71C-5D9CDA284441}"/>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1215;p25">
              <a:extLst>
                <a:ext uri="{FF2B5EF4-FFF2-40B4-BE49-F238E27FC236}">
                  <a16:creationId xmlns:a16="http://schemas.microsoft.com/office/drawing/2014/main" id="{1BC1ED32-A0D9-2D7C-FDAE-22116F8CA0ED}"/>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1216;p25">
              <a:extLst>
                <a:ext uri="{FF2B5EF4-FFF2-40B4-BE49-F238E27FC236}">
                  <a16:creationId xmlns:a16="http://schemas.microsoft.com/office/drawing/2014/main" id="{BAECCDE1-A924-4388-1C42-01347332A1C5}"/>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1217;p25">
              <a:extLst>
                <a:ext uri="{FF2B5EF4-FFF2-40B4-BE49-F238E27FC236}">
                  <a16:creationId xmlns:a16="http://schemas.microsoft.com/office/drawing/2014/main" id="{99273B2C-B6EB-E24C-CBF2-20F124159662}"/>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1218;p25">
              <a:extLst>
                <a:ext uri="{FF2B5EF4-FFF2-40B4-BE49-F238E27FC236}">
                  <a16:creationId xmlns:a16="http://schemas.microsoft.com/office/drawing/2014/main" id="{B6B6821E-D486-D0E7-3BAE-13161DBFFEC5}"/>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1219;p25">
              <a:extLst>
                <a:ext uri="{FF2B5EF4-FFF2-40B4-BE49-F238E27FC236}">
                  <a16:creationId xmlns:a16="http://schemas.microsoft.com/office/drawing/2014/main" id="{215AF935-8917-CCDB-04F5-A41151466245}"/>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1220;p25">
              <a:extLst>
                <a:ext uri="{FF2B5EF4-FFF2-40B4-BE49-F238E27FC236}">
                  <a16:creationId xmlns:a16="http://schemas.microsoft.com/office/drawing/2014/main" id="{5CFB141F-51C6-181B-8DE0-DF74B253DC26}"/>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1221;p25">
              <a:extLst>
                <a:ext uri="{FF2B5EF4-FFF2-40B4-BE49-F238E27FC236}">
                  <a16:creationId xmlns:a16="http://schemas.microsoft.com/office/drawing/2014/main" id="{A142DFB9-AAB5-0E5D-01EA-3512F2709129}"/>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1222;p25">
              <a:extLst>
                <a:ext uri="{FF2B5EF4-FFF2-40B4-BE49-F238E27FC236}">
                  <a16:creationId xmlns:a16="http://schemas.microsoft.com/office/drawing/2014/main" id="{B65B7C46-FAA9-4032-9898-6D41DBF891C8}"/>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1223;p25">
              <a:extLst>
                <a:ext uri="{FF2B5EF4-FFF2-40B4-BE49-F238E27FC236}">
                  <a16:creationId xmlns:a16="http://schemas.microsoft.com/office/drawing/2014/main" id="{EBDDD906-1309-E713-1641-0DDDC9BD49FB}"/>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1224;p25">
              <a:extLst>
                <a:ext uri="{FF2B5EF4-FFF2-40B4-BE49-F238E27FC236}">
                  <a16:creationId xmlns:a16="http://schemas.microsoft.com/office/drawing/2014/main" id="{06E299A5-E71A-BA06-09B4-1615DD9D7497}"/>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1225;p25">
              <a:extLst>
                <a:ext uri="{FF2B5EF4-FFF2-40B4-BE49-F238E27FC236}">
                  <a16:creationId xmlns:a16="http://schemas.microsoft.com/office/drawing/2014/main" id="{C28EF7D2-6E28-A833-42F9-3E4C35135B66}"/>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1226;p25">
              <a:extLst>
                <a:ext uri="{FF2B5EF4-FFF2-40B4-BE49-F238E27FC236}">
                  <a16:creationId xmlns:a16="http://schemas.microsoft.com/office/drawing/2014/main" id="{85B40CAB-E671-C8EE-D430-779667495FF6}"/>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Rounded Corners 5">
            <a:extLst>
              <a:ext uri="{FF2B5EF4-FFF2-40B4-BE49-F238E27FC236}">
                <a16:creationId xmlns:a16="http://schemas.microsoft.com/office/drawing/2014/main" id="{D63F6D12-8E81-CBE5-06BC-61FE23BE5870}"/>
              </a:ext>
            </a:extLst>
          </p:cNvPr>
          <p:cNvSpPr/>
          <p:nvPr/>
        </p:nvSpPr>
        <p:spPr>
          <a:xfrm>
            <a:off x="445488" y="3858768"/>
            <a:ext cx="8387616" cy="116441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ADC4AF7-B79C-DE8D-7B96-54FA98ACD71B}"/>
              </a:ext>
            </a:extLst>
          </p:cNvPr>
          <p:cNvSpPr txBox="1">
            <a:spLocks/>
          </p:cNvSpPr>
          <p:nvPr/>
        </p:nvSpPr>
        <p:spPr>
          <a:xfrm>
            <a:off x="628368" y="4077097"/>
            <a:ext cx="8339328" cy="738664"/>
          </a:xfrm>
          <a:prstGeom prst="rect">
            <a:avLst/>
          </a:prstGeom>
          <a:noFill/>
        </p:spPr>
        <p:txBody>
          <a:bodyPr wrap="square">
            <a:spAutoFit/>
          </a:bodyPr>
          <a:lstStyle/>
          <a:p>
            <a:r>
              <a:rPr lang="en-US" dirty="0">
                <a:latin typeface="Montserrat Medium"/>
              </a:rPr>
              <a:t>6.  T</a:t>
            </a:r>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he Pomodoro Timer Module lets users start and track their Pomodoro sessions.</a:t>
            </a:r>
          </a:p>
          <a:p>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7.  The Progression Module monitors and updates the user’s study progress.</a:t>
            </a:r>
          </a:p>
          <a:p>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8.  The Settings Module allows users to customize their system preferences.</a:t>
            </a:r>
          </a:p>
        </p:txBody>
      </p:sp>
    </p:spTree>
    <p:extLst>
      <p:ext uri="{BB962C8B-B14F-4D97-AF65-F5344CB8AC3E}">
        <p14:creationId xmlns:p14="http://schemas.microsoft.com/office/powerpoint/2010/main" val="14982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17E51127-F132-BD95-9BB1-5B9F16F02338}"/>
            </a:ext>
          </a:extLst>
        </p:cNvPr>
        <p:cNvGrpSpPr/>
        <p:nvPr/>
      </p:nvGrpSpPr>
      <p:grpSpPr>
        <a:xfrm>
          <a:off x="0" y="0"/>
          <a:ext cx="0" cy="0"/>
          <a:chOff x="0" y="0"/>
          <a:chExt cx="0" cy="0"/>
        </a:xfrm>
      </p:grpSpPr>
      <p:pic>
        <p:nvPicPr>
          <p:cNvPr id="3" name="Picture 2" descr="A diagram of a company">
            <a:extLst>
              <a:ext uri="{FF2B5EF4-FFF2-40B4-BE49-F238E27FC236}">
                <a16:creationId xmlns:a16="http://schemas.microsoft.com/office/drawing/2014/main" id="{2CCCED07-6963-C52D-9DEC-6F6077EEBD6D}"/>
              </a:ext>
            </a:extLst>
          </p:cNvPr>
          <p:cNvPicPr>
            <a:picLocks noChangeAspect="1"/>
          </p:cNvPicPr>
          <p:nvPr/>
        </p:nvPicPr>
        <p:blipFill>
          <a:blip r:embed="rId3"/>
          <a:srcRect l="38187" t="54878" r="-44" b="8244"/>
          <a:stretch/>
        </p:blipFill>
        <p:spPr>
          <a:xfrm>
            <a:off x="936721" y="1562684"/>
            <a:ext cx="7270558" cy="3066365"/>
          </a:xfrm>
          <a:prstGeom prst="rect">
            <a:avLst/>
          </a:prstGeom>
        </p:spPr>
      </p:pic>
      <p:sp>
        <p:nvSpPr>
          <p:cNvPr id="5" name="Title 4">
            <a:extLst>
              <a:ext uri="{FF2B5EF4-FFF2-40B4-BE49-F238E27FC236}">
                <a16:creationId xmlns:a16="http://schemas.microsoft.com/office/drawing/2014/main" id="{B0D5F29F-C974-F3F8-0490-4E0FC7D67CE6}"/>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5.2 Designing Module</a:t>
            </a:r>
            <a:br>
              <a:rPr lang="en-US" sz="2800" b="1" dirty="0">
                <a:solidFill>
                  <a:schemeClr val="dk1"/>
                </a:solidFill>
                <a:latin typeface="Montserrat"/>
                <a:sym typeface="Montserrat"/>
              </a:rPr>
            </a:br>
            <a:endParaRPr lang="en-US" sz="2800" dirty="0"/>
          </a:p>
        </p:txBody>
      </p:sp>
      <p:pic>
        <p:nvPicPr>
          <p:cNvPr id="7" name="Picture 6">
            <a:extLst>
              <a:ext uri="{FF2B5EF4-FFF2-40B4-BE49-F238E27FC236}">
                <a16:creationId xmlns:a16="http://schemas.microsoft.com/office/drawing/2014/main" id="{939BA9A3-C206-D914-7E86-2306D729B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oogle Shape;1204;p25">
            <a:extLst>
              <a:ext uri="{FF2B5EF4-FFF2-40B4-BE49-F238E27FC236}">
                <a16:creationId xmlns:a16="http://schemas.microsoft.com/office/drawing/2014/main" id="{FB1308D0-A3F9-39C3-46BD-38B00F494623}"/>
              </a:ext>
            </a:extLst>
          </p:cNvPr>
          <p:cNvGrpSpPr/>
          <p:nvPr/>
        </p:nvGrpSpPr>
        <p:grpSpPr>
          <a:xfrm>
            <a:off x="7061524" y="411475"/>
            <a:ext cx="455009" cy="454080"/>
            <a:chOff x="3363305" y="1063034"/>
            <a:chExt cx="455009" cy="454080"/>
          </a:xfrm>
        </p:grpSpPr>
        <p:sp>
          <p:nvSpPr>
            <p:cNvPr id="63" name="Google Shape;1205;p25">
              <a:extLst>
                <a:ext uri="{FF2B5EF4-FFF2-40B4-BE49-F238E27FC236}">
                  <a16:creationId xmlns:a16="http://schemas.microsoft.com/office/drawing/2014/main" id="{9FBDC5EB-96F8-7374-D151-7D855A575FFF}"/>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1206;p25">
              <a:extLst>
                <a:ext uri="{FF2B5EF4-FFF2-40B4-BE49-F238E27FC236}">
                  <a16:creationId xmlns:a16="http://schemas.microsoft.com/office/drawing/2014/main" id="{3CB9B307-2455-FB26-B7D4-2E0752409E83}"/>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1207;p25">
              <a:extLst>
                <a:ext uri="{FF2B5EF4-FFF2-40B4-BE49-F238E27FC236}">
                  <a16:creationId xmlns:a16="http://schemas.microsoft.com/office/drawing/2014/main" id="{0F527553-0C2F-0ACD-19A4-E2E5A0EDD663}"/>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1208;p25">
              <a:extLst>
                <a:ext uri="{FF2B5EF4-FFF2-40B4-BE49-F238E27FC236}">
                  <a16:creationId xmlns:a16="http://schemas.microsoft.com/office/drawing/2014/main" id="{640E193E-8585-93F4-0A46-79C91535F063}"/>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1209;p25">
              <a:extLst>
                <a:ext uri="{FF2B5EF4-FFF2-40B4-BE49-F238E27FC236}">
                  <a16:creationId xmlns:a16="http://schemas.microsoft.com/office/drawing/2014/main" id="{BD09FC13-FFDB-DB2E-F04E-76B750D292F3}"/>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0" name="Google Shape;1210;p25">
              <a:extLst>
                <a:ext uri="{FF2B5EF4-FFF2-40B4-BE49-F238E27FC236}">
                  <a16:creationId xmlns:a16="http://schemas.microsoft.com/office/drawing/2014/main" id="{501B27CF-C5EC-4300-7A34-DD9923972D58}"/>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1211;p25">
              <a:extLst>
                <a:ext uri="{FF2B5EF4-FFF2-40B4-BE49-F238E27FC236}">
                  <a16:creationId xmlns:a16="http://schemas.microsoft.com/office/drawing/2014/main" id="{3D885DD1-5926-2486-58F1-C4B9C06043A0}"/>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1212;p25">
              <a:extLst>
                <a:ext uri="{FF2B5EF4-FFF2-40B4-BE49-F238E27FC236}">
                  <a16:creationId xmlns:a16="http://schemas.microsoft.com/office/drawing/2014/main" id="{24896D9F-6801-F773-844E-3171D47AA7DA}"/>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3" name="Google Shape;1213;p25">
              <a:extLst>
                <a:ext uri="{FF2B5EF4-FFF2-40B4-BE49-F238E27FC236}">
                  <a16:creationId xmlns:a16="http://schemas.microsoft.com/office/drawing/2014/main" id="{E7FEC42F-A91F-C3B8-BE59-12BC478CC04B}"/>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1214;p25">
              <a:extLst>
                <a:ext uri="{FF2B5EF4-FFF2-40B4-BE49-F238E27FC236}">
                  <a16:creationId xmlns:a16="http://schemas.microsoft.com/office/drawing/2014/main" id="{E239DB4F-C899-1965-1601-A512EA67014D}"/>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1215;p25">
              <a:extLst>
                <a:ext uri="{FF2B5EF4-FFF2-40B4-BE49-F238E27FC236}">
                  <a16:creationId xmlns:a16="http://schemas.microsoft.com/office/drawing/2014/main" id="{0F634C90-9DF1-2B67-70E8-D4EBBFFEFFF5}"/>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1216;p25">
              <a:extLst>
                <a:ext uri="{FF2B5EF4-FFF2-40B4-BE49-F238E27FC236}">
                  <a16:creationId xmlns:a16="http://schemas.microsoft.com/office/drawing/2014/main" id="{DF4B0CFF-8883-7EC7-5282-20E61A478985}"/>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1217;p25">
              <a:extLst>
                <a:ext uri="{FF2B5EF4-FFF2-40B4-BE49-F238E27FC236}">
                  <a16:creationId xmlns:a16="http://schemas.microsoft.com/office/drawing/2014/main" id="{CE3655BB-8052-A051-4475-E70E30A9AAA0}"/>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1218;p25">
              <a:extLst>
                <a:ext uri="{FF2B5EF4-FFF2-40B4-BE49-F238E27FC236}">
                  <a16:creationId xmlns:a16="http://schemas.microsoft.com/office/drawing/2014/main" id="{D79CD45E-C106-66FE-3BA1-CA48F39AB17A}"/>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1219;p25">
              <a:extLst>
                <a:ext uri="{FF2B5EF4-FFF2-40B4-BE49-F238E27FC236}">
                  <a16:creationId xmlns:a16="http://schemas.microsoft.com/office/drawing/2014/main" id="{21BC2367-3951-BDB6-82A9-A43975B240F7}"/>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1220;p25">
              <a:extLst>
                <a:ext uri="{FF2B5EF4-FFF2-40B4-BE49-F238E27FC236}">
                  <a16:creationId xmlns:a16="http://schemas.microsoft.com/office/drawing/2014/main" id="{797A49EF-DFA3-2E87-392C-340F80021B5F}"/>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1221;p25">
              <a:extLst>
                <a:ext uri="{FF2B5EF4-FFF2-40B4-BE49-F238E27FC236}">
                  <a16:creationId xmlns:a16="http://schemas.microsoft.com/office/drawing/2014/main" id="{4DD7E5BC-01A9-40F1-A933-0B1C12CAD8D8}"/>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1222;p25">
              <a:extLst>
                <a:ext uri="{FF2B5EF4-FFF2-40B4-BE49-F238E27FC236}">
                  <a16:creationId xmlns:a16="http://schemas.microsoft.com/office/drawing/2014/main" id="{E9414CF5-EFA4-77FA-FE72-7363541826BB}"/>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1223;p25">
              <a:extLst>
                <a:ext uri="{FF2B5EF4-FFF2-40B4-BE49-F238E27FC236}">
                  <a16:creationId xmlns:a16="http://schemas.microsoft.com/office/drawing/2014/main" id="{3D6EBA2E-7D0F-9B40-34BF-9A6C9945FE71}"/>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1224;p25">
              <a:extLst>
                <a:ext uri="{FF2B5EF4-FFF2-40B4-BE49-F238E27FC236}">
                  <a16:creationId xmlns:a16="http://schemas.microsoft.com/office/drawing/2014/main" id="{1A85BF55-7FC1-5AE5-59E4-0450C5D45CAA}"/>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1225;p25">
              <a:extLst>
                <a:ext uri="{FF2B5EF4-FFF2-40B4-BE49-F238E27FC236}">
                  <a16:creationId xmlns:a16="http://schemas.microsoft.com/office/drawing/2014/main" id="{82B81A05-B4AB-FCEF-E3C7-9AA8815EFC0F}"/>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1226;p25">
              <a:extLst>
                <a:ext uri="{FF2B5EF4-FFF2-40B4-BE49-F238E27FC236}">
                  <a16:creationId xmlns:a16="http://schemas.microsoft.com/office/drawing/2014/main" id="{26A3CC83-742E-63E4-9F12-DC675C7D3314}"/>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Rounded Corners 5">
            <a:extLst>
              <a:ext uri="{FF2B5EF4-FFF2-40B4-BE49-F238E27FC236}">
                <a16:creationId xmlns:a16="http://schemas.microsoft.com/office/drawing/2014/main" id="{630AFC50-EDF9-0200-20FC-4487820A9354}"/>
              </a:ext>
            </a:extLst>
          </p:cNvPr>
          <p:cNvSpPr/>
          <p:nvPr/>
        </p:nvSpPr>
        <p:spPr>
          <a:xfrm>
            <a:off x="445488" y="3858768"/>
            <a:ext cx="8387616" cy="116441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48AA027-480B-1A2D-3FFF-A9D912F92E98}"/>
              </a:ext>
            </a:extLst>
          </p:cNvPr>
          <p:cNvSpPr txBox="1">
            <a:spLocks/>
          </p:cNvSpPr>
          <p:nvPr/>
        </p:nvSpPr>
        <p:spPr>
          <a:xfrm>
            <a:off x="628368" y="4003945"/>
            <a:ext cx="8339328" cy="954107"/>
          </a:xfrm>
          <a:prstGeom prst="rect">
            <a:avLst/>
          </a:prstGeom>
          <a:noFill/>
        </p:spPr>
        <p:txBody>
          <a:bodyPr wrap="square">
            <a:spAutoFit/>
          </a:bodyPr>
          <a:lstStyle/>
          <a:p>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9.   The Manage Subjects Module enables users to add or edit study subjects.</a:t>
            </a:r>
          </a:p>
          <a:p>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10.  The Delete Subject Module allows users to remove unwanted subjects.</a:t>
            </a:r>
          </a:p>
          <a:p>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11.   The View Subjects Module displays all active study subjects.	</a:t>
            </a:r>
          </a:p>
          <a:p>
            <a:r>
              <a:rPr kumimoji="0" lang="en-US" sz="1400" b="0" i="0" u="none" strike="noStrike" kern="0" cap="none" spc="0" normalizeH="0" baseline="0" noProof="0" dirty="0">
                <a:ln>
                  <a:noFill/>
                </a:ln>
                <a:solidFill>
                  <a:srgbClr val="000000"/>
                </a:solidFill>
                <a:effectLst/>
                <a:uLnTx/>
                <a:uFillTx/>
                <a:latin typeface="Montserrat Medium"/>
                <a:cs typeface="Arial"/>
                <a:sym typeface="Arial"/>
              </a:rPr>
              <a:t>12.  The User Preferences Module lets users set and save personalized preferences</a:t>
            </a:r>
          </a:p>
        </p:txBody>
      </p:sp>
    </p:spTree>
    <p:extLst>
      <p:ext uri="{BB962C8B-B14F-4D97-AF65-F5344CB8AC3E}">
        <p14:creationId xmlns:p14="http://schemas.microsoft.com/office/powerpoint/2010/main" val="3419981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0E7BD533-AF7A-EBEF-97AE-515D5047AFB4}"/>
            </a:ext>
          </a:extLst>
        </p:cNvPr>
        <p:cNvGrpSpPr/>
        <p:nvPr/>
      </p:nvGrpSpPr>
      <p:grpSpPr>
        <a:xfrm>
          <a:off x="0" y="0"/>
          <a:ext cx="0" cy="0"/>
          <a:chOff x="0" y="0"/>
          <a:chExt cx="0" cy="0"/>
        </a:xfrm>
      </p:grpSpPr>
      <p:sp>
        <p:nvSpPr>
          <p:cNvPr id="275" name="Google Shape;275;p18">
            <a:extLst>
              <a:ext uri="{FF2B5EF4-FFF2-40B4-BE49-F238E27FC236}">
                <a16:creationId xmlns:a16="http://schemas.microsoft.com/office/drawing/2014/main" id="{799FEA3E-66E4-312D-02E0-FFD9AA5BFBE6}"/>
              </a:ext>
            </a:extLst>
          </p:cNvPr>
          <p:cNvSpPr/>
          <p:nvPr/>
        </p:nvSpPr>
        <p:spPr>
          <a:xfrm>
            <a:off x="1823455" y="2427626"/>
            <a:ext cx="1392342" cy="1200484"/>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76" name="Google Shape;276;p18">
            <a:extLst>
              <a:ext uri="{FF2B5EF4-FFF2-40B4-BE49-F238E27FC236}">
                <a16:creationId xmlns:a16="http://schemas.microsoft.com/office/drawing/2014/main" id="{D8423734-3694-5E93-43C3-7A467E97B36E}"/>
              </a:ext>
            </a:extLst>
          </p:cNvPr>
          <p:cNvSpPr/>
          <p:nvPr/>
        </p:nvSpPr>
        <p:spPr>
          <a:xfrm>
            <a:off x="3870294" y="2427626"/>
            <a:ext cx="1392342" cy="1200484"/>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277" name="Google Shape;277;p18">
            <a:extLst>
              <a:ext uri="{FF2B5EF4-FFF2-40B4-BE49-F238E27FC236}">
                <a16:creationId xmlns:a16="http://schemas.microsoft.com/office/drawing/2014/main" id="{C411595B-7966-CAB8-0EC2-9D3765D4EFAF}"/>
              </a:ext>
            </a:extLst>
          </p:cNvPr>
          <p:cNvSpPr/>
          <p:nvPr/>
        </p:nvSpPr>
        <p:spPr>
          <a:xfrm>
            <a:off x="5923954" y="2427626"/>
            <a:ext cx="1392342" cy="1200484"/>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cxnSp>
        <p:nvCxnSpPr>
          <p:cNvPr id="282" name="Google Shape;282;p18">
            <a:extLst>
              <a:ext uri="{FF2B5EF4-FFF2-40B4-BE49-F238E27FC236}">
                <a16:creationId xmlns:a16="http://schemas.microsoft.com/office/drawing/2014/main" id="{81E2F515-CF74-9681-6D40-04D13C4C412A}"/>
              </a:ext>
            </a:extLst>
          </p:cNvPr>
          <p:cNvCxnSpPr>
            <a:cxnSpLocks/>
            <a:stCxn id="275" idx="0"/>
            <a:endCxn id="276" idx="3"/>
          </p:cNvCxnSpPr>
          <p:nvPr/>
        </p:nvCxnSpPr>
        <p:spPr>
          <a:xfrm>
            <a:off x="3215797" y="3027868"/>
            <a:ext cx="654497" cy="0"/>
          </a:xfrm>
          <a:prstGeom prst="straightConnector1">
            <a:avLst/>
          </a:prstGeom>
          <a:noFill/>
          <a:ln w="19050" cap="flat" cmpd="sng">
            <a:solidFill>
              <a:schemeClr val="dk1"/>
            </a:solidFill>
            <a:prstDash val="solid"/>
            <a:round/>
            <a:headEnd type="none" w="med" len="med"/>
            <a:tailEnd type="none" w="med" len="med"/>
          </a:ln>
        </p:spPr>
      </p:cxnSp>
      <p:cxnSp>
        <p:nvCxnSpPr>
          <p:cNvPr id="283" name="Google Shape;283;p18">
            <a:extLst>
              <a:ext uri="{FF2B5EF4-FFF2-40B4-BE49-F238E27FC236}">
                <a16:creationId xmlns:a16="http://schemas.microsoft.com/office/drawing/2014/main" id="{0260CBA7-6EBA-B7D4-116E-AF3F3FF19BD4}"/>
              </a:ext>
            </a:extLst>
          </p:cNvPr>
          <p:cNvCxnSpPr>
            <a:cxnSpLocks/>
            <a:stCxn id="276" idx="0"/>
            <a:endCxn id="277" idx="3"/>
          </p:cNvCxnSpPr>
          <p:nvPr/>
        </p:nvCxnSpPr>
        <p:spPr>
          <a:xfrm>
            <a:off x="5262636" y="3027868"/>
            <a:ext cx="661318" cy="0"/>
          </a:xfrm>
          <a:prstGeom prst="straightConnector1">
            <a:avLst/>
          </a:prstGeom>
          <a:noFill/>
          <a:ln w="19050" cap="flat" cmpd="sng">
            <a:solidFill>
              <a:schemeClr val="dk1"/>
            </a:solidFill>
            <a:prstDash val="solid"/>
            <a:round/>
            <a:headEnd type="none" w="med" len="med"/>
            <a:tailEnd type="none" w="med" len="med"/>
          </a:ln>
        </p:spPr>
      </p:cxnSp>
      <p:sp>
        <p:nvSpPr>
          <p:cNvPr id="428" name="Google Shape;428;p18">
            <a:extLst>
              <a:ext uri="{FF2B5EF4-FFF2-40B4-BE49-F238E27FC236}">
                <a16:creationId xmlns:a16="http://schemas.microsoft.com/office/drawing/2014/main" id="{2B5A6E95-A107-3C6C-942A-F2182533FDFC}"/>
              </a:ext>
            </a:extLst>
          </p:cNvPr>
          <p:cNvSpPr txBox="1"/>
          <p:nvPr/>
        </p:nvSpPr>
        <p:spPr>
          <a:xfrm>
            <a:off x="1339447" y="1719120"/>
            <a:ext cx="2352820" cy="61257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MY" sz="1600" dirty="0">
                <a:solidFill>
                  <a:schemeClr val="dk1"/>
                </a:solidFill>
                <a:latin typeface="Montserrat SemiBold"/>
                <a:ea typeface="Montserrat SemiBold"/>
                <a:cs typeface="Montserrat SemiBold"/>
                <a:sym typeface="Montserrat SemiBold"/>
              </a:rPr>
              <a:t>Total Session</a:t>
            </a:r>
            <a:endParaRPr sz="1600" dirty="0">
              <a:solidFill>
                <a:schemeClr val="dk1"/>
              </a:solidFill>
              <a:latin typeface="Montserrat SemiBold"/>
              <a:ea typeface="Montserrat SemiBold"/>
              <a:cs typeface="Montserrat SemiBold"/>
              <a:sym typeface="Montserrat SemiBold"/>
            </a:endParaRPr>
          </a:p>
        </p:txBody>
      </p:sp>
      <p:sp>
        <p:nvSpPr>
          <p:cNvPr id="429" name="Google Shape;429;p18">
            <a:extLst>
              <a:ext uri="{FF2B5EF4-FFF2-40B4-BE49-F238E27FC236}">
                <a16:creationId xmlns:a16="http://schemas.microsoft.com/office/drawing/2014/main" id="{872D809D-6245-CB02-FF13-BC4158CC613B}"/>
              </a:ext>
            </a:extLst>
          </p:cNvPr>
          <p:cNvSpPr txBox="1"/>
          <p:nvPr/>
        </p:nvSpPr>
        <p:spPr>
          <a:xfrm>
            <a:off x="3346435" y="1719120"/>
            <a:ext cx="2440059" cy="61257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Learning Style Quiz</a:t>
            </a:r>
            <a:endParaRPr sz="1600" dirty="0">
              <a:solidFill>
                <a:schemeClr val="dk1"/>
              </a:solidFill>
              <a:latin typeface="Montserrat SemiBold"/>
              <a:ea typeface="Montserrat SemiBold"/>
              <a:cs typeface="Montserrat SemiBold"/>
              <a:sym typeface="Montserrat SemiBold"/>
            </a:endParaRPr>
          </a:p>
        </p:txBody>
      </p:sp>
      <p:sp>
        <p:nvSpPr>
          <p:cNvPr id="430" name="Google Shape;430;p18">
            <a:extLst>
              <a:ext uri="{FF2B5EF4-FFF2-40B4-BE49-F238E27FC236}">
                <a16:creationId xmlns:a16="http://schemas.microsoft.com/office/drawing/2014/main" id="{3FB89DEA-B7F2-EBA7-1B16-FCB1B81C0FA8}"/>
              </a:ext>
            </a:extLst>
          </p:cNvPr>
          <p:cNvSpPr txBox="1"/>
          <p:nvPr/>
        </p:nvSpPr>
        <p:spPr>
          <a:xfrm>
            <a:off x="5923954" y="1719120"/>
            <a:ext cx="1392342" cy="61257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Pomodoro</a:t>
            </a:r>
            <a:endParaRPr sz="1600" dirty="0">
              <a:solidFill>
                <a:schemeClr val="dk1"/>
              </a:solidFill>
              <a:latin typeface="Montserrat SemiBold"/>
              <a:ea typeface="Montserrat SemiBold"/>
              <a:cs typeface="Montserrat SemiBold"/>
              <a:sym typeface="Montserrat SemiBold"/>
            </a:endParaRPr>
          </a:p>
        </p:txBody>
      </p:sp>
      <p:sp>
        <p:nvSpPr>
          <p:cNvPr id="5" name="Title 4">
            <a:extLst>
              <a:ext uri="{FF2B5EF4-FFF2-40B4-BE49-F238E27FC236}">
                <a16:creationId xmlns:a16="http://schemas.microsoft.com/office/drawing/2014/main" id="{949F50A5-763A-83A1-794C-C897AD0E820E}"/>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5.3 Formula / Calculation</a:t>
            </a:r>
            <a:endParaRPr lang="en-US" sz="2800" dirty="0"/>
          </a:p>
        </p:txBody>
      </p:sp>
      <p:pic>
        <p:nvPicPr>
          <p:cNvPr id="57" name="Picture 56">
            <a:extLst>
              <a:ext uri="{FF2B5EF4-FFF2-40B4-BE49-F238E27FC236}">
                <a16:creationId xmlns:a16="http://schemas.microsoft.com/office/drawing/2014/main" id="{575E2160-637A-83BB-B62F-47CDC9AC5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7A9013F3-365F-B8EE-0D27-921035443A83}"/>
              </a:ext>
            </a:extLst>
          </p:cNvPr>
          <p:cNvGrpSpPr/>
          <p:nvPr/>
        </p:nvGrpSpPr>
        <p:grpSpPr>
          <a:xfrm>
            <a:off x="7414867" y="518995"/>
            <a:ext cx="455009" cy="454080"/>
            <a:chOff x="3363305" y="1063034"/>
            <a:chExt cx="455009" cy="454080"/>
          </a:xfrm>
        </p:grpSpPr>
        <p:sp>
          <p:nvSpPr>
            <p:cNvPr id="59" name="Google Shape;1205;p25">
              <a:extLst>
                <a:ext uri="{FF2B5EF4-FFF2-40B4-BE49-F238E27FC236}">
                  <a16:creationId xmlns:a16="http://schemas.microsoft.com/office/drawing/2014/main" id="{9084EBD8-4E7C-5475-5B2B-CF9AD502A66A}"/>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AED0D043-7BAE-3727-0489-6AE600EA227D}"/>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052FB5A3-5275-BB33-F3EF-5BE4E28EB381}"/>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C250E49A-B873-4DE4-A793-1761D485D5B6}"/>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4A0B9E41-9698-8F64-6CB4-F7C970913471}"/>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260A8FEA-2E0F-F74E-D4E8-4ACF52F272E9}"/>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446935EA-4E00-FE56-F3BC-9D9FFBF1E7A1}"/>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D83305E4-4443-B019-BADE-F54FE5E44B6F}"/>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A9D37D5D-72D8-0406-68F9-0659949C3216}"/>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D3225031-F6A1-4540-E0C9-ACDD788F3199}"/>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614A1B07-00F1-1C57-4251-A7691921CBB5}"/>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4333D10E-2949-E1E3-9057-89095C26BCAE}"/>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57DA9A02-CB2D-BDBC-0E23-E39E93CBEBCE}"/>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E2199145-40B6-7BBE-FFB8-B652FC61BD0E}"/>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75CD2E78-C04C-F569-3ED7-D052C54DBF1E}"/>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E112CC03-8A42-314D-2EB0-92CD15CB1ECE}"/>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9828DC98-4F51-C79D-E2E4-3C551E3317C3}"/>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2AEC3CC5-18BF-B9E8-4F5C-DBD47764EB1B}"/>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826B0997-129D-7179-14ED-4F8463F0EB83}"/>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0E02237C-5A41-C419-A771-6CD9DAFC662D}"/>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1468D722-0E18-9BC2-4A5F-2430F64ACF64}"/>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25BF2EDD-B212-0C23-B6D2-455B1CEBDA11}"/>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30" name="Picture 6">
            <a:extLst>
              <a:ext uri="{FF2B5EF4-FFF2-40B4-BE49-F238E27FC236}">
                <a16:creationId xmlns:a16="http://schemas.microsoft.com/office/drawing/2014/main" id="{CF488B55-1053-4753-EABF-352AF694D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1338" y="2197976"/>
            <a:ext cx="1659783" cy="165978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C83ECC33-7B96-EBCF-FB60-29D42A2729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5511" y="2391856"/>
            <a:ext cx="1392342" cy="139234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0C8AF4B9-473E-AB7C-3F34-04FDD26CBB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1007" y="2452410"/>
            <a:ext cx="1150913" cy="1150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646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31A7DB4C-CC2D-22E9-F691-4931355275FC}"/>
            </a:ext>
          </a:extLst>
        </p:cNvPr>
        <p:cNvGrpSpPr/>
        <p:nvPr/>
      </p:nvGrpSpPr>
      <p:grpSpPr>
        <a:xfrm>
          <a:off x="0" y="0"/>
          <a:ext cx="0" cy="0"/>
          <a:chOff x="0" y="0"/>
          <a:chExt cx="0" cy="0"/>
        </a:xfrm>
      </p:grpSpPr>
      <p:sp>
        <p:nvSpPr>
          <p:cNvPr id="275" name="Google Shape;275;p18">
            <a:extLst>
              <a:ext uri="{FF2B5EF4-FFF2-40B4-BE49-F238E27FC236}">
                <a16:creationId xmlns:a16="http://schemas.microsoft.com/office/drawing/2014/main" id="{E4E5222B-5BF7-9820-4504-23E6B84B4BDF}"/>
              </a:ext>
            </a:extLst>
          </p:cNvPr>
          <p:cNvSpPr/>
          <p:nvPr/>
        </p:nvSpPr>
        <p:spPr>
          <a:xfrm>
            <a:off x="936558" y="2138868"/>
            <a:ext cx="1392342" cy="1200484"/>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 name="Title 4">
            <a:extLst>
              <a:ext uri="{FF2B5EF4-FFF2-40B4-BE49-F238E27FC236}">
                <a16:creationId xmlns:a16="http://schemas.microsoft.com/office/drawing/2014/main" id="{F3495590-435C-CE04-AA3C-B6CA57EAEF75}"/>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5.3 Formula / Calculation</a:t>
            </a:r>
            <a:endParaRPr lang="en-US" sz="2800" dirty="0"/>
          </a:p>
        </p:txBody>
      </p:sp>
      <p:grpSp>
        <p:nvGrpSpPr>
          <p:cNvPr id="6" name="Google Shape;2315;p35">
            <a:extLst>
              <a:ext uri="{FF2B5EF4-FFF2-40B4-BE49-F238E27FC236}">
                <a16:creationId xmlns:a16="http://schemas.microsoft.com/office/drawing/2014/main" id="{EC7E62E5-41D0-6F71-756F-9F22AE4F4F44}"/>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73F8A00C-D3D4-74FF-5BCD-0A0472C9CA84}"/>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717BCBF7-5D23-9278-B4E8-F0FF7A428996}"/>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5A494A99-66D8-C75D-4E92-40CCD680B6C3}"/>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DBE53FD8-1879-6793-2376-A43D9D836496}"/>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46F3DBD3-8AC5-C05A-B6BA-AB0B319C6F38}"/>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F1BC30BF-DDA0-1627-3811-326662E8D690}"/>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845E034D-1509-AEE7-D15A-E568D3AD7CAB}"/>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2234AEAD-B2D7-E8F0-B48B-C52DB001394D}"/>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9F581A7A-346F-7326-4F9E-FA60590B2226}"/>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928D5E18-E0EF-F48E-6176-7F7209E3BA96}"/>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A77F7BDB-6672-F01C-F0D4-7CF445CCBF11}"/>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38D10ED6-0138-768E-FE03-7576836381A5}"/>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7B4C3CE1-F3E9-DB1F-4B22-BCBB92717664}"/>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85F02E53-7851-CC72-095B-226D8BFDBC03}"/>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F7541E9D-546E-E5D7-7A15-C9C18202BEE0}"/>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CD685E9E-2F2A-F100-10B2-BAB6E9249CBF}"/>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A0A30EBA-032C-8C22-8B57-BFE353C919FE}"/>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D8851CDE-1F61-16AD-8F3D-4686D3C7C68F}"/>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1F0B3CFE-159E-77AD-0C41-6469AE849369}"/>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9352E7B1-A0CA-995E-5705-7C0F98EBE4B9}"/>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09F63D94-1F52-F39D-B29A-CCE9A094E2B2}"/>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12E3D336-06FA-65CB-8400-65E0D0145CF6}"/>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D12CFEA3-1743-62DF-BE39-940191BA7653}"/>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2B9E2B20-DEF4-D8CA-CD2E-2FE53F3FF2AD}"/>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A36CE0EB-EDE6-7AF9-2349-B6AF5C4D8BC1}"/>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A1AF28BE-9F37-BFFA-507E-95A863FCF6F7}"/>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C35981C6-F57D-12D2-F55E-0ACEC15A891E}"/>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2B4A5E89-ECBE-CE0E-625F-2BEAC57703B1}"/>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46980275-1D63-7154-05FD-F1C57D700C0F}"/>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57D7851E-69E8-A532-86BB-A1E348D0478C}"/>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BA509771-B3C2-212D-B32B-B6F88F093DC8}"/>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6E828FC4-0953-6E9A-1259-AE84CD23AC14}"/>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D623ABC5-936C-1204-659F-8DEEDF4791D1}"/>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F58A574F-0F05-81E9-F6C1-FD0B71441808}"/>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122E13D2-9DC5-EDD6-3F2C-E55B89E71DBF}"/>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E141A3A4-5816-79AC-B338-256D41CACD40}"/>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EBC9CA6E-2A43-2EC2-32FA-933977A96384}"/>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913AA613-3282-F144-8FA7-C52779447B22}"/>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1D28C72A-488E-41FF-0F7E-ADE764E082DC}"/>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59C8623E-08AB-7C3F-DEA2-23FAF4F034BD}"/>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458F05A1-2BE5-2F17-6ECF-B1B021D0A656}"/>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6A454260-31CE-32A0-8D26-82EFFD30E3DF}"/>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DD9EE192-3F9A-CBEF-8D28-A4B3494CBA79}"/>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9D033623-45E0-E042-CD2D-D5D50775800B}"/>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6182E057-8955-6EFC-3EBA-6A8721AFB010}"/>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5A882E26-1AA1-D035-DC0E-D1BB64FF1439}"/>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6E7609EC-6273-7D38-4B6C-5EE565CAA9CF}"/>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5E2B4F7E-59EE-97D7-1503-9484318E1793}"/>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135EFDD3-313B-192F-CE83-95BD1924813F}"/>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1B4AE94B-20B7-BAFF-926E-EAF162353BB8}"/>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D466E74A-B5EC-B298-6C9F-803061E3DF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32CD7135-7E84-09FA-40EF-B61232ECEA8D}"/>
              </a:ext>
            </a:extLst>
          </p:cNvPr>
          <p:cNvGrpSpPr/>
          <p:nvPr/>
        </p:nvGrpSpPr>
        <p:grpSpPr>
          <a:xfrm>
            <a:off x="7282520" y="345171"/>
            <a:ext cx="455009" cy="454080"/>
            <a:chOff x="3363305" y="1063034"/>
            <a:chExt cx="455009" cy="454080"/>
          </a:xfrm>
        </p:grpSpPr>
        <p:sp>
          <p:nvSpPr>
            <p:cNvPr id="59" name="Google Shape;1205;p25">
              <a:extLst>
                <a:ext uri="{FF2B5EF4-FFF2-40B4-BE49-F238E27FC236}">
                  <a16:creationId xmlns:a16="http://schemas.microsoft.com/office/drawing/2014/main" id="{8D4BAD27-C1DA-1209-9817-C24BCDFC3F14}"/>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56C0C2E4-BB6A-7269-8BC7-3DD5E2622BBC}"/>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EF167C01-A567-67DB-96D2-64E5385E9A78}"/>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2E4B25CB-017D-DF18-7FF0-2DCE1191D2BD}"/>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EB6B5756-569E-94D2-353A-F975296D0C7E}"/>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02296265-B746-E3C6-DB33-EE9C31A6B917}"/>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C33086D4-107F-9AF8-E2BD-A448B2DCE00B}"/>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26E84FA9-850A-3C6B-868F-530C6059FA6A}"/>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3E78EE89-682C-8C52-B9CA-9E5F467DD44F}"/>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F706F153-5C08-B024-3CA2-1DBA05FDC3C2}"/>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78C802F5-A10B-45D4-261B-34876E25C8AB}"/>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01AFA697-2266-F993-47C5-91B11A22D393}"/>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20578ADD-9267-B8DE-D77D-4AB3E7A3EF04}"/>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BB3409A6-EDC5-40E5-E088-30ECDFA6C4C1}"/>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1ECFD6FA-AE42-1FAF-B4EE-8BFB63FBFDB6}"/>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2AE0AA9C-6F22-EEEC-73BE-5BF650B93723}"/>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E88F4004-9A64-E40A-1C58-FF248C1AD1A8}"/>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20F51E53-B9BD-372A-F52C-53CE18E76C19}"/>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1EE875F3-86B4-59AF-3C61-DD8683D8D5FB}"/>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7D64781B-8AD0-8D50-9F09-86B244105321}"/>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473EFB94-C7FC-7481-3314-0925697E86D1}"/>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370C60E4-E333-0BB9-AF6F-68FA58C92D76}"/>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6">
            <a:extLst>
              <a:ext uri="{FF2B5EF4-FFF2-40B4-BE49-F238E27FC236}">
                <a16:creationId xmlns:a16="http://schemas.microsoft.com/office/drawing/2014/main" id="{1E7D90AA-3C30-2C88-E4C8-17D1A8435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0580" y="1885154"/>
            <a:ext cx="1659783" cy="1659783"/>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428;p18">
            <a:extLst>
              <a:ext uri="{FF2B5EF4-FFF2-40B4-BE49-F238E27FC236}">
                <a16:creationId xmlns:a16="http://schemas.microsoft.com/office/drawing/2014/main" id="{BD09501D-5371-53AF-F159-648471FFBB82}"/>
              </a:ext>
            </a:extLst>
          </p:cNvPr>
          <p:cNvSpPr txBox="1"/>
          <p:nvPr/>
        </p:nvSpPr>
        <p:spPr>
          <a:xfrm>
            <a:off x="456319" y="1430036"/>
            <a:ext cx="2352820" cy="61257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Total Session Done</a:t>
            </a:r>
            <a:endParaRPr sz="1600" dirty="0">
              <a:solidFill>
                <a:schemeClr val="dk1"/>
              </a:solidFill>
              <a:latin typeface="Montserrat SemiBold"/>
              <a:ea typeface="Montserrat SemiBold"/>
              <a:cs typeface="Montserrat SemiBold"/>
              <a:sym typeface="Montserrat SemiBold"/>
            </a:endParaRPr>
          </a:p>
        </p:txBody>
      </p:sp>
      <p:pic>
        <p:nvPicPr>
          <p:cNvPr id="272" name="Picture 271">
            <a:extLst>
              <a:ext uri="{FF2B5EF4-FFF2-40B4-BE49-F238E27FC236}">
                <a16:creationId xmlns:a16="http://schemas.microsoft.com/office/drawing/2014/main" id="{0867E0BE-1E66-D38E-E6CD-CD6704018948}"/>
              </a:ext>
            </a:extLst>
          </p:cNvPr>
          <p:cNvPicPr>
            <a:picLocks noChangeAspect="1"/>
          </p:cNvPicPr>
          <p:nvPr/>
        </p:nvPicPr>
        <p:blipFill>
          <a:blip r:embed="rId5"/>
          <a:stretch>
            <a:fillRect/>
          </a:stretch>
        </p:blipFill>
        <p:spPr>
          <a:xfrm>
            <a:off x="2809139" y="1430036"/>
            <a:ext cx="5273040" cy="2270760"/>
          </a:xfrm>
          <a:prstGeom prst="rect">
            <a:avLst/>
          </a:prstGeom>
          <a:ln>
            <a:solidFill>
              <a:schemeClr val="tx1"/>
            </a:solidFill>
          </a:ln>
        </p:spPr>
      </p:pic>
    </p:spTree>
    <p:extLst>
      <p:ext uri="{BB962C8B-B14F-4D97-AF65-F5344CB8AC3E}">
        <p14:creationId xmlns:p14="http://schemas.microsoft.com/office/powerpoint/2010/main" val="3875797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15D1FF9E-5CCE-0E7C-12AB-9199363A6B8E}"/>
            </a:ext>
          </a:extLst>
        </p:cNvPr>
        <p:cNvGrpSpPr/>
        <p:nvPr/>
      </p:nvGrpSpPr>
      <p:grpSpPr>
        <a:xfrm>
          <a:off x="0" y="0"/>
          <a:ext cx="0" cy="0"/>
          <a:chOff x="0" y="0"/>
          <a:chExt cx="0" cy="0"/>
        </a:xfrm>
      </p:grpSpPr>
      <p:sp>
        <p:nvSpPr>
          <p:cNvPr id="275" name="Google Shape;275;p18">
            <a:extLst>
              <a:ext uri="{FF2B5EF4-FFF2-40B4-BE49-F238E27FC236}">
                <a16:creationId xmlns:a16="http://schemas.microsoft.com/office/drawing/2014/main" id="{5BD0EF26-A169-B871-3A27-440A4B0B3F22}"/>
              </a:ext>
            </a:extLst>
          </p:cNvPr>
          <p:cNvSpPr/>
          <p:nvPr/>
        </p:nvSpPr>
        <p:spPr>
          <a:xfrm>
            <a:off x="6879195" y="2198188"/>
            <a:ext cx="1392342" cy="1200484"/>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5" name="Title 4">
            <a:extLst>
              <a:ext uri="{FF2B5EF4-FFF2-40B4-BE49-F238E27FC236}">
                <a16:creationId xmlns:a16="http://schemas.microsoft.com/office/drawing/2014/main" id="{2D1F7E44-2FCE-2CF2-01F7-71814434E036}"/>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5.3 Formula / Calculation</a:t>
            </a:r>
            <a:endParaRPr lang="en-US" sz="2800" dirty="0"/>
          </a:p>
        </p:txBody>
      </p:sp>
      <p:grpSp>
        <p:nvGrpSpPr>
          <p:cNvPr id="6" name="Google Shape;2315;p35">
            <a:extLst>
              <a:ext uri="{FF2B5EF4-FFF2-40B4-BE49-F238E27FC236}">
                <a16:creationId xmlns:a16="http://schemas.microsoft.com/office/drawing/2014/main" id="{2BAD8FA7-B2E3-EDD3-32A1-073793A5CEA1}"/>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7500E1AB-CD56-0CA9-331C-63E2191F4854}"/>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A3053924-67E7-8731-013C-0F46DF74481C}"/>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955EAF65-BE3B-B19E-2808-8239E17E7094}"/>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104C6984-4720-ABD8-F465-EEC678A32CFF}"/>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29907F8F-0548-C604-0818-4D128F7E6CB1}"/>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03886527-48A7-5A98-2531-8EE80B819937}"/>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F81A10C9-D8AB-6E27-1360-296390E52891}"/>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02A86932-F450-F8C8-32E0-E379A2C3A0E2}"/>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8196F573-72D6-F600-C325-4B9B7C8C7997}"/>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FA120028-ED55-4079-078A-1891B9C67564}"/>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FBE38852-0A36-94FA-0502-A64663C29E82}"/>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0AE4E4D3-336B-521F-3F6E-8A15C2C3C58E}"/>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07B5993D-CDD2-23B0-D049-6597875CD2E4}"/>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9A62C95D-B350-5579-F134-F02E1156B6C0}"/>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3EC38A42-6F78-4BB8-34F0-B6311C433977}"/>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77295E2E-9BE0-AE05-3AA1-FC2349FE0CB7}"/>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410502AC-26D0-CF34-26A7-1B417F7E2D3D}"/>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7355AD9C-FA55-8248-ECC6-DF791E295825}"/>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C250D321-7F2D-3E04-9539-DCECFDEA381E}"/>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2015EC53-F514-E8AC-EA45-60637E9EFAD9}"/>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31295747-1136-DFF0-A0EE-4C98E677B1B6}"/>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0DA9369F-5124-B96B-3251-CCC103D5A433}"/>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3E74A740-E0BD-6437-A8D0-A582AB9C2A5E}"/>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7DD27DD3-654C-1EB5-4655-9A0A4499FF3D}"/>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2A9D03EC-F483-2133-DE4C-FA19F840DB5C}"/>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2C45B4FB-2A1E-28B6-5EA4-231EEDD41761}"/>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356BFB88-9E5C-564A-23CC-6A9D49310D81}"/>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DE7B34B2-2ED8-D258-3036-BC61D470C9C9}"/>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C97EA564-832A-7F50-C52D-9188E546D1ED}"/>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1F597813-04FF-1838-2046-124AA3E430E9}"/>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CE991A14-29D6-BF9F-0BE6-22146216E56E}"/>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4E34AB2D-7F5B-0451-4721-E3C70282F1FB}"/>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3BDAFF29-1294-855F-6F1C-4A7E725761CE}"/>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67314F0C-2F30-91D7-4F5C-0A2EB935FEC9}"/>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B8E7285E-8343-CDBB-142F-08CEB4AE0BE6}"/>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E45B2879-0586-1D34-DDAE-8654E240B9FE}"/>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40BDFB2F-F55D-34BE-9476-5CDB3CF5BB8F}"/>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6FE1D7DE-8709-3D22-5364-0189E76F5659}"/>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5A5345AA-2730-3873-D3C3-B8A61F917E75}"/>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48672E8A-42FE-781F-9DB9-779C7B7AD3ED}"/>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046F31C9-D7D6-3150-FD6C-45D318D0AA81}"/>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EDCB4849-9E00-829E-B2B3-440DCD0303F6}"/>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8B8E8C37-12AD-92F9-A3EE-265E0D4E465B}"/>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26E6B82D-9448-88F0-F34E-692B88E77626}"/>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0C9156FE-905C-E4EF-FD7E-36E55E72A2E2}"/>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6CA93ABA-52BC-23CD-8BED-F405D37CD4A6}"/>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BF5AB3E1-2964-6D93-B455-CDE08E88B03B}"/>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FAE22D0E-01D4-DAF7-4C83-C97A955D9370}"/>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28313F37-8877-ECEE-B20F-E591DD1CAE8F}"/>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ACE5CCD6-23B5-0688-01B0-D5DA2ED02EEC}"/>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F6597A46-65C4-B80E-7250-2183CD46F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CDBB5B21-72FF-3478-6092-B089471AB7B8}"/>
              </a:ext>
            </a:extLst>
          </p:cNvPr>
          <p:cNvGrpSpPr/>
          <p:nvPr/>
        </p:nvGrpSpPr>
        <p:grpSpPr>
          <a:xfrm>
            <a:off x="7544305" y="315545"/>
            <a:ext cx="455009" cy="454080"/>
            <a:chOff x="3363305" y="1063034"/>
            <a:chExt cx="455009" cy="454080"/>
          </a:xfrm>
        </p:grpSpPr>
        <p:sp>
          <p:nvSpPr>
            <p:cNvPr id="59" name="Google Shape;1205;p25">
              <a:extLst>
                <a:ext uri="{FF2B5EF4-FFF2-40B4-BE49-F238E27FC236}">
                  <a16:creationId xmlns:a16="http://schemas.microsoft.com/office/drawing/2014/main" id="{4FAEC910-041C-95FD-7EFC-B201DE1C12CD}"/>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B3C70EB1-3D6B-2B08-34A8-0D11CBF4BD6D}"/>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382695AE-9FF4-9DC7-1EB6-FD6409B9568B}"/>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4CE7ED96-A48E-B610-4903-D175C9B185F6}"/>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F7FA079F-D09E-4694-2D3A-244FFF29A61E}"/>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F59241A1-9B51-AE31-4AA7-BC26DBB0FE4C}"/>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60D4B524-6E3F-F7E2-A377-F9A8282528B8}"/>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E5978EF7-10E3-8F11-3F07-F34EB7A282C1}"/>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ABA4738E-304D-2BCB-E9AB-845CD991CFA9}"/>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996C1AA8-C3EA-1CEF-4300-5E285629E07D}"/>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6A137928-8B3C-D341-2D97-275D722F73C9}"/>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29E51F29-4249-C810-EF56-36096CBD83C0}"/>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F9043766-3360-60EE-01B4-47E93A0C69BC}"/>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7CB98F54-258F-D698-DEF8-182A2953EF41}"/>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FDF88159-4ABA-9B0F-1C10-EF1CBE2D6963}"/>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9BA0C640-FA32-5A27-A82B-C63463A9FB31}"/>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07B41D08-DDFA-1E14-B392-918E5C2FB129}"/>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62374270-9342-70D3-D66F-49BFD25CBC1E}"/>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A17E369A-8B08-5F91-0BA1-AF7B8B865668}"/>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5D98C1F8-07AA-09B8-45CF-306D7035C534}"/>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0BDF17E0-123F-EB72-23DD-8017BD081392}"/>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605AAD44-F95E-B4A7-A445-039742C27288}"/>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429;p18">
            <a:extLst>
              <a:ext uri="{FF2B5EF4-FFF2-40B4-BE49-F238E27FC236}">
                <a16:creationId xmlns:a16="http://schemas.microsoft.com/office/drawing/2014/main" id="{C2850B3E-C0C3-ADF6-5595-587460E62B11}"/>
              </a:ext>
            </a:extLst>
          </p:cNvPr>
          <p:cNvSpPr txBox="1"/>
          <p:nvPr/>
        </p:nvSpPr>
        <p:spPr>
          <a:xfrm>
            <a:off x="6408796" y="1528368"/>
            <a:ext cx="2440059" cy="61257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Learning Style Quiz</a:t>
            </a:r>
            <a:endParaRPr sz="1600" dirty="0">
              <a:solidFill>
                <a:schemeClr val="dk1"/>
              </a:solidFill>
              <a:latin typeface="Montserrat SemiBold"/>
              <a:ea typeface="Montserrat SemiBold"/>
              <a:cs typeface="Montserrat SemiBold"/>
              <a:sym typeface="Montserrat SemiBold"/>
            </a:endParaRPr>
          </a:p>
        </p:txBody>
      </p:sp>
      <p:pic>
        <p:nvPicPr>
          <p:cNvPr id="272" name="Picture 2">
            <a:extLst>
              <a:ext uri="{FF2B5EF4-FFF2-40B4-BE49-F238E27FC236}">
                <a16:creationId xmlns:a16="http://schemas.microsoft.com/office/drawing/2014/main" id="{68FF37CE-863A-09D7-BCF3-139CE50B02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9760" y="2222973"/>
            <a:ext cx="1150913" cy="1150913"/>
          </a:xfrm>
          <a:prstGeom prst="rect">
            <a:avLst/>
          </a:prstGeom>
          <a:noFill/>
          <a:extLst>
            <a:ext uri="{909E8E84-426E-40DD-AFC4-6F175D3DCCD1}">
              <a14:hiddenFill xmlns:a14="http://schemas.microsoft.com/office/drawing/2010/main">
                <a:solidFill>
                  <a:srgbClr val="FFFFFF"/>
                </a:solidFill>
              </a14:hiddenFill>
            </a:ext>
          </a:extLst>
        </p:spPr>
      </p:pic>
      <p:pic>
        <p:nvPicPr>
          <p:cNvPr id="277" name="Picture 276">
            <a:extLst>
              <a:ext uri="{FF2B5EF4-FFF2-40B4-BE49-F238E27FC236}">
                <a16:creationId xmlns:a16="http://schemas.microsoft.com/office/drawing/2014/main" id="{4C997280-842B-149E-7718-19C686851E05}"/>
              </a:ext>
            </a:extLst>
          </p:cNvPr>
          <p:cNvPicPr>
            <a:picLocks noChangeAspect="1"/>
          </p:cNvPicPr>
          <p:nvPr/>
        </p:nvPicPr>
        <p:blipFill>
          <a:blip r:embed="rId5"/>
          <a:srcRect r="8348"/>
          <a:stretch/>
        </p:blipFill>
        <p:spPr>
          <a:xfrm>
            <a:off x="805491" y="1216688"/>
            <a:ext cx="5699950" cy="3163481"/>
          </a:xfrm>
          <a:prstGeom prst="rect">
            <a:avLst/>
          </a:prstGeom>
          <a:ln>
            <a:solidFill>
              <a:schemeClr val="tx1"/>
            </a:solidFill>
          </a:ln>
        </p:spPr>
      </p:pic>
    </p:spTree>
    <p:extLst>
      <p:ext uri="{BB962C8B-B14F-4D97-AF65-F5344CB8AC3E}">
        <p14:creationId xmlns:p14="http://schemas.microsoft.com/office/powerpoint/2010/main" val="340065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EF1921BC-91C5-8DB6-835F-9A0566B762EC}"/>
            </a:ext>
          </a:extLst>
        </p:cNvPr>
        <p:cNvGrpSpPr/>
        <p:nvPr/>
      </p:nvGrpSpPr>
      <p:grpSpPr>
        <a:xfrm>
          <a:off x="0" y="0"/>
          <a:ext cx="0" cy="0"/>
          <a:chOff x="0" y="0"/>
          <a:chExt cx="0" cy="0"/>
        </a:xfrm>
      </p:grpSpPr>
      <p:sp>
        <p:nvSpPr>
          <p:cNvPr id="275" name="Google Shape;275;p18">
            <a:extLst>
              <a:ext uri="{FF2B5EF4-FFF2-40B4-BE49-F238E27FC236}">
                <a16:creationId xmlns:a16="http://schemas.microsoft.com/office/drawing/2014/main" id="{100A7653-132F-D43C-01A1-848540A43FA5}"/>
              </a:ext>
            </a:extLst>
          </p:cNvPr>
          <p:cNvSpPr/>
          <p:nvPr/>
        </p:nvSpPr>
        <p:spPr>
          <a:xfrm>
            <a:off x="936558" y="2138868"/>
            <a:ext cx="1392342" cy="1200484"/>
          </a:xfrm>
          <a:prstGeom prst="hexagon">
            <a:avLst>
              <a:gd name="adj" fmla="val 28852"/>
              <a:gd name="vf" fmla="val 115470"/>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428" name="Google Shape;428;p18">
            <a:extLst>
              <a:ext uri="{FF2B5EF4-FFF2-40B4-BE49-F238E27FC236}">
                <a16:creationId xmlns:a16="http://schemas.microsoft.com/office/drawing/2014/main" id="{A2F5468D-77AB-F15B-E698-5E1D66BCF50F}"/>
              </a:ext>
            </a:extLst>
          </p:cNvPr>
          <p:cNvSpPr txBox="1"/>
          <p:nvPr/>
        </p:nvSpPr>
        <p:spPr>
          <a:xfrm>
            <a:off x="452550" y="1430362"/>
            <a:ext cx="2352820" cy="61257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Montserrat SemiBold"/>
                <a:ea typeface="Montserrat SemiBold"/>
                <a:cs typeface="Montserrat SemiBold"/>
                <a:sym typeface="Montserrat SemiBold"/>
              </a:rPr>
              <a:t>Pomodoro</a:t>
            </a:r>
            <a:endParaRPr sz="1600" dirty="0">
              <a:solidFill>
                <a:schemeClr val="dk1"/>
              </a:solidFill>
              <a:latin typeface="Montserrat SemiBold"/>
              <a:ea typeface="Montserrat SemiBold"/>
              <a:cs typeface="Montserrat SemiBold"/>
              <a:sym typeface="Montserrat SemiBold"/>
            </a:endParaRPr>
          </a:p>
        </p:txBody>
      </p:sp>
      <p:sp>
        <p:nvSpPr>
          <p:cNvPr id="5" name="Title 4">
            <a:extLst>
              <a:ext uri="{FF2B5EF4-FFF2-40B4-BE49-F238E27FC236}">
                <a16:creationId xmlns:a16="http://schemas.microsoft.com/office/drawing/2014/main" id="{0142DF30-F9BF-1A4C-E128-21F08940AB96}"/>
              </a:ext>
            </a:extLst>
          </p:cNvPr>
          <p:cNvSpPr>
            <a:spLocks noGrp="1"/>
          </p:cNvSpPr>
          <p:nvPr>
            <p:ph type="title"/>
          </p:nvPr>
        </p:nvSpPr>
        <p:spPr>
          <a:xfrm>
            <a:off x="452550" y="411475"/>
            <a:ext cx="8238900" cy="561600"/>
          </a:xfrm>
        </p:spPr>
        <p:txBody>
          <a:bodyPr/>
          <a:lstStyle/>
          <a:p>
            <a:r>
              <a:rPr lang="en-US" sz="2800" b="1" dirty="0">
                <a:solidFill>
                  <a:schemeClr val="dk1"/>
                </a:solidFill>
                <a:latin typeface="Montserrat"/>
                <a:sym typeface="Montserrat"/>
              </a:rPr>
              <a:t>5.3 Formula / Calculation</a:t>
            </a:r>
            <a:endParaRPr lang="en-US" sz="2800" dirty="0"/>
          </a:p>
        </p:txBody>
      </p:sp>
      <p:grpSp>
        <p:nvGrpSpPr>
          <p:cNvPr id="6" name="Google Shape;2315;p35">
            <a:extLst>
              <a:ext uri="{FF2B5EF4-FFF2-40B4-BE49-F238E27FC236}">
                <a16:creationId xmlns:a16="http://schemas.microsoft.com/office/drawing/2014/main" id="{2D43A287-84B5-757F-53CE-E4D19F3BABB2}"/>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211C739F-8D93-8D22-4ABE-91465C2F1DA3}"/>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72017B24-5AD1-2D1E-45F8-912677BDBDFC}"/>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D99B69F2-0CE9-8A37-AEA9-1714A37F3E46}"/>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10BD6789-37BD-836F-5EDB-1AE49E82CDA2}"/>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9168CF58-22B5-E01E-6B18-7BCF48142E7F}"/>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AF04B6B1-08A0-5BD9-00EF-5D0E2A7A201C}"/>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263AE0EA-4E6E-829C-1BB6-C1433B400AA7}"/>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94A95929-3CEC-E247-FFA6-E53D5BCD4A30}"/>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789F2D40-4056-2D0B-031F-4B9E93913F2E}"/>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B0BB2FCE-D8EA-79A6-0D19-5050481805D4}"/>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FE1BFD36-A412-ED65-342C-5B8B9098475F}"/>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1A70B21C-DAB7-A7A0-1496-4B7B157AD0A7}"/>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14A7BB1E-C049-D01D-772F-B0E47339D71E}"/>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45CCC25F-915F-2DF2-B856-5CFCC2084471}"/>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B0CA5325-C7BB-867A-A655-3812BE6784C7}"/>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715C2086-91B4-A503-CC8A-71B55416F3CF}"/>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C2DB9BC6-1B3D-5016-11D6-6B7C51D4D788}"/>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F52FFEA2-70EB-AD29-95A5-E06FAE94D59B}"/>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0EACE6B9-51C9-E0A7-EEB5-EBBE6756CCF2}"/>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AC404A20-D3F5-3ECC-A78A-86D6B88F63D2}"/>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77BF7EA6-374A-5468-EB3E-F0F059499C3C}"/>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948665EB-0F62-3B14-5082-70756912B8D8}"/>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51D54BEF-634C-F221-6317-F04DF898F698}"/>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C9E49CC6-E8E4-75DE-A814-6FE609E7FB63}"/>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D4A5215C-E1CA-CEE3-E5CD-1E134FFE7B74}"/>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73E7CB59-9FB4-65E8-04D6-E8D41CAB23AC}"/>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E218FC3A-5543-59CA-5BB1-C7227B5BAA01}"/>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48C5A9D4-1381-C6B6-C3C2-DB7D4DCF2D0C}"/>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3E1B9C3E-8A03-B67A-58AF-1C1A788894B7}"/>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EC4BBC45-BB1D-D9C1-BD2A-348F5953DC9E}"/>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196E500F-A3DE-2B2B-9AF3-DFE079CCA220}"/>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2BEF9861-FCB4-CAF7-77D9-BDE85DD7625F}"/>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A788F1FA-CE67-EA5C-59B8-0ED7C99B2908}"/>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4A240E7D-330D-0E13-5A2A-958073FC0947}"/>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912C6D7D-6155-0D4E-1BB6-4FB37E45A348}"/>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5D173E17-5BB0-C082-D3F5-7AAF9789FA30}"/>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4E2B1AEE-B074-18C7-A2B4-5AA911B412C9}"/>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82F68686-42D4-B395-CCB7-3C4741B15A96}"/>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C6F642A5-F5D5-0A51-C9B2-E4E5035DB9BA}"/>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A4AD9B12-51DB-1301-215B-5DF5093EDFB7}"/>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6356857E-4C67-CBF8-8C24-77BF766CEFF4}"/>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C253BE44-2FB9-4DFA-E5E4-C63F6637C7A9}"/>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782FEEE6-6117-F584-AFD5-C133E833B552}"/>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1331B8E0-2973-9CB3-1C32-C8F7599C0A0C}"/>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5CE69812-68D3-656D-D380-EA910924DC0C}"/>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2051D33F-53A8-E25F-59B8-1A25B63D0A6F}"/>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FB27F36A-6C9A-8031-32E5-A43F7D6FD87A}"/>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DE125539-6057-BDF7-5168-EAEFDD14B0A1}"/>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0D899BEA-92EB-E131-9B8A-E474AF6EA939}"/>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8EADF8FB-6106-94B5-A759-BA000A06B712}"/>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83CE8EFC-DD68-0BF1-69C9-D8C19E7F7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93A96D5D-46BE-DB75-5C71-BA483DE37DCB}"/>
              </a:ext>
            </a:extLst>
          </p:cNvPr>
          <p:cNvGrpSpPr/>
          <p:nvPr/>
        </p:nvGrpSpPr>
        <p:grpSpPr>
          <a:xfrm>
            <a:off x="7414867" y="518995"/>
            <a:ext cx="455009" cy="454080"/>
            <a:chOff x="3363305" y="1063034"/>
            <a:chExt cx="455009" cy="454080"/>
          </a:xfrm>
        </p:grpSpPr>
        <p:sp>
          <p:nvSpPr>
            <p:cNvPr id="59" name="Google Shape;1205;p25">
              <a:extLst>
                <a:ext uri="{FF2B5EF4-FFF2-40B4-BE49-F238E27FC236}">
                  <a16:creationId xmlns:a16="http://schemas.microsoft.com/office/drawing/2014/main" id="{082EC4C2-90F6-34EB-44CC-4777E430E756}"/>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87F98BAA-F6CD-8BE5-1446-81DAA7222195}"/>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B54D6BDB-0B54-D994-CA59-FBD3993BAD15}"/>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EE817A1D-E2D0-BB35-58DC-C79252409FDB}"/>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258E81EC-0ACE-4F51-C05F-84B5E4A566EA}"/>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850EF653-CE3E-F87C-4BF3-1644E0569A23}"/>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82286C06-6834-D974-820E-2335CDD93981}"/>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11B3215D-7790-1859-D1B3-D04AF40AFD0B}"/>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BAD22543-361F-35ED-BDE0-9AEEB2C74E2A}"/>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C2D680EF-3D74-0AA7-1B18-A110423A371B}"/>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B6915B62-2500-A848-1C40-8E19CAD9DC35}"/>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8C30A569-08B7-1BCD-AE1B-25A69888007A}"/>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DC86D3FC-3F94-E5AE-2D60-279AE6664A8E}"/>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902A5FEF-5D33-0833-DDA9-61A987B31598}"/>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F984935E-7626-F441-C818-67C13F1F0DFE}"/>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00D994A5-AA8E-DF2F-584B-DBF7A5DC74D9}"/>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BDD82584-268C-1FB8-4324-F41B32449434}"/>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9F59C841-C621-3901-AD10-A16EEC625DE5}"/>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EEA39A3A-8F9F-A7E8-DD76-9953B93A9DEE}"/>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3BCF78E8-EDEC-F945-9634-CF2B41C3B764}"/>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C5897AA5-E7C8-C968-9D8C-33A36D40D3DD}"/>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709617BD-D9D5-503D-415F-F7F424F69239}"/>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8">
            <a:extLst>
              <a:ext uri="{FF2B5EF4-FFF2-40B4-BE49-F238E27FC236}">
                <a16:creationId xmlns:a16="http://schemas.microsoft.com/office/drawing/2014/main" id="{3F82E850-E9C3-04B5-D357-1B199DDC5B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469" y="2104081"/>
            <a:ext cx="1392342" cy="1392342"/>
          </a:xfrm>
          <a:prstGeom prst="rect">
            <a:avLst/>
          </a:prstGeom>
          <a:noFill/>
          <a:extLst>
            <a:ext uri="{909E8E84-426E-40DD-AFC4-6F175D3DCCD1}">
              <a14:hiddenFill xmlns:a14="http://schemas.microsoft.com/office/drawing/2010/main">
                <a:solidFill>
                  <a:srgbClr val="FFFFFF"/>
                </a:solidFill>
              </a14:hiddenFill>
            </a:ext>
          </a:extLst>
        </p:spPr>
      </p:pic>
      <p:pic>
        <p:nvPicPr>
          <p:cNvPr id="272" name="Picture 271">
            <a:extLst>
              <a:ext uri="{FF2B5EF4-FFF2-40B4-BE49-F238E27FC236}">
                <a16:creationId xmlns:a16="http://schemas.microsoft.com/office/drawing/2014/main" id="{8F6F5CC8-2820-9337-0391-0F7530AFD0FA}"/>
              </a:ext>
            </a:extLst>
          </p:cNvPr>
          <p:cNvPicPr>
            <a:picLocks noChangeAspect="1"/>
          </p:cNvPicPr>
          <p:nvPr/>
        </p:nvPicPr>
        <p:blipFill>
          <a:blip r:embed="rId5"/>
          <a:srcRect r="7461"/>
          <a:stretch/>
        </p:blipFill>
        <p:spPr>
          <a:xfrm>
            <a:off x="2489587" y="1278238"/>
            <a:ext cx="5895564" cy="2587024"/>
          </a:xfrm>
          <a:prstGeom prst="rect">
            <a:avLst/>
          </a:prstGeom>
          <a:ln>
            <a:solidFill>
              <a:schemeClr val="tx1"/>
            </a:solidFill>
          </a:ln>
        </p:spPr>
      </p:pic>
    </p:spTree>
    <p:extLst>
      <p:ext uri="{BB962C8B-B14F-4D97-AF65-F5344CB8AC3E}">
        <p14:creationId xmlns:p14="http://schemas.microsoft.com/office/powerpoint/2010/main" val="2927749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4E7FDB91-7C5A-8819-0095-9DA349E3C0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027364-5108-B69F-C880-61E52FB52D13}"/>
              </a:ext>
            </a:extLst>
          </p:cNvPr>
          <p:cNvSpPr>
            <a:spLocks noGrp="1"/>
          </p:cNvSpPr>
          <p:nvPr>
            <p:ph type="title"/>
          </p:nvPr>
        </p:nvSpPr>
        <p:spPr>
          <a:xfrm>
            <a:off x="457058" y="2010150"/>
            <a:ext cx="8238900" cy="561600"/>
          </a:xfrm>
        </p:spPr>
        <p:txBody>
          <a:bodyPr/>
          <a:lstStyle/>
          <a:p>
            <a:pPr marL="0" lvl="0" indent="0" algn="ctr" rtl="0">
              <a:spcBef>
                <a:spcPts val="0"/>
              </a:spcBef>
              <a:spcAft>
                <a:spcPts val="0"/>
              </a:spcAft>
              <a:buNone/>
            </a:pPr>
            <a:r>
              <a:rPr lang="en-US" sz="2800" b="1" dirty="0">
                <a:solidFill>
                  <a:schemeClr val="dk1"/>
                </a:solidFill>
                <a:latin typeface="Montserrat"/>
                <a:sym typeface="Montserrat"/>
              </a:rPr>
              <a:t>5.4 Designing Flowchart</a:t>
            </a:r>
            <a:endParaRPr lang="en-US" sz="2800" b="1" dirty="0">
              <a:solidFill>
                <a:schemeClr val="dk1"/>
              </a:solidFill>
              <a:latin typeface="Montserrat"/>
              <a:sym typeface="Montserrat SemiBold"/>
            </a:endParaRPr>
          </a:p>
        </p:txBody>
      </p:sp>
      <p:grpSp>
        <p:nvGrpSpPr>
          <p:cNvPr id="6" name="Google Shape;2315;p35">
            <a:extLst>
              <a:ext uri="{FF2B5EF4-FFF2-40B4-BE49-F238E27FC236}">
                <a16:creationId xmlns:a16="http://schemas.microsoft.com/office/drawing/2014/main" id="{FA836160-F523-CDE9-97B3-B8E452687F4D}"/>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2A89BBBA-18DD-24B3-FA90-D85ED412AF77}"/>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0952FA74-0996-A8F7-9283-46BA77FC54E5}"/>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53197CBA-0766-D201-2930-95F56891C66B}"/>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EFF09379-266E-23CA-D2F2-B22FECFB8434}"/>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79F16429-7DEB-7C78-BDF3-33D297BCFE87}"/>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5709C9FA-34AE-5BA2-18B6-7DEA89876958}"/>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B6EC6129-35C7-9B94-289C-7C17D5575196}"/>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F944F7AF-C479-E86F-9F61-A25F3C967207}"/>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4F5EEC03-EFFB-282A-21CE-8F8F2EF84760}"/>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DCD817C1-0EB6-73D7-9D53-2257F6380C4A}"/>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A5ECB4E8-6212-DB3D-D6C6-BFC580545C8A}"/>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BD1AD9FC-48D1-E668-70F1-B56985B74AAA}"/>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8816F67C-340F-3FF6-B4C0-A68050847578}"/>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075F1B0D-D909-50D6-2FCC-D4ACC93F088A}"/>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63411D54-A5D5-E4C4-253F-9D7AD046070C}"/>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9816E3D8-3CEB-47A4-E5A8-DFB8A5F565FC}"/>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1AFB57C2-9B12-CE16-B2FB-030317AEE380}"/>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3DC9F185-2104-40EF-6C1B-1778E22B712B}"/>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632BE6E2-3744-7050-CC06-691805B446F5}"/>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C001F1EC-FC4E-A7B4-0FD3-DC59DB3BB235}"/>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3A9442CD-62CC-6BDB-C386-53AD6D0BB22D}"/>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236E68AE-41E4-3D00-B9EF-CFE8DEA793CC}"/>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1506E92D-8893-C798-2F70-2175F51BFEA8}"/>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F1A58600-750A-3D08-7F7F-3CEE99A0553B}"/>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45F64671-64FA-BE06-902A-CDC95C30E04E}"/>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B4146B4B-CB6E-D0A0-D485-3D4066DAA93F}"/>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F86F2290-4242-D82F-E753-5952DB22E22B}"/>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44E8AACE-4EF1-5734-CF5E-2C44C0156824}"/>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816A02DA-7F9D-37E0-B04B-9A84FECBB37A}"/>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72C6AF46-2004-037D-0C44-BD9DCB458771}"/>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2318A60B-FE58-DD9A-117A-DF79D26B71C4}"/>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90B88BD2-FF10-04FC-EE2E-1737A27CB887}"/>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89741B66-E500-C348-31AA-EFC17E206362}"/>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DF63D722-4E79-09A5-CD35-DA0D2C1B9573}"/>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AC295A78-B5D5-BA45-78A8-A8C19CBBF080}"/>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ACB7912E-73EC-D53D-9333-3B92C1F9CF32}"/>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0FA0AFAF-BC32-522E-0599-12876CAC89E3}"/>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DA521065-6D56-BA49-4A84-F096EE6314A6}"/>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E3321AC9-6C3F-69DA-2B05-8DFD9D172CE7}"/>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4D7FEA8F-0497-E3CC-0F78-834CD431B6FB}"/>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E1C88D5E-F719-1FE1-8450-3377C2EDD2F8}"/>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CD1E9DAE-1BB4-6A07-6655-EF60950BD203}"/>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F8BD27C3-3732-AFFE-9B67-9FC5D4FA880C}"/>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813B2989-27A1-6B48-684F-EE4076490F90}"/>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DA8C76EE-2E08-A4A8-34D2-07055048D249}"/>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0934BEA9-E5EA-8D1B-6463-156379E42683}"/>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D1C41D9D-54F0-CA25-107C-73CFEC04D738}"/>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ACB64838-0AEB-4147-8943-16389E3EABB8}"/>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240396F3-178D-7114-7331-DEF49BEC9D8D}"/>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3A20A226-EDA6-880E-9120-F73AA9AA7886}"/>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907A5136-1961-411B-1CED-4F5F35FEB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62DFA48D-A8E3-15CD-8D7B-2D31DDB08D41}"/>
              </a:ext>
            </a:extLst>
          </p:cNvPr>
          <p:cNvGrpSpPr/>
          <p:nvPr/>
        </p:nvGrpSpPr>
        <p:grpSpPr>
          <a:xfrm>
            <a:off x="7414867" y="518995"/>
            <a:ext cx="455009" cy="454080"/>
            <a:chOff x="3363305" y="1063034"/>
            <a:chExt cx="455009" cy="454080"/>
          </a:xfrm>
        </p:grpSpPr>
        <p:sp>
          <p:nvSpPr>
            <p:cNvPr id="59" name="Google Shape;1205;p25">
              <a:extLst>
                <a:ext uri="{FF2B5EF4-FFF2-40B4-BE49-F238E27FC236}">
                  <a16:creationId xmlns:a16="http://schemas.microsoft.com/office/drawing/2014/main" id="{4D85AAF0-7E3A-86A5-5799-0C3F8A74275A}"/>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60812605-5AA7-CC43-4766-EFEE59C5C2E8}"/>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15B380B4-DEF8-4A0B-C989-C4BBBF2E7A31}"/>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A0D7FBAD-59A3-B795-71F3-05F1609F391F}"/>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25495442-753F-F843-0B1D-64139CB2B103}"/>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4C98AFBA-6E81-E640-D9DE-F2AA48BE1FA2}"/>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9A1D953B-177E-9715-4FC8-3ABD3F7F639D}"/>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C539A915-D406-C780-E0FD-223734F66461}"/>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9DE5B398-F44A-C8ED-A7FD-04C84FA27626}"/>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8CE7A55F-7401-3F08-6BE3-1AE336BB08B9}"/>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FD4F6D2A-5D60-C1C9-71CD-50E3469B42FC}"/>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E5FE6C49-6000-728C-EF71-64D4F575A0FC}"/>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1E87E9F3-62F6-9315-1CE1-2F8176C07843}"/>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76FF3C96-0223-DDD0-53C1-B8575401E413}"/>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F65ACADB-03FD-E4C4-4945-9809D1041288}"/>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1E1D2FA6-CDF4-372C-F36C-D6AE5D5B6CC7}"/>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557E4F46-E77E-FC2A-0EC1-B73A4E23738D}"/>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1B670797-7085-3AA6-209E-C702CDA714A6}"/>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84D4DFCE-4D50-4A27-A039-D60219A2D1C5}"/>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12A8CCE3-9249-FB84-E4C7-05F36C9E8CDB}"/>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F5390815-077E-7093-83AD-7332679123DE}"/>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470E5CA9-CD29-FF15-A777-719D7637F2FE}"/>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39591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21ED1F5B-F656-84DE-2C85-804A4E57DB24}"/>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6B70859D-5634-8E20-DD0A-AE078AC283D2}"/>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2818B29A-1DDC-3419-5F86-872DFCE067C2}"/>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FD140BFD-ADBF-9AEE-D03E-561C7E79EF64}"/>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36E9242D-72BD-8CB4-AE75-3DF58FA2BB58}"/>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242CD6EB-EC9B-2015-2FCC-DCC29FDD1E80}"/>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B060CA52-9E68-AD87-5820-98A71BC3F54A}"/>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0D36057F-F79B-513A-5547-9FD780D98F50}"/>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BDFCDEF8-97AC-6DB7-B9E5-2A5A0E0C2E25}"/>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3CE3E857-0306-282C-4F36-E07960D58E61}"/>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E1C6E116-CB65-D6D8-0EE2-82631ABD427F}"/>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A8142C7D-C9A5-09D9-CC1A-53CB5ED2201B}"/>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8E217273-A474-3911-ED7C-D9A92E4F0B40}"/>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6C905066-2C6B-214F-A517-47C3BB072F9F}"/>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FC6B7A61-B768-653F-E907-E87C836A3A77}"/>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0F59FA6B-6C8D-99D0-B127-CF67523BEF18}"/>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DBDACC88-4686-11EF-670E-AD1EF8F6F00B}"/>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A114A481-06E5-E962-EE7E-E881BC34896B}"/>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49393193-A09B-A87A-C4CB-B3A1EC2141FA}"/>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5C1809E8-D530-6214-5646-CBE7E0B2ABD2}"/>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17DDD364-B184-DD15-6054-EF43D9FF8B53}"/>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D708949F-E4C2-19F9-51B2-AAEBD744E764}"/>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B1A48E33-750A-BFDE-A614-D35175B02717}"/>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8BC346C6-CA88-68F5-FC3D-11C25EB49A87}"/>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2BA3AB2B-0E21-6C1F-16DB-0C565CAF1B6C}"/>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5891276B-B4AE-64C7-B097-C62E2C0B25ED}"/>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A1511C1B-ED77-016D-34B9-EADC93A6711C}"/>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17070BE9-8D54-4052-174A-9C606871BDDF}"/>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D7E161E1-8E01-F390-C0C5-A4D121F0DA69}"/>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584B896C-10BC-2FBA-07BB-CC061D76F2EF}"/>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C0314FA2-7627-B40A-CDCE-F9E7BB71A7DD}"/>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F40900A6-3A74-5E3B-C0A1-6F063F333179}"/>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6C1AA6C5-CDF9-A16B-E40F-B3E934227757}"/>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3462BA5A-22A7-7591-8AF9-5A471F7A0CD8}"/>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2B7F9616-2146-C6CF-5D7A-8B5842A80D10}"/>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6A4A8B6B-085A-7A25-72EC-828188A13C20}"/>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95C68C76-8A3A-9456-D341-AB2091193009}"/>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3D0FD02F-D49A-9057-2961-3D90C048E4C6}"/>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FE7CEE55-C20A-77F0-1960-434A7CCE69E5}"/>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E8BF5CE2-839E-6F7A-1C6A-4DE50E30A469}"/>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1ED5E8DF-2953-5212-4EDC-020CFC86C1E4}"/>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1D7FE912-64FC-9F2A-6879-4B425AA9F7CA}"/>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76159A57-E815-ABA1-CA3C-01806ED3431A}"/>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0062CA38-F823-5457-56FD-EF46D8A7EF1E}"/>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75477BAD-5542-0E49-CF3E-704788289F35}"/>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CB746E69-B9FE-3C2C-B98C-FA9EFC94CDC4}"/>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4623F68E-3F2D-E560-668C-E3D3CCEB9122}"/>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A723C86F-A0F6-AC7D-48BD-9B50396B9E6E}"/>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46FF5E3E-C549-5247-069E-B1716F703E4D}"/>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A8BEF9FB-28CA-77E5-A622-1A71CCA8AFDF}"/>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EC2A3768-9366-F805-EE65-E1A1C9569F05}"/>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DFDF07CA-524C-45E8-EB24-9615003836BC}"/>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847CFE5D-28F7-0C87-E1E8-2C535B048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4D68477F-82B5-A405-1A38-2F50D6CB6F0A}"/>
              </a:ext>
            </a:extLst>
          </p:cNvPr>
          <p:cNvGrpSpPr/>
          <p:nvPr/>
        </p:nvGrpSpPr>
        <p:grpSpPr>
          <a:xfrm>
            <a:off x="7562878" y="298065"/>
            <a:ext cx="455009" cy="454080"/>
            <a:chOff x="3363305" y="1063034"/>
            <a:chExt cx="455009" cy="454080"/>
          </a:xfrm>
        </p:grpSpPr>
        <p:sp>
          <p:nvSpPr>
            <p:cNvPr id="59" name="Google Shape;1205;p25">
              <a:extLst>
                <a:ext uri="{FF2B5EF4-FFF2-40B4-BE49-F238E27FC236}">
                  <a16:creationId xmlns:a16="http://schemas.microsoft.com/office/drawing/2014/main" id="{ECEDA4AE-CC20-EA4E-0EA2-25A01F331D4C}"/>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F6D0432B-160E-242D-53ED-FF9519EF69AF}"/>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02412A99-45FF-B1AA-FBE3-24C803CE2A05}"/>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935D43E0-3776-8D66-A9E2-4A5CAFC0FBAE}"/>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6D23F0C2-5224-9EE6-F8AD-643873DBB5E6}"/>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E269C55B-73C7-E3A5-6EE6-C90E7273318D}"/>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51B703CA-4A87-2FA2-FD63-E64F680D3E94}"/>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152DD2AC-F067-E597-C4F1-089DD6A01995}"/>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24DFC8B4-6C9A-DFF5-5D7E-DA893D141E10}"/>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91AA9FB1-8CD2-7C9D-BF29-7D9C7280187C}"/>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99F07A3B-832F-CD52-5DC9-7A3FD3CD426B}"/>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EFBDD404-E43D-2B12-2CBF-7FBFB6025427}"/>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C6ED5943-4AA5-695A-8F04-D1DC88B6B59D}"/>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5FBB15AE-F5E5-B52B-858B-574FE9D95A01}"/>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3D12ABDF-BD66-5A3C-B3B4-2BE41D64FA9B}"/>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803AFF4C-572B-8AFE-A95D-5B7BC57A4BDC}"/>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96A694D2-6DD6-7242-413C-925BC895095B}"/>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97E084A6-98E5-7300-4D15-9454AA534901}"/>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303D6337-A598-7978-8882-798ED93E2EA3}"/>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BDC9C233-1C7E-70C1-43F4-E1D060E1B2CC}"/>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AECDB9A4-40D8-025D-B7C4-3B461280C257}"/>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EF8A7763-B776-6ECC-84D8-94FE422A6B39}"/>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diagram of a software flowchart&#10;&#10;Description automatically generated">
            <a:extLst>
              <a:ext uri="{FF2B5EF4-FFF2-40B4-BE49-F238E27FC236}">
                <a16:creationId xmlns:a16="http://schemas.microsoft.com/office/drawing/2014/main" id="{AB95053D-335A-B71C-0A35-C7850188DEE4}"/>
              </a:ext>
            </a:extLst>
          </p:cNvPr>
          <p:cNvPicPr>
            <a:picLocks noChangeAspect="1"/>
          </p:cNvPicPr>
          <p:nvPr/>
        </p:nvPicPr>
        <p:blipFill>
          <a:blip r:embed="rId4"/>
          <a:stretch>
            <a:fillRect/>
          </a:stretch>
        </p:blipFill>
        <p:spPr>
          <a:xfrm>
            <a:off x="440024" y="336892"/>
            <a:ext cx="3960536" cy="4406028"/>
          </a:xfrm>
          <a:prstGeom prst="rect">
            <a:avLst/>
          </a:prstGeom>
        </p:spPr>
      </p:pic>
      <p:sp>
        <p:nvSpPr>
          <p:cNvPr id="274" name="TextBox 273">
            <a:extLst>
              <a:ext uri="{FF2B5EF4-FFF2-40B4-BE49-F238E27FC236}">
                <a16:creationId xmlns:a16="http://schemas.microsoft.com/office/drawing/2014/main" id="{AFC46748-EEC5-70BA-0583-D3E10494C0C1}"/>
              </a:ext>
            </a:extLst>
          </p:cNvPr>
          <p:cNvSpPr txBox="1"/>
          <p:nvPr/>
        </p:nvSpPr>
        <p:spPr>
          <a:xfrm>
            <a:off x="4825106" y="353857"/>
            <a:ext cx="3279343" cy="307777"/>
          </a:xfrm>
          <a:prstGeom prst="rect">
            <a:avLst/>
          </a:prstGeom>
          <a:noFill/>
        </p:spPr>
        <p:txBody>
          <a:bodyPr wrap="square">
            <a:spAutoFit/>
          </a:bodyPr>
          <a:lstStyle/>
          <a:p>
            <a:pPr algn="ctr"/>
            <a:r>
              <a:rPr lang="en-MY" b="1" dirty="0"/>
              <a:t>Main Module : Main()</a:t>
            </a:r>
          </a:p>
        </p:txBody>
      </p:sp>
      <p:sp>
        <p:nvSpPr>
          <p:cNvPr id="276" name="TextBox 275">
            <a:extLst>
              <a:ext uri="{FF2B5EF4-FFF2-40B4-BE49-F238E27FC236}">
                <a16:creationId xmlns:a16="http://schemas.microsoft.com/office/drawing/2014/main" id="{F6CEABCD-C8BA-88C8-8231-191F6D832B6C}"/>
              </a:ext>
            </a:extLst>
          </p:cNvPr>
          <p:cNvSpPr txBox="1"/>
          <p:nvPr/>
        </p:nvSpPr>
        <p:spPr>
          <a:xfrm>
            <a:off x="4962589" y="2051794"/>
            <a:ext cx="3588130" cy="1107996"/>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 program will call </a:t>
            </a:r>
            <a:r>
              <a:rPr kumimoji="0" lang="en-US" sz="1100" b="0" i="0" u="none" strike="noStrike" kern="0" cap="none" spc="0" normalizeH="0" baseline="0" noProof="0" dirty="0" err="1">
                <a:ln>
                  <a:noFill/>
                </a:ln>
                <a:solidFill>
                  <a:srgbClr val="000000"/>
                </a:solidFill>
                <a:effectLst/>
                <a:uLnTx/>
                <a:uFillTx/>
                <a:latin typeface="Montserrat Medium"/>
                <a:cs typeface="Arial"/>
                <a:sym typeface="Arial"/>
              </a:rPr>
              <a:t>loadUsers</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 to load and retrieve data</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The program will display welcome note and then prompt user with selections</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Call of module or the next action will be taken based on selection chosen.</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p:txBody>
      </p:sp>
    </p:spTree>
    <p:extLst>
      <p:ext uri="{BB962C8B-B14F-4D97-AF65-F5344CB8AC3E}">
        <p14:creationId xmlns:p14="http://schemas.microsoft.com/office/powerpoint/2010/main" val="1205893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070A9872-9857-83A0-A3C9-83E7DD452F64}"/>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FEDF5B54-FF42-6642-15C0-1FBED2AF1BE9}"/>
              </a:ext>
            </a:extLst>
          </p:cNvPr>
          <p:cNvGrpSpPr/>
          <p:nvPr/>
        </p:nvGrpSpPr>
        <p:grpSpPr>
          <a:xfrm>
            <a:off x="139958" y="4471553"/>
            <a:ext cx="450094" cy="454080"/>
            <a:chOff x="2070530" y="1063034"/>
            <a:chExt cx="450094" cy="454080"/>
          </a:xfrm>
        </p:grpSpPr>
        <p:sp>
          <p:nvSpPr>
            <p:cNvPr id="7" name="Google Shape;2316;p35">
              <a:extLst>
                <a:ext uri="{FF2B5EF4-FFF2-40B4-BE49-F238E27FC236}">
                  <a16:creationId xmlns:a16="http://schemas.microsoft.com/office/drawing/2014/main" id="{1FEEF44F-51B0-C4FE-71E3-7301DACAA77A}"/>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458036E0-0447-00AE-3490-01B4E35CE2FB}"/>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B9CC19AC-FBB5-0326-B831-E4E0A6CCE41D}"/>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030B73CE-41F0-0E68-80C1-CDA92520F005}"/>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9D7C600D-837B-C429-36F2-B3E01AF97937}"/>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4E409376-6415-152E-EB03-367614BA86E0}"/>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2B9F1090-DCA6-3991-B824-E08DCAA7BCCB}"/>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307BE2EE-D29D-A249-4D91-7A8D7D67BC3E}"/>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09619604-2BA0-98FA-668D-0DBB4342B136}"/>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A40CBB60-C8DE-6EC5-766D-90B2409615BC}"/>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97733B5C-74E1-2EFF-6654-36B523EB2342}"/>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3158028C-5F34-2CCA-EA36-2C438B9297D9}"/>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AF6A3D53-D88E-BD65-762B-FF95E902594C}"/>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4DA6D66D-26CD-73DF-AD4D-A45FFCCC3109}"/>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DA9B9D55-79B2-FD8B-60AE-828C67B7ED48}"/>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2175DEAF-0AAD-B3A3-7E3D-8036223FA0F7}"/>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C9EB7AD9-7440-A015-2B8B-C8AF68F185F1}"/>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9709E0DA-B385-93C1-0DDA-48CFDC14327F}"/>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0FA9CD22-831A-ECC9-CDFB-D17EC2981C28}"/>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C9FC8193-3B63-2676-BB20-F1BB185A2AAE}"/>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54572C27-2ED6-1A06-1399-303203859CA7}"/>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34B8A3F9-5B4D-8D4F-6B0F-1434DADFD14F}"/>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BD20B74D-0772-5F90-8625-E5427D0919E4}"/>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65F4B61C-FD2E-2E7D-708B-01BDD70F61C6}"/>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BD39A450-B4FA-72E0-9C1F-E53AFEBC689B}"/>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951FDB82-F53C-EF88-EA09-C5A54F8EFE2C}"/>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B6383837-FF46-0BCC-D6C9-6110CD2C4A27}"/>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C8FFCE82-8D94-B530-B42C-2F18268C63B1}"/>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AAA99ADF-E405-5EDA-8E73-4A2D2D8BFBEF}"/>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5FBCFA24-E65D-9231-DE33-C54C2AF8BD24}"/>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AB31BDE9-5F48-DC44-BF16-C7FB47F62A25}"/>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4651176F-ED11-0342-C95A-8E1539DEA485}"/>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9F713CF1-E2B9-50B4-2B81-AAB55BF51207}"/>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687AE61E-F035-0A0A-C4DD-048F762B1217}"/>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A837A5EF-A1A6-29DC-F1DE-B78AD9006690}"/>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6FAACFB4-A355-F004-4C3A-A960AD53297E}"/>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DA7F09BD-107C-F29F-F9DE-8C31CEA1B1B5}"/>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F3458436-FECC-2AF2-A814-DB7DA1F19EB7}"/>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DCB7946E-2F12-DE87-9A6D-CE4C8C17017A}"/>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79E7645B-02CB-3AC6-2327-263EA63F6ED1}"/>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757F4A0A-1EAE-5538-F4DA-C24B83DFAEFF}"/>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B35CEA0B-90F1-CA7F-B1F2-EF39CF51DAAF}"/>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C39900F2-4EBF-7D7F-7B8C-005DD9865D6A}"/>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FF4F661F-847D-9A31-29BD-EA7107943B1E}"/>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4B479D25-5D02-F26E-7CC2-E150D6C9CFB1}"/>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46966B88-681E-02E0-432D-FE83555BFB4D}"/>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1E50CC0F-DF90-8D7C-A1FB-9356C8B6E6E7}"/>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08B73A17-2DA0-F70B-4C3A-2B5517A5EB54}"/>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B2D77AA7-E5B9-1284-0C93-D1E85997C9BC}"/>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5784B5C5-837F-15E0-3125-91FAE3683BBF}"/>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A939ED24-7B6F-4431-F29D-655DF6A2F9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37" y="-5627"/>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0DF77C38-5978-A6CD-22CE-0F0B765470F1}"/>
              </a:ext>
            </a:extLst>
          </p:cNvPr>
          <p:cNvGrpSpPr/>
          <p:nvPr/>
        </p:nvGrpSpPr>
        <p:grpSpPr>
          <a:xfrm>
            <a:off x="935744" y="114530"/>
            <a:ext cx="455009" cy="454080"/>
            <a:chOff x="3363305" y="1063034"/>
            <a:chExt cx="455009" cy="454080"/>
          </a:xfrm>
        </p:grpSpPr>
        <p:sp>
          <p:nvSpPr>
            <p:cNvPr id="59" name="Google Shape;1205;p25">
              <a:extLst>
                <a:ext uri="{FF2B5EF4-FFF2-40B4-BE49-F238E27FC236}">
                  <a16:creationId xmlns:a16="http://schemas.microsoft.com/office/drawing/2014/main" id="{1F705F8F-E657-DB5F-C4B2-3601793420D5}"/>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637A53C3-8E15-E1B7-36CB-92E5A9DEE72C}"/>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E0155780-F38F-3848-C90B-02AABCC22EF6}"/>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FF58ADC0-5772-81B1-346F-2993ED8C6CE7}"/>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C8F25209-926C-C42B-FAD6-79837DDEF23F}"/>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4211E808-2528-F7BC-8B57-673D2AC772C8}"/>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2BF38625-9E89-CEFC-362A-AB7A24C903BB}"/>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DAEA1F03-6EEE-916F-0212-302CF28135D4}"/>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1F244F2A-F52E-8FC1-B885-864B8F8F3023}"/>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53C0020D-4545-C565-028F-8CC7D9E17955}"/>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09160488-841C-1D3B-B645-13FDDA5F6FEE}"/>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6EE76436-51C7-7354-FFE8-DB956DA8A75A}"/>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9BBDFC49-82C9-2CCD-E764-15A4CD063E25}"/>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A6ABB27B-9F16-5E93-F4EF-EBA111612202}"/>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6F4F8841-BC82-0473-39D6-36E8E35EF01A}"/>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B93D4556-D9E1-4595-DF56-23DF58B0A528}"/>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2C9434F4-6D1A-2059-CD04-D64F8B951937}"/>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CFCC2AC7-A946-07D1-9924-5D938BA8182F}"/>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 name="Google Shape;1223;p25">
              <a:extLst>
                <a:ext uri="{FF2B5EF4-FFF2-40B4-BE49-F238E27FC236}">
                  <a16:creationId xmlns:a16="http://schemas.microsoft.com/office/drawing/2014/main" id="{46653A94-44EC-C4D6-088A-56492C7F5F04}"/>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9CA33A99-1889-C432-4C3A-E4AA8EB4D7B7}"/>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BAD0D041-F942-B9EF-6931-9D4D9CD10233}"/>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F3530D05-3577-ED4B-3A65-C24BF5C3DA78}"/>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descr="A diagram of a flowchart&#10;&#10;Description automatically generated">
            <a:extLst>
              <a:ext uri="{FF2B5EF4-FFF2-40B4-BE49-F238E27FC236}">
                <a16:creationId xmlns:a16="http://schemas.microsoft.com/office/drawing/2014/main" id="{DFA482D0-E872-D9BF-3C19-2C1D3401329A}"/>
              </a:ext>
            </a:extLst>
          </p:cNvPr>
          <p:cNvPicPr>
            <a:picLocks noChangeAspect="1"/>
          </p:cNvPicPr>
          <p:nvPr/>
        </p:nvPicPr>
        <p:blipFill>
          <a:blip r:embed="rId4"/>
          <a:stretch>
            <a:fillRect/>
          </a:stretch>
        </p:blipFill>
        <p:spPr>
          <a:xfrm>
            <a:off x="4762030" y="142140"/>
            <a:ext cx="3390047" cy="4899252"/>
          </a:xfrm>
          <a:prstGeom prst="rect">
            <a:avLst/>
          </a:prstGeom>
        </p:spPr>
      </p:pic>
      <p:sp>
        <p:nvSpPr>
          <p:cNvPr id="272" name="TextBox 271">
            <a:extLst>
              <a:ext uri="{FF2B5EF4-FFF2-40B4-BE49-F238E27FC236}">
                <a16:creationId xmlns:a16="http://schemas.microsoft.com/office/drawing/2014/main" id="{C8801B4D-4385-88EF-BBE1-7B6DDFAA58D4}"/>
              </a:ext>
            </a:extLst>
          </p:cNvPr>
          <p:cNvSpPr txBox="1"/>
          <p:nvPr/>
        </p:nvSpPr>
        <p:spPr>
          <a:xfrm>
            <a:off x="472624" y="158864"/>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Register Module : Register()</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
        <p:nvSpPr>
          <p:cNvPr id="274" name="TextBox 273">
            <a:extLst>
              <a:ext uri="{FF2B5EF4-FFF2-40B4-BE49-F238E27FC236}">
                <a16:creationId xmlns:a16="http://schemas.microsoft.com/office/drawing/2014/main" id="{699F325C-A1FF-E520-456F-2B7D7A094D80}"/>
              </a:ext>
            </a:extLst>
          </p:cNvPr>
          <p:cNvSpPr txBox="1"/>
          <p:nvPr/>
        </p:nvSpPr>
        <p:spPr>
          <a:xfrm>
            <a:off x="553161" y="1358860"/>
            <a:ext cx="3537398" cy="263149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 program will prompt user  with enter username.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The program will open file “users.txt” to read and ensure username is yet to be written.</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If username entered is yet taken, it will then  prompt for password and email, and program will validate both password and email.</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The data that was input will be written in the file sequentially.</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The program will close file and return bool value back to Main(). </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endParaRPr lang="en-US" sz="1100" dirty="0">
              <a:latin typeface="Montserrat Medium"/>
            </a:endParaRP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endParaRPr lang="en-US" sz="1100" dirty="0">
              <a:latin typeface="Montserrat Medium"/>
            </a:endParaRPr>
          </a:p>
        </p:txBody>
      </p:sp>
    </p:spTree>
    <p:extLst>
      <p:ext uri="{BB962C8B-B14F-4D97-AF65-F5344CB8AC3E}">
        <p14:creationId xmlns:p14="http://schemas.microsoft.com/office/powerpoint/2010/main" val="2751327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7E1242E0-10C9-6AD7-DED1-ED36FC06C86A}"/>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1A3C3051-2ECC-C244-7767-0E210D930845}"/>
              </a:ext>
            </a:extLst>
          </p:cNvPr>
          <p:cNvGrpSpPr/>
          <p:nvPr/>
        </p:nvGrpSpPr>
        <p:grpSpPr>
          <a:xfrm>
            <a:off x="8571201" y="4515229"/>
            <a:ext cx="450094" cy="454080"/>
            <a:chOff x="2070530" y="1063034"/>
            <a:chExt cx="450094" cy="454080"/>
          </a:xfrm>
        </p:grpSpPr>
        <p:sp>
          <p:nvSpPr>
            <p:cNvPr id="7" name="Google Shape;2316;p35">
              <a:extLst>
                <a:ext uri="{FF2B5EF4-FFF2-40B4-BE49-F238E27FC236}">
                  <a16:creationId xmlns:a16="http://schemas.microsoft.com/office/drawing/2014/main" id="{FEC335B4-1028-EC5B-9233-4CAA5BB8CA02}"/>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71F208EB-0634-874B-19DC-2F879D451816}"/>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709B9DAB-5276-E5A1-CDC3-5E4B49CA55D0}"/>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80D2DBE6-B2B3-874C-850C-3D06FBA01234}"/>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B4743941-07B3-7162-1DF3-B7F9A8F6A709}"/>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4D85E420-FD82-66FB-B631-25B7DE8B910C}"/>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7D41CA9C-5D0C-BBFE-342D-9675ACE7E385}"/>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FA87ECFF-7650-BAFB-82CE-7A0DEEE3267A}"/>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6C22B7B3-8E32-FF9B-32DD-5024FB6F5362}"/>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466EDFCC-21A4-6758-8369-3BC1517E4A03}"/>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2559ADB6-B28A-9A1B-1CC4-F66D58A3DF93}"/>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5A20D422-E3E2-A156-5A67-A1971979264F}"/>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3924D694-DCF5-05BA-537B-CB6C7522805A}"/>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31CEB335-0EDF-D7CE-6633-A87DCE74A453}"/>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87A9D4C4-378F-54D2-AC17-F898165D2F37}"/>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4D4D36DA-3D7C-44CA-C0A4-43C2E3EAD514}"/>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DE32FDBA-2414-6D89-ECAB-8BDA02C8F9C0}"/>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7AACCE80-B39F-7858-7D79-DF9C5A5D4D8A}"/>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0EA311CD-7962-92FA-ACED-4665BF0149C4}"/>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A23FD425-4409-356E-38E0-2D9C0F64A2EE}"/>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7B9AA7A4-1DBE-6158-982E-B5385B83CB63}"/>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4A32262A-CB88-411A-DFA4-3A99AA8A812E}"/>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E0C6F6DB-9C67-CC08-3BA3-33BB8E72E580}"/>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BF81FB8C-B1DA-178D-72C5-6AEF807EA647}"/>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5656BAE9-0883-DBE2-28E3-C3272893F53E}"/>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43CDC27A-B645-FE4D-EB03-1E5EBD6DE371}"/>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C2FF73A4-43EF-C830-A71D-FC2E1DFB96D7}"/>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A0CD8008-4831-0F94-FA2A-879EAFC16992}"/>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7233F0AB-58FB-1870-6A3A-C6C35E502422}"/>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8722E7D3-61BF-0BF8-5944-9F50C8E38D84}"/>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700D60B6-F474-F184-30C8-1D407708023F}"/>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530FE4CE-F50C-7588-1DED-4D659D4076B0}"/>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C9811AA8-BD54-DB2F-848C-718E94491C99}"/>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6D7CA255-9AF5-9812-3563-69335E6FA5C8}"/>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868DEDC3-15ED-E955-2C8A-15501D6043AB}"/>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3C7E9BA3-2ABA-5E31-8283-A847FBE02A4D}"/>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5AACD0E9-7FF8-9A4B-F2A2-313FB7A84E55}"/>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13EC5394-B894-6886-2426-CB29B9A8F824}"/>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FF9A1980-9C49-58AB-8AED-BE44AFA06026}"/>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7D1EE5CE-F51D-31CF-D858-61B153F5CFB6}"/>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01B6C8DC-62DF-FDCE-10C8-5AE06804A857}"/>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C0D4B9ED-358A-DA2B-1C93-DB990F95B8C6}"/>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AAD3FA02-4B86-6C38-6C51-0F7584770E0D}"/>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882577D3-91C0-AE6E-BB79-FDE636F13332}"/>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E0AA731D-8BD4-80CB-50D6-3D51AB2955FF}"/>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10ACC3B7-2583-701C-75D3-D145AD4C199D}"/>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3AB50809-ADCD-14F6-F85D-4ED2799E6EE0}"/>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302FE284-DB17-4B92-E602-326A0753C7E1}"/>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16200EE9-DBD3-8635-9B57-EB4CE976D16C}"/>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48258B8F-91F3-FD94-7C23-57BA8E84CC44}"/>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B20A8923-F862-ED18-9E28-6E1396EB76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9721" y="48769"/>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13E3E93C-6CF0-930A-CACC-9794D3FD3C12}"/>
              </a:ext>
            </a:extLst>
          </p:cNvPr>
          <p:cNvGrpSpPr/>
          <p:nvPr/>
        </p:nvGrpSpPr>
        <p:grpSpPr>
          <a:xfrm>
            <a:off x="7579425" y="233908"/>
            <a:ext cx="455009" cy="454080"/>
            <a:chOff x="3363305" y="1063034"/>
            <a:chExt cx="455009" cy="454080"/>
          </a:xfrm>
        </p:grpSpPr>
        <p:sp>
          <p:nvSpPr>
            <p:cNvPr id="59" name="Google Shape;1205;p25">
              <a:extLst>
                <a:ext uri="{FF2B5EF4-FFF2-40B4-BE49-F238E27FC236}">
                  <a16:creationId xmlns:a16="http://schemas.microsoft.com/office/drawing/2014/main" id="{E640CB46-5E20-2BE5-896F-7E885606E2E6}"/>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08EB9870-780F-71C4-FBAA-A8F6438DA33F}"/>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EC9FBADA-31E0-6512-33E4-16F1F9DD68BF}"/>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5CFF598D-7A8A-0790-7F2B-CE06B66D79E0}"/>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3E1CC38C-C46B-A464-F392-77A65DBB5F6D}"/>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59994F1A-3C6F-753C-490F-C91B364BE8E3}"/>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34F18178-5D83-45F2-6F77-6A1F81F61BEC}"/>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681D93CF-96AF-8723-6BA5-4513939095BE}"/>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464ECF6E-5794-1347-B628-12A19D5A60AB}"/>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1E6BC820-BA9F-B66B-6C96-D3539BF9146D}"/>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D43AD286-F3E2-4D8C-2440-DB9799CA3F10}"/>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4D5C1FE1-4F42-AE15-8810-BFB957583E16}"/>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161C866C-6102-A7A4-82B9-68E78755CD38}"/>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2F9F8685-2A54-8515-9D59-06D016D7006A}"/>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C3675510-826C-2538-8B08-AB925BF080C7}"/>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24B7603D-44E8-511A-2E6C-8BAF63A79A92}"/>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D7D54DBC-F002-AF9C-AB1E-B5C238DF6E98}"/>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4AC66636-DE1D-E399-65D8-C58F26BB685B}"/>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5E6AD3FA-9F71-D427-D31C-60351A2F1B5C}"/>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1FC95DEF-6043-B71F-13E5-9E9F4A69E86F}"/>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D47FB510-6839-99FA-EAF0-7DC991DF333C}"/>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1E56998F-6DB1-F3C7-B895-8B5257B23DAA}"/>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descr="A diagram of a flowchart&#10;&#10;Description automatically generated">
            <a:extLst>
              <a:ext uri="{FF2B5EF4-FFF2-40B4-BE49-F238E27FC236}">
                <a16:creationId xmlns:a16="http://schemas.microsoft.com/office/drawing/2014/main" id="{00C82619-9498-4A81-E224-77E6C42FC2EE}"/>
              </a:ext>
            </a:extLst>
          </p:cNvPr>
          <p:cNvPicPr>
            <a:picLocks noChangeAspect="1"/>
          </p:cNvPicPr>
          <p:nvPr/>
        </p:nvPicPr>
        <p:blipFill>
          <a:blip r:embed="rId4"/>
          <a:stretch>
            <a:fillRect/>
          </a:stretch>
        </p:blipFill>
        <p:spPr>
          <a:xfrm>
            <a:off x="451887" y="167796"/>
            <a:ext cx="3303668" cy="4697799"/>
          </a:xfrm>
          <a:prstGeom prst="rect">
            <a:avLst/>
          </a:prstGeom>
        </p:spPr>
      </p:pic>
      <p:sp>
        <p:nvSpPr>
          <p:cNvPr id="272" name="TextBox 271">
            <a:extLst>
              <a:ext uri="{FF2B5EF4-FFF2-40B4-BE49-F238E27FC236}">
                <a16:creationId xmlns:a16="http://schemas.microsoft.com/office/drawing/2014/main" id="{06DB11C9-6EE7-BB74-47F6-2BB2DA231E8A}"/>
              </a:ext>
            </a:extLst>
          </p:cNvPr>
          <p:cNvSpPr txBox="1"/>
          <p:nvPr/>
        </p:nvSpPr>
        <p:spPr>
          <a:xfrm>
            <a:off x="4364961" y="1574091"/>
            <a:ext cx="4083945" cy="2800767"/>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 program will prompt user  with enter username.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 program will open file “users.txt” to read</a:t>
            </a:r>
            <a:r>
              <a:rPr lang="en-US" sz="1100" dirty="0">
                <a:latin typeface="Montserrat Medium"/>
              </a:rPr>
              <a:t>, skim through the file</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 </a:t>
            </a:r>
            <a:r>
              <a:rPr lang="en-US" sz="1100" dirty="0">
                <a:latin typeface="Montserrat Medium"/>
              </a:rPr>
              <a:t>to check if the username existed</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the username </a:t>
            </a:r>
            <a:r>
              <a:rPr lang="en-US" sz="1100" dirty="0">
                <a:latin typeface="Montserrat Medium"/>
              </a:rPr>
              <a:t>existed, program will then prompt user for password.</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password </a:t>
            </a:r>
            <a:r>
              <a:rPr lang="en-US" sz="1100" dirty="0">
                <a:latin typeface="Montserrat Medium"/>
              </a:rPr>
              <a:t>is the same as stored password in the file “users.txt” it will then call module for </a:t>
            </a:r>
            <a:r>
              <a:rPr lang="en-US" sz="1100" dirty="0" err="1">
                <a:latin typeface="Montserrat Medium"/>
              </a:rPr>
              <a:t>displayMenu</a:t>
            </a:r>
            <a:r>
              <a:rPr lang="en-US" sz="1100" dirty="0">
                <a:latin typeface="Montserrat Medium"/>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no</a:t>
            </a:r>
            <a:r>
              <a:rPr lang="en-US" sz="1100" dirty="0">
                <a:latin typeface="Montserrat Medium"/>
              </a:rPr>
              <a:t>t, the program will then display wrong password, and prompt user again with password within 5 attempts. </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user still </a:t>
            </a:r>
            <a:r>
              <a:rPr kumimoji="0" lang="en-US" sz="1100" b="0" i="0" u="none" strike="noStrike" kern="0" cap="none" spc="0" normalizeH="0" baseline="0" noProof="0" dirty="0" err="1">
                <a:ln>
                  <a:noFill/>
                </a:ln>
                <a:solidFill>
                  <a:srgbClr val="000000"/>
                </a:solidFill>
                <a:effectLst/>
                <a:uLnTx/>
                <a:uFillTx/>
                <a:latin typeface="Montserrat Medium"/>
                <a:cs typeface="Arial"/>
                <a:sym typeface="Arial"/>
              </a:rPr>
              <a:t>i</a:t>
            </a:r>
            <a:r>
              <a:rPr lang="en-US" sz="1100" dirty="0" err="1">
                <a:latin typeface="Montserrat Medium"/>
              </a:rPr>
              <a:t>nput</a:t>
            </a:r>
            <a:r>
              <a:rPr lang="en-US" sz="1100" dirty="0">
                <a:latin typeface="Montserrat Medium"/>
              </a:rPr>
              <a:t> wrong the password, it will then prompt user if they want to reset password.</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yes</a:t>
            </a:r>
            <a:r>
              <a:rPr lang="en-US" sz="1100" dirty="0">
                <a:latin typeface="Montserrat Medium"/>
              </a:rPr>
              <a:t>, it will call </a:t>
            </a:r>
            <a:r>
              <a:rPr lang="en-US" sz="1100" dirty="0" err="1">
                <a:latin typeface="Montserrat Medium"/>
              </a:rPr>
              <a:t>resetPassword</a:t>
            </a:r>
            <a:r>
              <a:rPr lang="en-US" sz="1100" dirty="0">
                <a:latin typeface="Montserrat Medium"/>
              </a:rPr>
              <a:t>. If no. it’ll return to main() and return False value.</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p:txBody>
      </p:sp>
      <p:sp>
        <p:nvSpPr>
          <p:cNvPr id="274" name="TextBox 273">
            <a:extLst>
              <a:ext uri="{FF2B5EF4-FFF2-40B4-BE49-F238E27FC236}">
                <a16:creationId xmlns:a16="http://schemas.microsoft.com/office/drawing/2014/main" id="{C1A00B6A-B03F-83E7-A04F-D4426B99A9C1}"/>
              </a:ext>
            </a:extLst>
          </p:cNvPr>
          <p:cNvSpPr txBox="1"/>
          <p:nvPr/>
        </p:nvSpPr>
        <p:spPr>
          <a:xfrm>
            <a:off x="3539530" y="268113"/>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Login Module : Login()</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66283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AD2D8EAD-BFAD-8BE4-74F8-67D88C4C7240}"/>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F8C1A30E-75B0-A697-16FF-CCBBDED9017D}"/>
              </a:ext>
            </a:extLst>
          </p:cNvPr>
          <p:cNvGrpSpPr/>
          <p:nvPr/>
        </p:nvGrpSpPr>
        <p:grpSpPr>
          <a:xfrm>
            <a:off x="152150" y="4447169"/>
            <a:ext cx="450094" cy="454080"/>
            <a:chOff x="2070530" y="1063034"/>
            <a:chExt cx="450094" cy="454080"/>
          </a:xfrm>
        </p:grpSpPr>
        <p:sp>
          <p:nvSpPr>
            <p:cNvPr id="7" name="Google Shape;2316;p35">
              <a:extLst>
                <a:ext uri="{FF2B5EF4-FFF2-40B4-BE49-F238E27FC236}">
                  <a16:creationId xmlns:a16="http://schemas.microsoft.com/office/drawing/2014/main" id="{0F38CE46-4264-067F-12B8-8D0C1E69F3BF}"/>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AB231C67-9FCD-414A-1A5A-0C0DEAED78F4}"/>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4CE6B3F0-8D58-CD44-F752-464E6FD2659E}"/>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E2F2039B-BDB5-635C-19DE-963B0469D074}"/>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521E664C-AD7B-C3D4-EA74-6724975D2472}"/>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3701054C-2A6E-CFB0-74A9-6850A002CBC4}"/>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232D7416-6D11-9A56-4E78-788A95A3EDD8}"/>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8672B399-9670-152C-D343-2767D0F41F36}"/>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F2EBA529-486B-102F-05A0-62D60E9025FD}"/>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D56FD87E-60BC-A552-66A9-E2524306BA47}"/>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60CF4043-A6AC-1ABE-DEB3-29B82308913D}"/>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015EB197-10F4-FD02-3F79-DB38B4850DD5}"/>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649E2F05-A1E0-E993-867E-DBB7F4C0E08A}"/>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BBC539B0-0340-539C-AD4D-0360247A8292}"/>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3D653B01-55C8-4BEF-54E1-E7F5E3E6F5B3}"/>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80F3258E-368C-B82F-7425-60CB05B08A10}"/>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E41220C5-ED41-4A40-C0F3-EB4218EB82CD}"/>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76350083-133F-1FC8-8622-87B998072F64}"/>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106F5374-814D-14BD-E37F-983877ED75C7}"/>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8BCB7F59-7541-3221-308C-17B47078FCD6}"/>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448BD497-F05B-3F0B-3482-0742EDBEA759}"/>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4878CDA9-7D0B-6538-DDBC-3E45B34C7D96}"/>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8FDEFA6A-5CE3-8C9F-4D99-896EA4789FCE}"/>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6D142B5C-9790-13D7-BBC6-F13101BA1713}"/>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66C55294-0C71-C052-D54A-8C42DC0430A2}"/>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29106985-4AC3-2EC9-DD54-40E065D849DC}"/>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FB933DA7-FB63-30E7-2FE3-557EEE8C58F3}"/>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E4C8F0E1-B2C0-77C3-36DA-283FBB1E62D8}"/>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44E0559E-5B66-1D2E-A446-3A46770CE60C}"/>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7E13AA0D-C961-B370-BD1C-5E5924775F99}"/>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56BE1355-2F34-C0F9-AA29-39EFD801355E}"/>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09747F84-19B1-4A5E-41C6-D0795A50052C}"/>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F1168EBA-0E09-5ACA-C8D4-9877D9390A5D}"/>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6E2D4B97-E4B9-B8A9-332B-69CC2BB0A479}"/>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2CF12003-FAE2-6A44-C4BC-2D0705A33B0A}"/>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4B55D7F1-B9A2-B0A2-AFFD-406D7C6FCDB9}"/>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9FDB4A9B-5406-7C14-440A-E4616A601C22}"/>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CD4DA68D-BA9B-F39D-8A0F-97C833137DB4}"/>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8FC07C07-FCF2-BB59-549A-75CC9B5036DD}"/>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0D826C76-01F5-E796-3972-A871198CD3D4}"/>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466417B4-55B7-A492-C5A1-0DD931822A21}"/>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1534B90B-7FAF-C9C9-A6F0-CF3E805DFAFF}"/>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F158F215-C57F-B54A-248A-320E92973C2B}"/>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4DC65A1C-8B86-D97F-0C9C-23589E82DC3A}"/>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2BB4BA34-D06D-FE34-34AB-651130959A83}"/>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4964941E-DC8D-8B86-43E7-48FB60EE7036}"/>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6EFE0150-F128-2214-25A9-46BC5877ED66}"/>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83F66F87-50A6-DB9C-B1CF-BBC5A480D9CF}"/>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6AE7BBD3-790B-FA64-3E29-D8B309B4A244}"/>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C0FE4F5B-5738-27B2-1D2A-C16230D8C504}"/>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EC09ABB1-2C76-1AEA-F767-146F90F51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4" y="24019"/>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082C5678-B4F3-BAFE-9877-73C497A3549A}"/>
              </a:ext>
            </a:extLst>
          </p:cNvPr>
          <p:cNvGrpSpPr/>
          <p:nvPr/>
        </p:nvGrpSpPr>
        <p:grpSpPr>
          <a:xfrm>
            <a:off x="954296" y="144176"/>
            <a:ext cx="455009" cy="454080"/>
            <a:chOff x="3363305" y="1063034"/>
            <a:chExt cx="455009" cy="454080"/>
          </a:xfrm>
        </p:grpSpPr>
        <p:sp>
          <p:nvSpPr>
            <p:cNvPr id="59" name="Google Shape;1205;p25">
              <a:extLst>
                <a:ext uri="{FF2B5EF4-FFF2-40B4-BE49-F238E27FC236}">
                  <a16:creationId xmlns:a16="http://schemas.microsoft.com/office/drawing/2014/main" id="{9F77840F-1614-5BB1-994D-EA6ECE585CD0}"/>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5F88B985-C98C-F8CE-8A53-2C150F0D32A9}"/>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7ACDF28B-3DD0-460D-8FFF-4BDA317464F3}"/>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BDFAD16B-52DF-9FF3-820C-2D3E0E089F22}"/>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0884ABF7-41A4-8AE6-D65F-682DC893EDFF}"/>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77684E89-52F6-64AD-E84A-9808A4977E83}"/>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924E5E1F-470C-0703-9797-26DDECE0767A}"/>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1A6CEEBE-0ADD-1B8F-8FF9-C4BFFC665E01}"/>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02843185-1D31-C96C-08D2-BC6C76C56A70}"/>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BB6763C8-0023-4CF9-D71A-F4528288E08D}"/>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3DBE23D5-C217-A3CC-201E-58C5C5CDD654}"/>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97964142-A438-DA91-A03A-3EB7E56E963C}"/>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BA983C26-32D4-3F42-BC27-DE8DC1ED3E24}"/>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F786F32B-EC59-0F6C-2A27-974A3DBC5730}"/>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12D9B65D-BA50-05C2-3D23-02BAE1B2B7C7}"/>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EE1E966B-FB71-F8C0-BF4C-0AFE7F29A172}"/>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21D56859-DD6A-01C8-DCAD-8D1F8B5C3BA0}"/>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9C26DC1F-D4F5-5A69-BD5C-D77C63A2E3CB}"/>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C8468037-DFAA-1557-E831-3357489E2A52}"/>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D2579F93-CCF2-FA0E-63D9-E9CBB37E4895}"/>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5235BCA2-C800-6D87-B028-0FF98246366A}"/>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5027DD88-60FD-4569-FBC6-08289A9BB988}"/>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72" name="Picture 271" descr="A diagram of a process flow&#10;&#10;Description automatically generated">
            <a:extLst>
              <a:ext uri="{FF2B5EF4-FFF2-40B4-BE49-F238E27FC236}">
                <a16:creationId xmlns:a16="http://schemas.microsoft.com/office/drawing/2014/main" id="{A21DE37A-345E-F785-EB5A-D56115058EE9}"/>
              </a:ext>
            </a:extLst>
          </p:cNvPr>
          <p:cNvPicPr>
            <a:picLocks noChangeAspect="1"/>
          </p:cNvPicPr>
          <p:nvPr/>
        </p:nvPicPr>
        <p:blipFill>
          <a:blip r:embed="rId4"/>
          <a:stretch>
            <a:fillRect/>
          </a:stretch>
        </p:blipFill>
        <p:spPr>
          <a:xfrm>
            <a:off x="5268787" y="230091"/>
            <a:ext cx="3444946" cy="4362208"/>
          </a:xfrm>
          <a:prstGeom prst="rect">
            <a:avLst/>
          </a:prstGeom>
        </p:spPr>
      </p:pic>
      <p:sp>
        <p:nvSpPr>
          <p:cNvPr id="274" name="TextBox 273">
            <a:extLst>
              <a:ext uri="{FF2B5EF4-FFF2-40B4-BE49-F238E27FC236}">
                <a16:creationId xmlns:a16="http://schemas.microsoft.com/office/drawing/2014/main" id="{48D2527D-F811-A656-EC34-332EB5B6A0A3}"/>
              </a:ext>
            </a:extLst>
          </p:cNvPr>
          <p:cNvSpPr txBox="1"/>
          <p:nvPr/>
        </p:nvSpPr>
        <p:spPr>
          <a:xfrm>
            <a:off x="494707" y="1597166"/>
            <a:ext cx="3706677" cy="144655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While true, the program will provide and display selection for the user to take .</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first, it will call </a:t>
            </a:r>
            <a:r>
              <a:rPr kumimoji="0" lang="en-US" sz="1100" b="0" i="0" u="none" strike="noStrike" kern="0" cap="none" spc="0" normalizeH="0" baseline="0" noProof="0" dirty="0" err="1">
                <a:ln>
                  <a:noFill/>
                </a:ln>
                <a:solidFill>
                  <a:srgbClr val="000000"/>
                </a:solidFill>
                <a:effectLst/>
                <a:uLnTx/>
                <a:uFillTx/>
                <a:latin typeface="Montserrat Medium"/>
                <a:cs typeface="Arial"/>
                <a:sym typeface="Arial"/>
              </a:rPr>
              <a:t>startPomodoro</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 module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If second, it will call display Tracking progress and call on </a:t>
            </a:r>
            <a:r>
              <a:rPr lang="en-US" sz="1100" dirty="0" err="1">
                <a:latin typeface="Montserrat Medium"/>
              </a:rPr>
              <a:t>trackProgress</a:t>
            </a:r>
            <a:r>
              <a:rPr lang="en-US" sz="1100" dirty="0">
                <a:latin typeface="Montserrat Medium"/>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third, it will call </a:t>
            </a:r>
            <a:r>
              <a:rPr kumimoji="0" lang="en-US" sz="1100" b="0" i="0" u="none" strike="noStrike" kern="0" cap="none" spc="0" normalizeH="0" baseline="0" noProof="0" dirty="0" err="1">
                <a:ln>
                  <a:noFill/>
                </a:ln>
                <a:solidFill>
                  <a:srgbClr val="000000"/>
                </a:solidFill>
                <a:effectLst/>
                <a:uLnTx/>
                <a:uFillTx/>
                <a:latin typeface="Montserrat Medium"/>
                <a:cs typeface="Arial"/>
                <a:sym typeface="Arial"/>
              </a:rPr>
              <a:t>displaySettings</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If fourth, it will log out, and delete temporary data.</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p:txBody>
      </p:sp>
      <p:sp>
        <p:nvSpPr>
          <p:cNvPr id="276" name="TextBox 275">
            <a:extLst>
              <a:ext uri="{FF2B5EF4-FFF2-40B4-BE49-F238E27FC236}">
                <a16:creationId xmlns:a16="http://schemas.microsoft.com/office/drawing/2014/main" id="{13E7753C-28FE-BCDA-277C-0A4785874A56}"/>
              </a:ext>
            </a:extLst>
          </p:cNvPr>
          <p:cNvSpPr txBox="1"/>
          <p:nvPr/>
        </p:nvSpPr>
        <p:spPr>
          <a:xfrm>
            <a:off x="826480" y="219456"/>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Display Menu Module : </a:t>
            </a:r>
            <a:r>
              <a:rPr lang="en-MY" b="1" dirty="0" err="1"/>
              <a:t>displayMenu</a:t>
            </a:r>
            <a:r>
              <a:rPr lang="en-MY" b="1" dirty="0"/>
              <a:t>()</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75813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FEABE432-83F0-CB55-0035-5ECF41A039C8}"/>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3762D89A-75F4-F141-6BDF-03B3F2C48318}"/>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AE790CE5-741E-BD02-CB50-E66AC93ECC2F}"/>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832AD294-1EAC-E963-9329-A7218ABBF069}"/>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BF341C4F-F6F7-B40A-E69F-93A798A8A672}"/>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E6E3EED4-5622-FD83-4DE5-3A7DA8B57754}"/>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3BEF9314-6E2B-CD3C-DE4B-FCBC8827C58F}"/>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0A0F531E-EE04-FA2C-F767-89265A1DF653}"/>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39C814E5-978F-9F42-B9C1-61F696A98F67}"/>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F3B42730-EB09-5889-D2D3-EB1849A7EDF0}"/>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B3A912BB-288B-4760-F52A-22E6990DEAB6}"/>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2C72EAD9-4B13-1442-7BAA-FAB31C23B5F7}"/>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C8D87335-FFA2-D242-4791-2791A98F0E13}"/>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7A3C2093-FF05-CC1A-011E-1A83C84661F7}"/>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81361486-6B10-08A4-3650-1D1DA58214E5}"/>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DFABD178-452A-79F4-C58C-4C5F62E10DE6}"/>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94FA84A5-8945-4E93-0579-6157F36B71F3}"/>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C0E86D76-669F-D007-6C3E-5ACD99F16798}"/>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22C29CC6-84EE-62AD-B368-ECDED4E4530E}"/>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68F41E28-A350-3C59-7363-95197ABC3D94}"/>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35A291F9-40B1-5090-E15A-EF218D17A274}"/>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B982FFCA-7EA3-4862-D5E6-010AB23349BD}"/>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31AFFFB0-A9A1-68A8-99B4-A8C64EFA3948}"/>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EC95E2D7-5E5A-F99E-62FF-165977AB33EA}"/>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7CECD9D9-B47E-6451-E4B5-1FE58803FEEF}"/>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6288A778-385A-2143-8650-7367289574C8}"/>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2F1A29F3-E93B-D970-5E6D-F09A6EF931F3}"/>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E224F16B-DD00-F1B2-422C-3F8BC8D12A3B}"/>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9E2B033F-54F6-C12B-5452-0F711C7D7A32}"/>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B9858B63-F33A-7E4B-6C7C-92EE75B8F319}"/>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5EDFE5FC-191D-38DE-CBFF-2BE6C82092C6}"/>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FF187411-727D-3F95-0E2C-8310C0FF6D9D}"/>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A0521041-171C-545C-638B-FDA94BD15FE3}"/>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833FB6AC-343B-4B97-4A2C-6BF7754DF8D1}"/>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DD692EB2-94E3-7CAE-8532-007370CDF07C}"/>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3C4732C7-20AB-BB17-63A6-0DFB8ACDD49C}"/>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A1639A14-ED50-1DAF-D3CE-FA4CDC763CE2}"/>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4D86C7C5-D828-9AB2-AF34-3C803E7BD61D}"/>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A396657B-A62B-F18E-F585-D8D8CF52C55E}"/>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E90EA5A1-5F22-D2B7-D13E-8F66775F7C31}"/>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12FB3EAA-EF0E-3BEA-03F5-FA53EAADAE8E}"/>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24FAA996-03C7-FC02-F7FD-A28264CF24FA}"/>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3B7291AC-5B57-7CFC-9841-809B70EC483C}"/>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40B246E4-ED14-81F0-C7D2-8405520B5068}"/>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F3F1A4F3-6CCE-672D-5C5F-8F9FB53EAB4B}"/>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5251AB2F-20DF-CD96-9152-F30E009C2D7F}"/>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F70618CA-7EB9-294B-151F-A94CA3F74482}"/>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07740D3A-29B5-684F-2F25-FE2AB59C3111}"/>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3253FEE9-AB08-1913-263B-F61B38C85A2D}"/>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23A6D8EB-6854-88F4-55DC-EA422217FB3D}"/>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F24A608F-21E4-B151-198C-336DCA6FF47F}"/>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EC9B45A8-F9D9-F5C5-F8D0-10871D9117D0}"/>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4F9411F2-5AF5-E7F4-0288-C240022E3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811E78F4-CA65-1F39-924E-A014D7903400}"/>
              </a:ext>
            </a:extLst>
          </p:cNvPr>
          <p:cNvGrpSpPr/>
          <p:nvPr/>
        </p:nvGrpSpPr>
        <p:grpSpPr>
          <a:xfrm>
            <a:off x="7489208" y="240477"/>
            <a:ext cx="455009" cy="454080"/>
            <a:chOff x="3363305" y="1063034"/>
            <a:chExt cx="455009" cy="454080"/>
          </a:xfrm>
        </p:grpSpPr>
        <p:sp>
          <p:nvSpPr>
            <p:cNvPr id="59" name="Google Shape;1205;p25">
              <a:extLst>
                <a:ext uri="{FF2B5EF4-FFF2-40B4-BE49-F238E27FC236}">
                  <a16:creationId xmlns:a16="http://schemas.microsoft.com/office/drawing/2014/main" id="{F20F0E38-97F9-7050-9281-988C4F6C5582}"/>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368A5CCE-7BBB-F4C5-1451-6BF7F9BCF8BD}"/>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1AE7F19B-BC17-5C3B-D985-2186DC65252B}"/>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FF22FBDA-1B9A-661B-280E-C0EF4680255D}"/>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1F1D4CD8-E5DF-016B-DC53-0AC556F13E34}"/>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4AADE70E-34AB-865E-DA56-D682AC94D505}"/>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93250738-78D8-E4BC-3342-DFAA2978E0D4}"/>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C97794C3-191F-18AD-65BD-4673F4D3E754}"/>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8B706369-C6D3-282C-0FDE-B0138BD230A1}"/>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55ACD3E8-B6B5-6E35-0178-F14ED3663A21}"/>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E1564F9F-1F18-1BD9-748D-57D3679647E1}"/>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4C78CC17-21D5-42FB-0135-E43F6E075327}"/>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4BC75A95-9241-9B1F-9466-AAB8BD486FCB}"/>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3105C0C7-F936-C490-FBDA-5D6BE721212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DB2A5D9C-41CA-AADF-1FB3-D8AE8163A338}"/>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C802A0FD-A030-624F-5C46-F9911685CCBC}"/>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85B077CC-A501-9184-34C9-F7F61F9CA1BE}"/>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669B6621-E8ED-AD7E-7D2D-93F54E6036F5}"/>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675399CF-1B0D-C719-736A-39CBCC01778C}"/>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FF4808F8-A738-2C69-F012-CDCD150C843B}"/>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37B610A5-2E70-0A0C-9AB8-349F0C09C85E}"/>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2E30A710-4D59-1A8C-541F-E8FBCEFE25A3}"/>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E1A5C73A-AEDF-F58A-FE4A-EA294836E343}"/>
              </a:ext>
            </a:extLst>
          </p:cNvPr>
          <p:cNvPicPr>
            <a:picLocks noChangeAspect="1"/>
          </p:cNvPicPr>
          <p:nvPr/>
        </p:nvPicPr>
        <p:blipFill>
          <a:blip r:embed="rId4"/>
          <a:srcRect b="30311"/>
          <a:stretch/>
        </p:blipFill>
        <p:spPr>
          <a:xfrm>
            <a:off x="412749" y="371217"/>
            <a:ext cx="2927209" cy="4163263"/>
          </a:xfrm>
          <a:prstGeom prst="rect">
            <a:avLst/>
          </a:prstGeom>
        </p:spPr>
      </p:pic>
      <p:sp>
        <p:nvSpPr>
          <p:cNvPr id="273" name="TextBox 272">
            <a:extLst>
              <a:ext uri="{FF2B5EF4-FFF2-40B4-BE49-F238E27FC236}">
                <a16:creationId xmlns:a16="http://schemas.microsoft.com/office/drawing/2014/main" id="{DD9C6154-F0E5-7AD1-469A-5D423D0B96A6}"/>
              </a:ext>
            </a:extLst>
          </p:cNvPr>
          <p:cNvSpPr txBox="1"/>
          <p:nvPr/>
        </p:nvSpPr>
        <p:spPr>
          <a:xfrm>
            <a:off x="3815846" y="1814211"/>
            <a:ext cx="4572000" cy="1954381"/>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 program will open file “users.txt” for reading, to read subjects into array, then close the file.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It will then prompt user number of subjects they want to learn with max count from the subjects that was retrieve from the file.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Then it will display the available subjects as a reference for user to input.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Then using while loop, to get input for difficulty level for each subject chosen.</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Program will ask user for the total hours they will like to learn for.</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p:txBody>
      </p:sp>
      <p:sp>
        <p:nvSpPr>
          <p:cNvPr id="275" name="TextBox 274">
            <a:extLst>
              <a:ext uri="{FF2B5EF4-FFF2-40B4-BE49-F238E27FC236}">
                <a16:creationId xmlns:a16="http://schemas.microsoft.com/office/drawing/2014/main" id="{CEABB58A-09B5-33C7-EF33-A6A9CF1ED443}"/>
              </a:ext>
            </a:extLst>
          </p:cNvPr>
          <p:cNvSpPr txBox="1"/>
          <p:nvPr/>
        </p:nvSpPr>
        <p:spPr>
          <a:xfrm>
            <a:off x="2797991" y="322836"/>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400" b="1" i="0" u="none" strike="noStrike" kern="0" cap="none" spc="0" normalizeH="0" baseline="0" noProof="0" dirty="0">
                <a:ln>
                  <a:noFill/>
                </a:ln>
                <a:solidFill>
                  <a:srgbClr val="000000"/>
                </a:solidFill>
                <a:effectLst/>
                <a:uLnTx/>
                <a:uFillTx/>
                <a:latin typeface="Arial"/>
                <a:cs typeface="Arial"/>
                <a:sym typeface="Arial"/>
              </a:rPr>
              <a:t>Start Pomodoro Module : </a:t>
            </a:r>
            <a:r>
              <a:rPr kumimoji="0" lang="en-MY" sz="1400" b="1" i="0" u="none" strike="noStrike" kern="0" cap="none" spc="0" normalizeH="0" baseline="0" noProof="0" dirty="0" err="1">
                <a:ln>
                  <a:noFill/>
                </a:ln>
                <a:solidFill>
                  <a:srgbClr val="000000"/>
                </a:solidFill>
                <a:effectLst/>
                <a:uLnTx/>
                <a:uFillTx/>
                <a:latin typeface="Arial"/>
                <a:cs typeface="Arial"/>
                <a:sym typeface="Arial"/>
              </a:rPr>
              <a:t>startPomodoro</a:t>
            </a:r>
            <a:r>
              <a:rPr kumimoji="0" lang="en-MY" sz="1400" b="1" i="0" u="none" strike="noStrike" kern="0" cap="none" spc="0" normalizeH="0" baseline="0" noProof="0" dirty="0">
                <a:ln>
                  <a:noFill/>
                </a:ln>
                <a:solidFill>
                  <a:srgbClr val="000000"/>
                </a:solidFill>
                <a:effectLst/>
                <a:uLnTx/>
                <a:uFillTx/>
                <a:latin typeface="Arial"/>
                <a:cs typeface="Arial"/>
                <a:sym typeface="Arial"/>
              </a:rPr>
              <a:t>() part 1</a:t>
            </a:r>
          </a:p>
        </p:txBody>
      </p:sp>
    </p:spTree>
    <p:extLst>
      <p:ext uri="{BB962C8B-B14F-4D97-AF65-F5344CB8AC3E}">
        <p14:creationId xmlns:p14="http://schemas.microsoft.com/office/powerpoint/2010/main" val="3288003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7DC346D4-8104-8B4E-87E1-3B751285DD25}"/>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C7DD4D7F-1C05-4D01-9828-312E01228A54}"/>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BBD069FC-A2B7-839A-1DDD-F7337AD94B8E}"/>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8F491E54-780D-D7BD-D34E-5DA98F8A73C7}"/>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60E9F33F-C7F6-9C4A-D2E2-1BFEEAE61614}"/>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39966672-101C-9D1E-4E43-DC6D945FE27B}"/>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02AE75AF-B1E5-7AEB-ADC8-584B3841FFC9}"/>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659A4637-6767-560F-8646-AF3878CF0939}"/>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50DF585F-29CB-D668-A071-6CAD399868D2}"/>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31B4970C-A66E-B338-E14F-1B410E085362}"/>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582183C5-1B25-7ECB-362D-75E070FAD2C0}"/>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23F43CD6-650D-2789-8217-1EDF10649ADA}"/>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4B6B1971-A3A1-3A58-3C1C-986B1D83B692}"/>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00CA99A9-0CD1-C37A-C4C7-3B2174CEDB70}"/>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EC5B8C06-61DD-94FC-E5B2-E112EF3068CA}"/>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7885B051-2319-E3B0-0950-11A934759A1E}"/>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93BC58CC-90B1-D003-ECDF-84C91E351562}"/>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E288DB5D-D06F-B904-325C-3234784CE21E}"/>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8D81A304-DF51-A714-8C2A-3CE1E5BC6EC1}"/>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4CC8D095-5563-3504-51C1-131A0CBC6D82}"/>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677DA0A2-8327-DAF9-F0E7-BE2B223DDE55}"/>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59B86C18-4BF4-3292-550E-33D4AB2F989D}"/>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B9653FC3-9058-43B8-318C-17CB7CC353EC}"/>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5673BC9C-AF2F-601B-407F-C932072FE510}"/>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882E51D5-CA70-4124-9741-2201C221C365}"/>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ECBDD73B-7475-5041-40B1-ED71E4865DAB}"/>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FDA867A5-05B1-9A46-8D46-C58E25D891D5}"/>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801678EF-A154-C86C-FBDB-5F45BBB5E2AF}"/>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1F09E940-E5A5-E622-9431-5581B72157A6}"/>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6BB6BCA9-83A4-7AD2-96B2-7A3BDA4EA5E2}"/>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42154D62-CBB5-CFDA-0634-3B95A163A860}"/>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0F1E121E-7B45-2FF7-75B6-22AE23731254}"/>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AB26422C-7FF4-3AAC-C00E-14344B289B98}"/>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F34CE630-0736-9905-9FCB-55A6AB483F94}"/>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7F5278A3-2BBE-680F-008D-63EBA896A3DD}"/>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88394E09-AC33-4200-A0C1-73E61A0E788D}"/>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0D006481-6B01-6631-4741-D0F2AD6A3A80}"/>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5D3B0F18-BA5D-E911-9C42-568B01B63E4F}"/>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C48FFD71-F2E4-9536-B47D-45970C861E44}"/>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3B943A5C-8CD8-53D6-EE8E-BEDB4724A0B1}"/>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01E190FA-3C97-FD48-E0CE-6A21298E546B}"/>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6C71C3C9-8C9A-BDDE-8095-1CC6AD81A50B}"/>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497B8E8C-3973-6AD5-7378-B87F9A9BA2E5}"/>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A99F2193-2A0C-C44D-588D-D9449A0803C8}"/>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D68B370F-9749-7B73-733D-A091EC6E8CBD}"/>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0B4C4AE2-B6F6-9A00-5D87-07219BEBE239}"/>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1778DC0A-5FDF-BFEB-43D5-368E5C3D8624}"/>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533708EB-2C04-CE16-B83B-8C6ED09ED426}"/>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2DC8FA28-344C-3F3A-D675-38B71B5E408B}"/>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E3466E8F-0F61-3AAB-7196-41AF80C8C2B2}"/>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7D7CBD3D-71F2-F754-B755-5E5FAA49C9BB}"/>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507BE564-0E8A-3A43-5A39-BAA7EBFC900B}"/>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FA8BF519-E25B-5C68-9B9D-FBD79A041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B8E374A4-3DB3-12C6-5562-00128EC98EB6}"/>
              </a:ext>
            </a:extLst>
          </p:cNvPr>
          <p:cNvGrpSpPr/>
          <p:nvPr/>
        </p:nvGrpSpPr>
        <p:grpSpPr>
          <a:xfrm>
            <a:off x="7489208" y="240477"/>
            <a:ext cx="455009" cy="454080"/>
            <a:chOff x="3363305" y="1063034"/>
            <a:chExt cx="455009" cy="454080"/>
          </a:xfrm>
        </p:grpSpPr>
        <p:sp>
          <p:nvSpPr>
            <p:cNvPr id="59" name="Google Shape;1205;p25">
              <a:extLst>
                <a:ext uri="{FF2B5EF4-FFF2-40B4-BE49-F238E27FC236}">
                  <a16:creationId xmlns:a16="http://schemas.microsoft.com/office/drawing/2014/main" id="{A4E12417-DBD7-6D64-4D28-E4002ED2E191}"/>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C48A042F-3E3A-C123-D466-DE59F75113BE}"/>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7AECEFE7-1359-4B25-BCC6-39E2A4D68AD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4F6A1F89-4856-9A90-B377-56E09333072A}"/>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5CA7A089-9AD3-7CBD-CCA6-B6F540168714}"/>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F0DAC45D-2D8D-2BAB-2C84-C28563720DD4}"/>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F63B4AD0-2AFF-23DB-BF48-A54D05579F09}"/>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AE8F12ED-8014-B680-C3B3-B30717B76CA5}"/>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1FF58348-4637-4D41-2F54-39DE6C33251D}"/>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9587FE3B-98B7-6A1A-8251-83F106729BC9}"/>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C848B66A-402B-F7EF-D368-F5BCBB7A9DDF}"/>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E22F6A1A-94F8-F68F-15A8-5AB3A768B7AD}"/>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9B04474B-DBFD-A9FF-5FA0-60446512D729}"/>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588091A4-1179-DB21-3DC6-FCD9C9CB2AD6}"/>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A792C983-9218-DE49-48C7-4973F2FBAE5E}"/>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E12B3CD2-31B0-53C1-3CC2-ED29C955FCA4}"/>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EF7EA045-8AB4-FC4D-C0ED-97ED72FFBF98}"/>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D11E910C-E540-E334-F51D-FA5002E8C421}"/>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3F46AEEB-CE5D-2D25-2873-7470FBE3630A}"/>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06A21664-1A7C-A18A-5FFE-20146189A03D}"/>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50C734B5-8C5E-1EE6-A4C4-14C7420356C2}"/>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5DF8A270-66C9-2A61-4297-8606A052ADAA}"/>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DE5FB8F8-DC24-8B06-82AB-B5AE8A2815F9}"/>
              </a:ext>
            </a:extLst>
          </p:cNvPr>
          <p:cNvPicPr>
            <a:picLocks noChangeAspect="1"/>
          </p:cNvPicPr>
          <p:nvPr/>
        </p:nvPicPr>
        <p:blipFill>
          <a:blip r:embed="rId4"/>
          <a:srcRect l="1" t="70185" r="-5802"/>
          <a:stretch/>
        </p:blipFill>
        <p:spPr>
          <a:xfrm>
            <a:off x="503460" y="430478"/>
            <a:ext cx="3036059" cy="1746084"/>
          </a:xfrm>
          <a:prstGeom prst="rect">
            <a:avLst/>
          </a:prstGeom>
        </p:spPr>
      </p:pic>
      <p:pic>
        <p:nvPicPr>
          <p:cNvPr id="5" name="Picture 4" descr="A diagram of a flowchart&#10;&#10;Description automatically generated">
            <a:extLst>
              <a:ext uri="{FF2B5EF4-FFF2-40B4-BE49-F238E27FC236}">
                <a16:creationId xmlns:a16="http://schemas.microsoft.com/office/drawing/2014/main" id="{FABA8B76-4D12-D2FA-36CD-A609BE15FFEB}"/>
              </a:ext>
            </a:extLst>
          </p:cNvPr>
          <p:cNvPicPr>
            <a:picLocks noChangeAspect="1"/>
          </p:cNvPicPr>
          <p:nvPr/>
        </p:nvPicPr>
        <p:blipFill>
          <a:blip r:embed="rId5"/>
          <a:stretch>
            <a:fillRect/>
          </a:stretch>
        </p:blipFill>
        <p:spPr>
          <a:xfrm>
            <a:off x="503460" y="2330580"/>
            <a:ext cx="3036059" cy="2342755"/>
          </a:xfrm>
          <a:prstGeom prst="rect">
            <a:avLst/>
          </a:prstGeom>
        </p:spPr>
      </p:pic>
      <p:sp>
        <p:nvSpPr>
          <p:cNvPr id="4" name="TextBox 3">
            <a:extLst>
              <a:ext uri="{FF2B5EF4-FFF2-40B4-BE49-F238E27FC236}">
                <a16:creationId xmlns:a16="http://schemas.microsoft.com/office/drawing/2014/main" id="{5124F6B9-BFDD-8877-44BA-B676890BBFFF}"/>
              </a:ext>
            </a:extLst>
          </p:cNvPr>
          <p:cNvSpPr txBox="1"/>
          <p:nvPr/>
        </p:nvSpPr>
        <p:spPr>
          <a:xfrm>
            <a:off x="4134880" y="1798279"/>
            <a:ext cx="4252966" cy="178510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AutoNum type="arabicPeriod" startAt="6"/>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Program will then calculate the number of sessions for each subject based on it’s level of difficulty.</a:t>
            </a:r>
          </a:p>
          <a:p>
            <a:pPr marL="228600" marR="0" lvl="0" indent="-228600" algn="l" defTabSz="914400" rtl="0" eaLnBrk="1" fontAlgn="auto" latinLnBrk="0" hangingPunct="1">
              <a:lnSpc>
                <a:spcPct val="100000"/>
              </a:lnSpc>
              <a:spcBef>
                <a:spcPts val="0"/>
              </a:spcBef>
              <a:spcAft>
                <a:spcPts val="0"/>
              </a:spcAft>
              <a:buClr>
                <a:srgbClr val="000000"/>
              </a:buClr>
              <a:buSzTx/>
              <a:buAutoNum type="arabicPeriod" startAt="6"/>
              <a:tabLst/>
              <a:defRPr/>
            </a:pPr>
            <a:r>
              <a:rPr lang="en-US" sz="1100" dirty="0">
                <a:latin typeface="Montserrat Medium"/>
              </a:rPr>
              <a:t>Then it will use for loop, to display each subject calculated sessions.</a:t>
            </a:r>
          </a:p>
          <a:p>
            <a:pPr marL="228600" marR="0" lvl="0" indent="-228600" algn="l" defTabSz="914400" rtl="0" eaLnBrk="1" fontAlgn="auto" latinLnBrk="0" hangingPunct="1">
              <a:lnSpc>
                <a:spcPct val="100000"/>
              </a:lnSpc>
              <a:spcBef>
                <a:spcPts val="0"/>
              </a:spcBef>
              <a:spcAft>
                <a:spcPts val="0"/>
              </a:spcAft>
              <a:buClr>
                <a:srgbClr val="000000"/>
              </a:buClr>
              <a:buSzTx/>
              <a:buAutoNum type="arabicPeriod" startAt="6"/>
              <a:tabLst/>
              <a:defRPr/>
            </a:pPr>
            <a:r>
              <a:rPr lang="en-US" sz="1100" dirty="0">
                <a:latin typeface="Montserrat Medium"/>
              </a:rPr>
              <a:t>Program will prompt user if they want to proceed with the pomodoro sessions.</a:t>
            </a:r>
          </a:p>
          <a:p>
            <a:pPr marL="228600" marR="0" lvl="0" indent="-228600" algn="l" defTabSz="914400" rtl="0" eaLnBrk="1" fontAlgn="auto" latinLnBrk="0" hangingPunct="1">
              <a:lnSpc>
                <a:spcPct val="100000"/>
              </a:lnSpc>
              <a:spcBef>
                <a:spcPts val="0"/>
              </a:spcBef>
              <a:spcAft>
                <a:spcPts val="0"/>
              </a:spcAft>
              <a:buClr>
                <a:srgbClr val="000000"/>
              </a:buClr>
              <a:buSzTx/>
              <a:buAutoNum type="arabicPeriod" startAt="6"/>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y</a:t>
            </a:r>
            <a:r>
              <a:rPr lang="en-US" sz="1100" dirty="0">
                <a:latin typeface="Montserrat Medium"/>
              </a:rPr>
              <a:t>es, pomodoro starts and continue with break time until last session is completed.</a:t>
            </a:r>
          </a:p>
          <a:p>
            <a:pPr marL="228600" marR="0" lvl="0" indent="-228600" algn="l" defTabSz="914400" rtl="0" eaLnBrk="1" fontAlgn="auto" latinLnBrk="0" hangingPunct="1">
              <a:lnSpc>
                <a:spcPct val="100000"/>
              </a:lnSpc>
              <a:spcBef>
                <a:spcPts val="0"/>
              </a:spcBef>
              <a:spcAft>
                <a:spcPts val="0"/>
              </a:spcAft>
              <a:buClr>
                <a:srgbClr val="000000"/>
              </a:buClr>
              <a:buSzTx/>
              <a:buAutoNum type="arabicPeriod" startAt="6"/>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no, it will display </a:t>
            </a:r>
            <a:r>
              <a:rPr lang="en-US" sz="1100" dirty="0">
                <a:latin typeface="Montserrat Medium"/>
              </a:rPr>
              <a:t>an appropriate message.</a:t>
            </a:r>
          </a:p>
          <a:p>
            <a:pPr marL="228600" marR="0" lvl="0" indent="-228600" algn="l" defTabSz="914400" rtl="0" eaLnBrk="1" fontAlgn="auto" latinLnBrk="0" hangingPunct="1">
              <a:lnSpc>
                <a:spcPct val="100000"/>
              </a:lnSpc>
              <a:spcBef>
                <a:spcPts val="0"/>
              </a:spcBef>
              <a:spcAft>
                <a:spcPts val="0"/>
              </a:spcAft>
              <a:buClr>
                <a:srgbClr val="000000"/>
              </a:buClr>
              <a:buSzTx/>
              <a:buAutoNum type="arabicPeriod" startAt="6"/>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exit, it will </a:t>
            </a:r>
            <a:r>
              <a:rPr lang="en-US" sz="1100" dirty="0">
                <a:latin typeface="Montserrat Medium"/>
              </a:rPr>
              <a:t>return to </a:t>
            </a:r>
            <a:r>
              <a:rPr lang="en-US" sz="1100" dirty="0" err="1">
                <a:latin typeface="Montserrat Medium"/>
              </a:rPr>
              <a:t>displayMenu</a:t>
            </a:r>
            <a:r>
              <a:rPr lang="en-US" sz="1100" dirty="0">
                <a:latin typeface="Montserrat Medium"/>
              </a:rPr>
              <a:t>().</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p:txBody>
      </p:sp>
      <p:sp>
        <p:nvSpPr>
          <p:cNvPr id="273" name="TextBox 272">
            <a:extLst>
              <a:ext uri="{FF2B5EF4-FFF2-40B4-BE49-F238E27FC236}">
                <a16:creationId xmlns:a16="http://schemas.microsoft.com/office/drawing/2014/main" id="{5C48FC9B-BACF-BB1F-FDE6-E82BF5C6A10F}"/>
              </a:ext>
            </a:extLst>
          </p:cNvPr>
          <p:cNvSpPr txBox="1"/>
          <p:nvPr/>
        </p:nvSpPr>
        <p:spPr>
          <a:xfrm>
            <a:off x="3024458" y="313628"/>
            <a:ext cx="457200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400" b="1" i="0" u="none" strike="noStrike" kern="0" cap="none" spc="0" normalizeH="0" baseline="0" noProof="0" dirty="0">
                <a:ln>
                  <a:noFill/>
                </a:ln>
                <a:solidFill>
                  <a:srgbClr val="000000"/>
                </a:solidFill>
                <a:effectLst/>
                <a:uLnTx/>
                <a:uFillTx/>
                <a:latin typeface="Arial"/>
                <a:cs typeface="Arial"/>
                <a:sym typeface="Arial"/>
              </a:rPr>
              <a:t>Start Pomodoro Module : </a:t>
            </a:r>
            <a:r>
              <a:rPr kumimoji="0" lang="en-MY" sz="1400" b="1" i="0" u="none" strike="noStrike" kern="0" cap="none" spc="0" normalizeH="0" baseline="0" noProof="0" dirty="0" err="1">
                <a:ln>
                  <a:noFill/>
                </a:ln>
                <a:solidFill>
                  <a:srgbClr val="000000"/>
                </a:solidFill>
                <a:effectLst/>
                <a:uLnTx/>
                <a:uFillTx/>
                <a:latin typeface="Arial"/>
                <a:cs typeface="Arial"/>
                <a:sym typeface="Arial"/>
              </a:rPr>
              <a:t>startPomodoro</a:t>
            </a:r>
            <a:r>
              <a:rPr kumimoji="0" lang="en-MY" sz="1400" b="1" i="0" u="none" strike="noStrike" kern="0" cap="none" spc="0" normalizeH="0" baseline="0" noProof="0" dirty="0">
                <a:ln>
                  <a:noFill/>
                </a:ln>
                <a:solidFill>
                  <a:srgbClr val="000000"/>
                </a:solidFill>
                <a:effectLst/>
                <a:uLnTx/>
                <a:uFillTx/>
                <a:latin typeface="Arial"/>
                <a:cs typeface="Arial"/>
                <a:sym typeface="Arial"/>
              </a:rPr>
              <a:t>() part 2 and part 3</a:t>
            </a:r>
          </a:p>
        </p:txBody>
      </p:sp>
    </p:spTree>
    <p:extLst>
      <p:ext uri="{BB962C8B-B14F-4D97-AF65-F5344CB8AC3E}">
        <p14:creationId xmlns:p14="http://schemas.microsoft.com/office/powerpoint/2010/main" val="549212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4F4E4C62-26C1-F58C-01F3-F58C7A1B815B}"/>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FE249A8C-C1D0-A3B9-9822-47F70D3FEA18}"/>
              </a:ext>
            </a:extLst>
          </p:cNvPr>
          <p:cNvGrpSpPr/>
          <p:nvPr/>
        </p:nvGrpSpPr>
        <p:grpSpPr>
          <a:xfrm>
            <a:off x="152150" y="4447169"/>
            <a:ext cx="450094" cy="454080"/>
            <a:chOff x="2070530" y="1063034"/>
            <a:chExt cx="450094" cy="454080"/>
          </a:xfrm>
        </p:grpSpPr>
        <p:sp>
          <p:nvSpPr>
            <p:cNvPr id="7" name="Google Shape;2316;p35">
              <a:extLst>
                <a:ext uri="{FF2B5EF4-FFF2-40B4-BE49-F238E27FC236}">
                  <a16:creationId xmlns:a16="http://schemas.microsoft.com/office/drawing/2014/main" id="{F8B75A03-7E73-9E3A-1D35-4AA3E3FFB683}"/>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3ADB8B45-2CE3-CC93-5272-002344AB71E4}"/>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5239AD51-A2B7-1749-822B-33CA4933D898}"/>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F8AF22A2-AC8B-B9F4-4922-35D482E1CBAB}"/>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BE82BF16-D483-2CD4-FD11-9D3209BABD03}"/>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21D64272-80C5-AFFA-4DAE-3D08819C1BA0}"/>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73576D8A-3FAC-40B2-CF1D-39ED539CFFDD}"/>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91168D51-E8D3-98A5-00E9-8C1CEBE2AF6D}"/>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27561433-59FC-AB92-C934-4FAE097BD736}"/>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CC88EFA5-C496-2D7A-0E9A-3271C0E57324}"/>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F7831D7A-D316-D0D8-66F3-087EC9AD3628}"/>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5C8FF915-59D1-7DC1-E04A-F3BED523CB5E}"/>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7F758A28-2E91-F693-D7E7-A87017B177CF}"/>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80B0C87E-20FC-CA6C-198F-772690C206FE}"/>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87938B6F-DC91-F1E9-F347-8F2534EDE718}"/>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7D8739B8-9B68-46A8-4005-9C4C3BAEE2AF}"/>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44E2BB1E-087A-A752-0E47-CCA73974E612}"/>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86EB4613-E29A-1992-DBC5-4248E9AF34C3}"/>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A9891D71-EA8D-D7D7-2F93-07E81FF06E87}"/>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CE82DB14-76B4-3DE2-8AB4-702C32CDA292}"/>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B9C2B4F5-5DB8-905A-BF6C-64866CE6718E}"/>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A2B0A3C6-2400-A758-FC5C-D9AF8802A9C7}"/>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D5CA7C81-C536-4523-34DB-E09303F940B1}"/>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29B0DEC8-EF74-364A-7D47-1EE08D2223D4}"/>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21E73A91-30CC-9915-47BC-F2A5F0A701F3}"/>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94068185-2F98-4F2F-6645-010E385569BA}"/>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9F56BAE1-4ED5-0C4F-FB8F-134AE21A83B6}"/>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AC07EBC8-0054-C104-B197-7292E30A383C}"/>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B21F1766-29CA-82BA-A439-620820DA3D82}"/>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12CCD4FF-E06A-F319-858D-8CD6406F8387}"/>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1E616FB5-29B5-215F-8173-05C89C0C660F}"/>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E0F6DEF8-C70C-6366-B847-EC3E1A3C5A29}"/>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871625E8-53FB-7654-1C6D-B4739013EB47}"/>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A409F439-995E-A371-327B-D3A423C02EA4}"/>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801B9817-8D80-EB1E-DB75-E2891E9E06A9}"/>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E636BD3A-594B-BFF1-A8E9-FF95202731C4}"/>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58E9238E-F0C2-A45B-E2DB-D4C6A4C4694C}"/>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96DBCBC7-CA95-0A57-A852-CE6C49D18C51}"/>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40DED1DB-8453-6E4D-FCFD-5FC8ADE66827}"/>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B34AF1C8-DBD3-6346-21A5-BC250934A8E7}"/>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05F7B13D-094B-E035-A6C7-4D05E2BCBF3C}"/>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459E10F9-3BD2-59B8-ACA0-8F0D4D73E518}"/>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3C74AE4C-A38F-1122-2E2A-69AE92A5085A}"/>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C302D50A-0763-5DC0-7238-9F4416E8CCB3}"/>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24B2B0B9-B13E-E63E-646A-CF88B80374DB}"/>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08D67129-8103-994D-C220-93F55ECB39BD}"/>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8DE57065-A006-CB8D-92E4-FA7BFB6742A4}"/>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CBA29F58-1A31-A911-A835-AFC1280D5CB9}"/>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AE54D7C3-2C46-6921-A426-47C20E2B4F67}"/>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4F3E9BFB-918D-4C26-45E7-497E6EDAEF15}"/>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9442AE63-5752-D8BC-55C9-75072C6E0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4" y="24019"/>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E0E06223-C949-421E-7DCE-44AB3C943AEF}"/>
              </a:ext>
            </a:extLst>
          </p:cNvPr>
          <p:cNvGrpSpPr/>
          <p:nvPr/>
        </p:nvGrpSpPr>
        <p:grpSpPr>
          <a:xfrm>
            <a:off x="954296" y="144176"/>
            <a:ext cx="455009" cy="454080"/>
            <a:chOff x="3363305" y="1063034"/>
            <a:chExt cx="455009" cy="454080"/>
          </a:xfrm>
        </p:grpSpPr>
        <p:sp>
          <p:nvSpPr>
            <p:cNvPr id="59" name="Google Shape;1205;p25">
              <a:extLst>
                <a:ext uri="{FF2B5EF4-FFF2-40B4-BE49-F238E27FC236}">
                  <a16:creationId xmlns:a16="http://schemas.microsoft.com/office/drawing/2014/main" id="{F5660CD7-191A-1295-883D-F829A6CD39B4}"/>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40507D75-BAC9-5E38-AD60-830A011BFCD3}"/>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EA59D8FC-58BA-32F9-4F3C-6AAC903121A4}"/>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6149E3F6-20BE-35AB-53A5-BA4A61375A5B}"/>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5C248F2D-6223-B98F-D5A6-F9E9CE4C2D1E}"/>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5FA88F3D-00F9-A34D-D32F-D4286D809BEB}"/>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C0410C94-B0BF-C8B2-AB4E-E9E79202F22E}"/>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91B90A92-B092-2B70-6857-4DEDFFBCB4DD}"/>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2ED49511-6BC4-BB11-A6DD-96A0CFA2F62C}"/>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237EAEE4-59B7-859A-6674-A1DB80F0BA36}"/>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41DD4C60-0C83-88ED-EF24-1598E932C656}"/>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364D79BD-0945-766B-6451-E9B0EF0F9A1E}"/>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F793FB1A-3649-1A1C-3BCC-0CBAA626A9A7}"/>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B03D8AD3-0613-6910-E9AF-2BD1D7858278}"/>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6EA259D5-AF87-905C-2652-A7C3AFD6C065}"/>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71B0409A-17CF-69EE-B27D-E67490E468B5}"/>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AC0DBCE6-EDAF-1B13-DBE5-8C5635B77949}"/>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B391714A-80E2-7415-3374-2B8C36E92966}"/>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8FBDDDD0-7AF4-9CA7-4123-2EC52C0F4C0D}"/>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527B6F31-A8A1-5711-EDE5-0A931E206294}"/>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F361DDE1-39A7-A5D7-5C18-BAD562526E40}"/>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78E64821-C185-56BC-6C10-6AB15BAC41BE}"/>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2D1C2EE9-3ABD-8B3F-3011-186237AC2E4E}"/>
              </a:ext>
            </a:extLst>
          </p:cNvPr>
          <p:cNvPicPr>
            <a:picLocks noChangeAspect="1"/>
          </p:cNvPicPr>
          <p:nvPr/>
        </p:nvPicPr>
        <p:blipFill>
          <a:blip r:embed="rId4"/>
          <a:stretch>
            <a:fillRect/>
          </a:stretch>
        </p:blipFill>
        <p:spPr>
          <a:xfrm>
            <a:off x="4993226" y="160175"/>
            <a:ext cx="3188484" cy="4560203"/>
          </a:xfrm>
          <a:prstGeom prst="rect">
            <a:avLst/>
          </a:prstGeom>
        </p:spPr>
      </p:pic>
      <p:sp>
        <p:nvSpPr>
          <p:cNvPr id="4" name="TextBox 3">
            <a:extLst>
              <a:ext uri="{FF2B5EF4-FFF2-40B4-BE49-F238E27FC236}">
                <a16:creationId xmlns:a16="http://schemas.microsoft.com/office/drawing/2014/main" id="{54399A53-80A6-055E-0100-0F0555526187}"/>
              </a:ext>
            </a:extLst>
          </p:cNvPr>
          <p:cNvSpPr txBox="1"/>
          <p:nvPr/>
        </p:nvSpPr>
        <p:spPr>
          <a:xfrm>
            <a:off x="565353" y="1628314"/>
            <a:ext cx="3722822" cy="178510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While true, the program will provide and display selection for the user to take .</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If first, it will call </a:t>
            </a:r>
            <a:r>
              <a:rPr lang="en-US" sz="1100" dirty="0" err="1">
                <a:latin typeface="Montserrat Medium"/>
              </a:rPr>
              <a:t>manageSubjects</a:t>
            </a:r>
            <a:r>
              <a:rPr lang="en-US" sz="1100" dirty="0">
                <a:latin typeface="Montserrat Medium"/>
              </a:rPr>
              <a:t>() module,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second, it will </a:t>
            </a:r>
            <a:r>
              <a:rPr lang="en-US" sz="1100" dirty="0">
                <a:latin typeface="Montserrat Medium"/>
              </a:rPr>
              <a:t>call </a:t>
            </a:r>
            <a:r>
              <a:rPr lang="en-US" sz="1100" dirty="0" err="1">
                <a:latin typeface="Montserrat Medium"/>
              </a:rPr>
              <a:t>deleteSubjects</a:t>
            </a:r>
            <a:r>
              <a:rPr lang="en-US" sz="1100" dirty="0">
                <a:latin typeface="Montserrat Medium"/>
              </a:rPr>
              <a:t>(</a:t>
            </a:r>
            <a:r>
              <a:rPr lang="en-US" sz="1100" dirty="0" err="1">
                <a:latin typeface="Montserrat Medium"/>
              </a:rPr>
              <a:t>subjectToDelete</a:t>
            </a:r>
            <a:r>
              <a:rPr lang="en-US" sz="1100" dirty="0">
                <a:latin typeface="Montserrat Medium"/>
              </a:rPr>
              <a:t>) module.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third, it will call </a:t>
            </a:r>
            <a:r>
              <a:rPr kumimoji="0" lang="en-US" sz="1100" b="0" i="0" u="none" strike="noStrike" kern="0" cap="none" spc="0" normalizeH="0" baseline="0" noProof="0" dirty="0" err="1">
                <a:ln>
                  <a:noFill/>
                </a:ln>
                <a:solidFill>
                  <a:srgbClr val="000000"/>
                </a:solidFill>
                <a:effectLst/>
                <a:uLnTx/>
                <a:uFillTx/>
                <a:latin typeface="Montserrat Medium"/>
                <a:cs typeface="Arial"/>
                <a:sym typeface="Arial"/>
              </a:rPr>
              <a:t>viewSubjects</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 module.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If fourth, it will call </a:t>
            </a:r>
            <a:r>
              <a:rPr lang="en-US" sz="1100" dirty="0" err="1">
                <a:latin typeface="Montserrat Medium"/>
              </a:rPr>
              <a:t>userPreferences</a:t>
            </a:r>
            <a:r>
              <a:rPr lang="en-US" sz="1100" dirty="0">
                <a:latin typeface="Montserrat Medium"/>
              </a:rPr>
              <a:t>() module.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fifth, it will return to di</a:t>
            </a:r>
            <a:r>
              <a:rPr lang="en-US" sz="1100" dirty="0" err="1">
                <a:latin typeface="Montserrat Medium"/>
              </a:rPr>
              <a:t>splayMenu</a:t>
            </a:r>
            <a:r>
              <a:rPr lang="en-US" sz="1100" dirty="0">
                <a:latin typeface="Montserrat Medium"/>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If none the above, it will display </a:t>
            </a:r>
            <a:r>
              <a:rPr lang="en-US" sz="1100" dirty="0">
                <a:latin typeface="Montserrat Medium"/>
              </a:rPr>
              <a:t>“ I</a:t>
            </a:r>
            <a:r>
              <a:rPr kumimoji="0" lang="en-US" sz="1100" b="0" i="0" u="none" strike="noStrike" kern="0" cap="none" spc="0" normalizeH="0" baseline="0" noProof="0" dirty="0" err="1">
                <a:ln>
                  <a:noFill/>
                </a:ln>
                <a:solidFill>
                  <a:srgbClr val="000000"/>
                </a:solidFill>
                <a:effectLst/>
                <a:uLnTx/>
                <a:uFillTx/>
                <a:latin typeface="Montserrat Medium"/>
                <a:cs typeface="Arial"/>
                <a:sym typeface="Arial"/>
              </a:rPr>
              <a:t>nvalid</a:t>
            </a: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 </a:t>
            </a:r>
            <a:r>
              <a:rPr lang="en-US" sz="1100" dirty="0">
                <a:latin typeface="Montserrat Medium"/>
              </a:rPr>
              <a:t>Option. Please Try Again”</a:t>
            </a:r>
            <a:endParaRPr kumimoji="0" lang="en-US" sz="1100" b="0" i="0" u="none" strike="noStrike" kern="0" cap="none" spc="0" normalizeH="0" baseline="0" noProof="0" dirty="0">
              <a:ln>
                <a:noFill/>
              </a:ln>
              <a:solidFill>
                <a:srgbClr val="000000"/>
              </a:solidFill>
              <a:effectLst/>
              <a:uLnTx/>
              <a:uFillTx/>
              <a:latin typeface="Montserrat Medium"/>
              <a:cs typeface="Arial"/>
              <a:sym typeface="Arial"/>
            </a:endParaRPr>
          </a:p>
        </p:txBody>
      </p:sp>
      <p:sp>
        <p:nvSpPr>
          <p:cNvPr id="273" name="TextBox 272">
            <a:extLst>
              <a:ext uri="{FF2B5EF4-FFF2-40B4-BE49-F238E27FC236}">
                <a16:creationId xmlns:a16="http://schemas.microsoft.com/office/drawing/2014/main" id="{F42AA378-C433-EA76-4327-E7B102287B61}"/>
              </a:ext>
            </a:extLst>
          </p:cNvPr>
          <p:cNvSpPr txBox="1"/>
          <p:nvPr/>
        </p:nvSpPr>
        <p:spPr>
          <a:xfrm>
            <a:off x="968809" y="237350"/>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Display Settings module : </a:t>
            </a:r>
            <a:r>
              <a:rPr lang="en-MY" b="1" dirty="0" err="1"/>
              <a:t>displaySettings</a:t>
            </a:r>
            <a:r>
              <a:rPr lang="en-MY" b="1" dirty="0"/>
              <a:t>()</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1563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D855F76E-DD86-5169-4E9A-276737509569}"/>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4BD69B0C-2E38-2DE4-2D97-EDD8895939F9}"/>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45592AE1-3406-2686-7F5E-3E1EF8245655}"/>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FB472BD3-2D61-C95F-8C29-B07DB1E75E5B}"/>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88300F16-8506-D97C-9400-C14B58A61DC4}"/>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8BE2F1B1-4872-A7F1-6F63-071E3DD71F63}"/>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E7284998-3336-C078-119B-849117E567D6}"/>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6DFDB3E3-EF5D-2E8B-301E-92E1F964E3E0}"/>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7A7460A2-49DA-DE87-1829-00E2D02B752A}"/>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60DFFE6C-64AA-F6C1-F2B5-12D7314AD01D}"/>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30F6E514-4DB8-5E60-C971-DDF7FE995B19}"/>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E0FA18AA-FADC-E2C5-2097-2C267C0D308C}"/>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A77452BA-0961-4721-C3FB-38EB72CF35C6}"/>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23E2A326-7988-A125-8241-6286CB008892}"/>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66B667FF-DAF2-B9AA-C73C-FDA3300E809C}"/>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CC0BF88C-5DB0-49AC-CCAC-8F5487055BC8}"/>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44FCF672-C1F6-3557-657E-BE7CA9F3B972}"/>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1910BE99-E9D0-D16B-8568-EF13BE758203}"/>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7A02104B-DA8F-6098-97F7-828DAF0808D6}"/>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E34F3D50-1BBC-9AA1-16DF-8F9396793A0A}"/>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E0EC048C-5114-5A4B-66CB-66FE1520979E}"/>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4E6FB6EB-7F45-9706-191D-1290441154CE}"/>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60FD9CB9-7074-2824-2886-390B529F3388}"/>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8E800053-8914-E748-D738-8D6D37112F3C}"/>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4B22C4FE-CE59-B402-8DB1-4F58C107A121}"/>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3124B067-6DB3-6FBD-AB28-33C377F4276C}"/>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6A6077AE-9147-E3BE-085E-D481CC7270E6}"/>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B7321A7B-2F7F-8B77-43D2-8F03E917AAC4}"/>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40926960-6966-3E27-E1D0-A220443D9897}"/>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5EA51835-0ED3-4602-790F-4CBA7A8A5192}"/>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B42F253A-F8A0-719D-34EB-416CF1C8B63C}"/>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44010274-FC74-6DD4-71B9-F29ED6BB4EFC}"/>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AD37E01F-8203-8CB2-A115-D01156928834}"/>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FBBD79C9-E8D1-6125-F4F5-19199F996AD5}"/>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419B8089-9457-5A84-638B-E2C27ED2D260}"/>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0D64FA44-1CA4-0DF4-BA7D-829A040725BB}"/>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9C239486-3413-2FCA-6DFA-A81EC4615DD2}"/>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69CDB26C-B4C7-8890-176C-C138B9C3C177}"/>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8B56C29B-763C-0DEC-93FB-DAF216476C22}"/>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4B99B7BB-7B46-151D-E793-8ACC60892A44}"/>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408E08D4-B547-5953-D817-E722B2E0B56B}"/>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8F138717-734F-7EE7-EC7A-D37C0DE8FC71}"/>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0A86CC05-F4C7-F0FD-3487-ED66D5AE35F1}"/>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967C79F1-6CA3-9095-416E-AD5BFA5E3862}"/>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FC897972-0AD4-91C8-7E0E-B106DB16E6E4}"/>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CE6AA942-266B-2064-7674-481EEDB7CBB0}"/>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86D24733-EC29-0922-0783-F790B13987FF}"/>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CD8F801B-8615-E5F8-0719-9279F13D94DF}"/>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763D992B-407A-E026-57E0-09317DA18365}"/>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496B6033-51EE-AA82-57AE-C6AE14E743CF}"/>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D81A01E8-4400-4887-6C9B-DE75DB76B639}"/>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C722E012-A666-DD53-2ED0-D17C62B32345}"/>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BD433237-2526-3107-CC7F-35C8943AA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8D2A7E2F-632B-DC67-6E49-4E4F9CD05E2A}"/>
              </a:ext>
            </a:extLst>
          </p:cNvPr>
          <p:cNvGrpSpPr/>
          <p:nvPr/>
        </p:nvGrpSpPr>
        <p:grpSpPr>
          <a:xfrm>
            <a:off x="7489208" y="240477"/>
            <a:ext cx="455009" cy="454080"/>
            <a:chOff x="3363305" y="1063034"/>
            <a:chExt cx="455009" cy="454080"/>
          </a:xfrm>
        </p:grpSpPr>
        <p:sp>
          <p:nvSpPr>
            <p:cNvPr id="59" name="Google Shape;1205;p25">
              <a:extLst>
                <a:ext uri="{FF2B5EF4-FFF2-40B4-BE49-F238E27FC236}">
                  <a16:creationId xmlns:a16="http://schemas.microsoft.com/office/drawing/2014/main" id="{5D353039-BEBF-8471-ACBE-1102F36BF4BE}"/>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BB60AC36-968D-FE67-A063-BA565C83E3AE}"/>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162B7536-BE91-FAB4-4F2F-F251AA20DA42}"/>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FC69EEB3-54BC-1EF1-4586-50A4C00314E8}"/>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996AC9BF-F539-EAE2-A603-3C19992DE2CF}"/>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A7ED4683-2981-4DA5-9A4D-2972B7C522D0}"/>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A705840A-CF86-B42F-139B-29E0C09B92B8}"/>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F87EC10A-27F0-88F9-6F50-B7838122C795}"/>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E3D5C3D1-A581-13A5-85BA-952BF4E91391}"/>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DE880C23-F88B-3FBE-E09C-5E972242A08A}"/>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D65DC42C-F486-DB32-DD61-F434219C6259}"/>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A0EDC7FB-F802-9F1D-8545-8CCDBD59EDFD}"/>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B2D65D25-A0A1-9044-4324-C51D124D0F9E}"/>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08EEA00B-A2DE-2291-7B23-40A4F3310826}"/>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7E05C278-A61B-61E8-87B3-6209EA27F84F}"/>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632B308D-820D-6E09-57AE-85116D1B5DB4}"/>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59767751-976F-976F-8519-9C880C7A7B67}"/>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4D97B25A-6847-3455-937F-5F39ADFA3D9A}"/>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43E3EF79-DAB1-7C05-F065-8C038D1F55FA}"/>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12F38C59-872D-C205-DD3A-4C5DD5F4957D}"/>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C149C9B1-BE95-5201-8DC4-9FC5CDF6D944}"/>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FB8FB7C0-DDC0-EC76-6773-D1876DC7FE66}"/>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descr="A diagram of a flowchart&#10;&#10;Description automatically generated">
            <a:extLst>
              <a:ext uri="{FF2B5EF4-FFF2-40B4-BE49-F238E27FC236}">
                <a16:creationId xmlns:a16="http://schemas.microsoft.com/office/drawing/2014/main" id="{4DC56C99-4D82-2A3B-A88D-C8940DA19B36}"/>
              </a:ext>
            </a:extLst>
          </p:cNvPr>
          <p:cNvPicPr>
            <a:picLocks noChangeAspect="1"/>
          </p:cNvPicPr>
          <p:nvPr/>
        </p:nvPicPr>
        <p:blipFill>
          <a:blip r:embed="rId4"/>
          <a:stretch>
            <a:fillRect/>
          </a:stretch>
        </p:blipFill>
        <p:spPr>
          <a:xfrm>
            <a:off x="405304" y="221599"/>
            <a:ext cx="2867895" cy="4645302"/>
          </a:xfrm>
          <a:prstGeom prst="rect">
            <a:avLst/>
          </a:prstGeom>
        </p:spPr>
      </p:pic>
      <p:sp>
        <p:nvSpPr>
          <p:cNvPr id="274" name="TextBox 273">
            <a:extLst>
              <a:ext uri="{FF2B5EF4-FFF2-40B4-BE49-F238E27FC236}">
                <a16:creationId xmlns:a16="http://schemas.microsoft.com/office/drawing/2014/main" id="{96CF2787-A5E4-1A66-D6DC-0C89BFD05D8C}"/>
              </a:ext>
            </a:extLst>
          </p:cNvPr>
          <p:cNvSpPr txBox="1"/>
          <p:nvPr/>
        </p:nvSpPr>
        <p:spPr>
          <a:xfrm>
            <a:off x="3078161" y="313628"/>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User Preferences Module : </a:t>
            </a:r>
            <a:r>
              <a:rPr lang="en-MY" b="1" dirty="0" err="1"/>
              <a:t>userPreferences</a:t>
            </a:r>
            <a:r>
              <a:rPr lang="en-MY" b="1" dirty="0"/>
              <a:t>()</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
        <p:nvSpPr>
          <p:cNvPr id="276" name="TextBox 275">
            <a:extLst>
              <a:ext uri="{FF2B5EF4-FFF2-40B4-BE49-F238E27FC236}">
                <a16:creationId xmlns:a16="http://schemas.microsoft.com/office/drawing/2014/main" id="{BF255127-E576-F958-FEC2-49C1B01E813F}"/>
              </a:ext>
            </a:extLst>
          </p:cNvPr>
          <p:cNvSpPr txBox="1"/>
          <p:nvPr/>
        </p:nvSpPr>
        <p:spPr>
          <a:xfrm>
            <a:off x="3923466" y="1679198"/>
            <a:ext cx="4572000" cy="1615827"/>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The program will set retry to Y</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Using while loop, the program will display sets of questions and get input from user with 3 options that is A,B or C.</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100" b="0" i="0" u="none" strike="noStrike" kern="0" cap="none" spc="0" normalizeH="0" baseline="0" noProof="0" dirty="0">
                <a:ln>
                  <a:noFill/>
                </a:ln>
                <a:solidFill>
                  <a:srgbClr val="000000"/>
                </a:solidFill>
                <a:effectLst/>
                <a:uLnTx/>
                <a:uFillTx/>
                <a:latin typeface="Montserrat Medium"/>
                <a:cs typeface="Arial"/>
                <a:sym typeface="Arial"/>
              </a:rPr>
              <a:t>Based on the option</a:t>
            </a:r>
            <a:r>
              <a:rPr lang="en-US" sz="1100" dirty="0">
                <a:latin typeface="Montserrat Medium"/>
              </a:rPr>
              <a:t>, it will then calculate and determine what type of learner user is and display for user. </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After done the program will prompt user if they want to retry, if yes it will redo and re-prompt the same questions.</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100" dirty="0">
                <a:latin typeface="Montserrat Medium"/>
              </a:rPr>
              <a:t>If no, it will return to </a:t>
            </a:r>
            <a:r>
              <a:rPr lang="en-US" sz="1100" dirty="0" err="1">
                <a:latin typeface="Montserrat Medium"/>
              </a:rPr>
              <a:t>displaySettings</a:t>
            </a:r>
            <a:r>
              <a:rPr lang="en-US" sz="1100" dirty="0">
                <a:latin typeface="Montserrat Medium"/>
              </a:rPr>
              <a:t>().</a:t>
            </a:r>
          </a:p>
        </p:txBody>
      </p:sp>
    </p:spTree>
    <p:extLst>
      <p:ext uri="{BB962C8B-B14F-4D97-AF65-F5344CB8AC3E}">
        <p14:creationId xmlns:p14="http://schemas.microsoft.com/office/powerpoint/2010/main" val="84676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EFB859E1-4E8D-5BEB-EDF0-B0B3D84CD3E6}"/>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16E464A8-6F2C-4D9B-9E8F-3E64DE46892E}"/>
              </a:ext>
            </a:extLst>
          </p:cNvPr>
          <p:cNvGrpSpPr/>
          <p:nvPr/>
        </p:nvGrpSpPr>
        <p:grpSpPr>
          <a:xfrm>
            <a:off x="152150" y="4447169"/>
            <a:ext cx="450094" cy="454080"/>
            <a:chOff x="2070530" y="1063034"/>
            <a:chExt cx="450094" cy="454080"/>
          </a:xfrm>
        </p:grpSpPr>
        <p:sp>
          <p:nvSpPr>
            <p:cNvPr id="7" name="Google Shape;2316;p35">
              <a:extLst>
                <a:ext uri="{FF2B5EF4-FFF2-40B4-BE49-F238E27FC236}">
                  <a16:creationId xmlns:a16="http://schemas.microsoft.com/office/drawing/2014/main" id="{1E10284E-5898-1BEF-3FD3-2C7F4C5D2F29}"/>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FAADB10F-C1F3-17FF-83B0-773808C9911D}"/>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281DBC82-6421-7F5E-FE14-2FB1429270D1}"/>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547DCED8-491B-CF5E-6DBA-55C7C4426659}"/>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481E6AA6-5D02-C44D-DD44-F957BB3F88DC}"/>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F08D3514-249E-5B93-A3F0-F9808E1597A9}"/>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665DE7B7-B001-FE8E-7549-05D1B4CA651E}"/>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8F741DB7-213A-B60A-984E-0453E129C6DF}"/>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3CA06C6A-A711-BD86-BE32-5E8880512063}"/>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BA3329D6-A705-EF74-E79F-034A05884852}"/>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854CF0C9-8938-924B-E8CB-0EC4728A8C76}"/>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35CA905D-FD5A-D607-93EF-7D3BA32A7FC9}"/>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6F2E3C87-4AE2-13B4-759A-3A9608C93302}"/>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8EF2971B-BC59-8AB5-4153-FC553A0F73DC}"/>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8489F97D-5ACB-2466-CD07-A279D7C8BED3}"/>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A95B036F-87C4-6B96-91E0-FD50A4CEFBA9}"/>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862D527C-960B-7D58-536D-277724AC000C}"/>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54E469A8-E78C-C7DB-CA05-3B8C46B78CE9}"/>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846DBBB5-9E6F-7FB3-10B8-9BC87D153E07}"/>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07476D2F-2A31-D3FC-224E-579DC2744B3C}"/>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9663C23E-A60B-04BE-52E2-7BB123436DCD}"/>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76E7FD29-8CD7-E5D9-D290-43A6D109872D}"/>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5A1018F3-5466-166C-4FB8-82CFEA72D38A}"/>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E6BD3198-FE9C-971A-A37B-87018D0BF08A}"/>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3D5CDF1D-B588-0F1B-712C-20293034B077}"/>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A43B25B2-AB0B-43C5-352E-3E8832DED2F0}"/>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54408FDB-4FE1-281F-B82C-88971ACCFEB6}"/>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380A5064-2F38-6641-AC36-C4FA6F85AD9B}"/>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5E160320-86A7-B2E7-D833-73B9DD74ACED}"/>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A93E6672-3572-116D-0EBA-82AD75A89C3C}"/>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CF742F74-C25A-E7C8-9E1A-3277DB0D163C}"/>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F11C27CD-9AFC-A7DA-D38F-DE3E38881A64}"/>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1E0A69F1-2CA7-9603-B2D2-D6AA348D590E}"/>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1538315D-1339-3A01-7AAE-E67C8644C708}"/>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CE9DE407-827C-6FB2-433C-2103DA878859}"/>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3E08F84A-D1B8-6065-29A3-084A73CE0BE2}"/>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7B32D8C6-8389-42FF-874E-F1582B4ACF04}"/>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9845C3CE-4183-4E43-102B-8334CA56BF2A}"/>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34E48EE6-9B14-6293-CDCD-0E844900A3A3}"/>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F7D17989-80C1-8342-A51E-126B0614285C}"/>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FAC67EDE-985E-2741-DCB1-7D8D7C39348E}"/>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DAF895F8-7A2C-EAAE-F09A-DE61D1FF9EF3}"/>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4BB16DA8-E8F5-4AF1-6B11-A45F5A355CBF}"/>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FB89C0A2-D5B4-BB84-8FE0-700884544FE0}"/>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B253405D-A1FB-524C-7D98-B8F0E327AD58}"/>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29648D5D-45FC-B788-D0D0-D1F5D8DBE1BA}"/>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46C9D2F3-46FE-BAA7-CEF8-8B5C9996A3F2}"/>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407C6CF1-BE9D-BCDD-1577-CF2D43FA70B2}"/>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8E2BC100-414A-B7D7-4423-2313B9E1662A}"/>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16478913-786A-AD67-95A3-EBBA6B484B54}"/>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BB6EF43A-233A-BFAB-972C-01054AF245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4" y="24019"/>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7BF97563-AECA-AFBC-DE00-A3BC7D4A7EC1}"/>
              </a:ext>
            </a:extLst>
          </p:cNvPr>
          <p:cNvGrpSpPr/>
          <p:nvPr/>
        </p:nvGrpSpPr>
        <p:grpSpPr>
          <a:xfrm>
            <a:off x="954296" y="144176"/>
            <a:ext cx="455009" cy="454080"/>
            <a:chOff x="3363305" y="1063034"/>
            <a:chExt cx="455009" cy="454080"/>
          </a:xfrm>
        </p:grpSpPr>
        <p:sp>
          <p:nvSpPr>
            <p:cNvPr id="59" name="Google Shape;1205;p25">
              <a:extLst>
                <a:ext uri="{FF2B5EF4-FFF2-40B4-BE49-F238E27FC236}">
                  <a16:creationId xmlns:a16="http://schemas.microsoft.com/office/drawing/2014/main" id="{E982338A-AFE5-D3D6-0D27-810EF2671DB5}"/>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AB2B24A6-14A9-6E08-34D7-726E37951FBC}"/>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7DB970D3-914A-3F8A-B8D6-C248BA8F2E9B}"/>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5C6C9C4B-5B52-1631-4E8F-82054F6B90A2}"/>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A6E56391-B457-5416-4C72-D41A5FA62C5D}"/>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29A30855-A2FF-CE95-F6AA-75D4333FDA5C}"/>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B90E1FB6-8E5D-FC41-E88E-352E0BCBB8B5}"/>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1574D1D3-14DB-1694-6048-2F134F733427}"/>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7AC3A022-F632-77B3-B660-5FCB6CEF2D66}"/>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37B6E2B6-FC31-07F5-6424-8532B81F0CFB}"/>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D4ACA031-918C-32E6-DBD2-51D007139DCA}"/>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D6101BBC-B2EC-4D69-9063-905669678AD8}"/>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286AD897-30C0-2D29-FC1E-A782C6BA605D}"/>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CEC9B28B-D50A-1D6B-8D7D-841DF6B8A202}"/>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2F333A6D-EDBA-2389-0E58-16BB0FE72F34}"/>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1AD420AA-D2F4-24F9-2A06-29E01F05BD14}"/>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24465D64-D9F1-19E4-54E0-8660ED45394B}"/>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E8B89069-BE12-F5DB-E9C1-5454CC5CACDD}"/>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7E94BBC3-9DBD-3415-8F0F-211BF9231486}"/>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EF7DDD96-A23B-4E69-6044-CCB47FA40A36}"/>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149E0D02-72ED-188C-B12A-08C637861BF5}"/>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3A5CCE0D-C3DF-1CBD-24B7-6737C9E5AC37}"/>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diagram of a software system&#10;&#10;Description automatically generated">
            <a:extLst>
              <a:ext uri="{FF2B5EF4-FFF2-40B4-BE49-F238E27FC236}">
                <a16:creationId xmlns:a16="http://schemas.microsoft.com/office/drawing/2014/main" id="{9086413D-1109-74F1-8240-66D5495F42C8}"/>
              </a:ext>
            </a:extLst>
          </p:cNvPr>
          <p:cNvPicPr>
            <a:picLocks noChangeAspect="1"/>
          </p:cNvPicPr>
          <p:nvPr/>
        </p:nvPicPr>
        <p:blipFill>
          <a:blip r:embed="rId4"/>
          <a:stretch>
            <a:fillRect/>
          </a:stretch>
        </p:blipFill>
        <p:spPr>
          <a:xfrm>
            <a:off x="5199627" y="245269"/>
            <a:ext cx="3457575" cy="4581525"/>
          </a:xfrm>
          <a:prstGeom prst="rect">
            <a:avLst/>
          </a:prstGeom>
        </p:spPr>
      </p:pic>
      <p:sp>
        <p:nvSpPr>
          <p:cNvPr id="5" name="TextBox 4">
            <a:extLst>
              <a:ext uri="{FF2B5EF4-FFF2-40B4-BE49-F238E27FC236}">
                <a16:creationId xmlns:a16="http://schemas.microsoft.com/office/drawing/2014/main" id="{6C12161C-7EE0-04AC-47FB-613B3AC7735E}"/>
              </a:ext>
            </a:extLst>
          </p:cNvPr>
          <p:cNvSpPr txBox="1"/>
          <p:nvPr/>
        </p:nvSpPr>
        <p:spPr>
          <a:xfrm>
            <a:off x="873328" y="236901"/>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Load Users Data Module : </a:t>
            </a:r>
            <a:r>
              <a:rPr lang="en-MY" b="1" dirty="0" err="1"/>
              <a:t>loadUsers</a:t>
            </a:r>
            <a:r>
              <a:rPr lang="en-MY" b="1" dirty="0"/>
              <a:t>()</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
        <p:nvSpPr>
          <p:cNvPr id="274" name="TextBox 273">
            <a:extLst>
              <a:ext uri="{FF2B5EF4-FFF2-40B4-BE49-F238E27FC236}">
                <a16:creationId xmlns:a16="http://schemas.microsoft.com/office/drawing/2014/main" id="{C81E1EFE-D91B-2446-A69C-3A8D34353A20}"/>
              </a:ext>
            </a:extLst>
          </p:cNvPr>
          <p:cNvSpPr txBox="1"/>
          <p:nvPr/>
        </p:nvSpPr>
        <p:spPr>
          <a:xfrm>
            <a:off x="468280" y="1597036"/>
            <a:ext cx="4572000" cy="1169551"/>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MY" dirty="0"/>
              <a:t>This module function is only for opening file for reading and read username, password and email and store them into array, then close file.</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MY" dirty="0"/>
              <a:t>If file fails to open, it will display appropriate message.</a:t>
            </a:r>
          </a:p>
        </p:txBody>
      </p:sp>
    </p:spTree>
    <p:extLst>
      <p:ext uri="{BB962C8B-B14F-4D97-AF65-F5344CB8AC3E}">
        <p14:creationId xmlns:p14="http://schemas.microsoft.com/office/powerpoint/2010/main" val="3582327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DEF7383A-6BDC-AD27-E653-BDDEDBE72EFF}"/>
            </a:ext>
          </a:extLst>
        </p:cNvPr>
        <p:cNvGrpSpPr/>
        <p:nvPr/>
      </p:nvGrpSpPr>
      <p:grpSpPr>
        <a:xfrm>
          <a:off x="0" y="0"/>
          <a:ext cx="0" cy="0"/>
          <a:chOff x="0" y="0"/>
          <a:chExt cx="0" cy="0"/>
        </a:xfrm>
      </p:grpSpPr>
      <p:grpSp>
        <p:nvGrpSpPr>
          <p:cNvPr id="6" name="Google Shape;2315;p35">
            <a:extLst>
              <a:ext uri="{FF2B5EF4-FFF2-40B4-BE49-F238E27FC236}">
                <a16:creationId xmlns:a16="http://schemas.microsoft.com/office/drawing/2014/main" id="{ADD1E2F2-CE97-A0F0-2F54-E97568249532}"/>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6A12AC45-3393-E9C9-238E-CE05FC772439}"/>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333F1939-50CA-2B36-01DE-30CA2BD27F22}"/>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C41306DF-22E0-23B1-FC52-1972F7116473}"/>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DD980490-1BC1-109A-2CA5-057F9DDFA65F}"/>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E4C3FE9B-D7EF-96FE-3F00-114DF0C638C1}"/>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94D040DB-9810-9774-E7F1-08A2293EF4A1}"/>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AE85324D-6BB0-8FEF-860F-BF08E0AB06DA}"/>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3E3D2CCE-F7E0-E048-8B21-62828167B2AA}"/>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14D08A96-688C-917A-0212-DBCDA9BAF902}"/>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48937772-009B-B20E-C151-667710CF3F19}"/>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DD63304D-78DF-773B-1BB5-18C48AF3AB96}"/>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9C26B830-4B88-3FAA-CDAD-7F0E8578DCA3}"/>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D3FBE240-B971-87A6-A94E-C6A3C059E32F}"/>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EF402C99-9AFF-73AE-6FBB-C1D38028A671}"/>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7BC31343-7BEE-DDC5-944A-D868DE8C7C10}"/>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034E611B-BFEA-4878-70C6-3E2977A11DB3}"/>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06D7F846-19C9-6039-C793-119D35C5968A}"/>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2A77A130-E437-36B3-3493-BDFB54608DF7}"/>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93C641B2-AE7F-593A-BA39-957BBD31F4A4}"/>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7C520F05-6F88-FAB0-1DBD-079ADBD3D9F4}"/>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6762DE9E-4C6F-A541-F5D4-98617359D4F3}"/>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5560518C-F6B5-9354-6538-39D3DCF0C8B0}"/>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71B6DC83-55E8-EE02-3BBC-1A08887F1585}"/>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D5D9A326-0EA4-EF51-DC87-24CE39B70910}"/>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97C985E8-A0A7-1706-23CB-7B6DD00BBC57}"/>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1E3AC173-9659-64A8-E666-D34135DCA27D}"/>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F2BCC563-B850-EFD8-5B9E-E52CDBC757DE}"/>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62E8C125-3E91-D2CD-67C3-6350A948A7CF}"/>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E142B8C8-9845-E2CF-9D6E-1A489FB78C11}"/>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1B0CEA6D-12F7-279B-E206-B94E0058B689}"/>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CEC93575-3292-2695-CC3F-DB8C71F3924C}"/>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422F8940-2735-7BED-8FFE-8B6C26741355}"/>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EB327FCF-0BEB-F26D-9E30-35698E671334}"/>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8A71F100-09F4-648A-941B-4FCAA4F5BA75}"/>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39A4F833-D066-B209-D0EA-0016E965AE00}"/>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4704CBE8-5A78-B1E2-2571-74316A60C013}"/>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C37B9489-327C-3D68-FEC2-9BD9962BCBB1}"/>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4CDC2FBA-F59C-0B55-E726-BE3ABD37547E}"/>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9822580E-9D39-9AE1-E2F7-92F89B5C4AB3}"/>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C5BDF956-5EDA-8214-9C51-314E31A676E2}"/>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83DDFF46-412F-2AE2-BC6D-386D7B03B91C}"/>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8A039AA2-CC90-87C5-A129-D9D03A32BDBD}"/>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68AB0B14-B3A4-C2E1-14E0-617565B7AA55}"/>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7D34D480-4DF0-FFA3-3EE8-A4E55850F3DD}"/>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4DF2CBEB-FDDD-B74C-68C1-7D75FD1DA0C8}"/>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AF917394-E76A-A67F-D9B5-AE2A2F69E135}"/>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82E4FF50-8D63-2489-9B08-690DF0287A29}"/>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DCBA16E7-17FF-EC85-A7EB-1C796FFEB97D}"/>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4C37735A-87FF-9B19-34B9-41EECCE6A134}"/>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59299440-568C-425B-5203-3AFE193E675C}"/>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F52CDD07-83B6-22F2-9992-DB816C58F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3131A261-B059-1E0C-C392-6E8A94D5F095}"/>
              </a:ext>
            </a:extLst>
          </p:cNvPr>
          <p:cNvGrpSpPr/>
          <p:nvPr/>
        </p:nvGrpSpPr>
        <p:grpSpPr>
          <a:xfrm>
            <a:off x="7489208" y="240477"/>
            <a:ext cx="455009" cy="454080"/>
            <a:chOff x="3363305" y="1063034"/>
            <a:chExt cx="455009" cy="454080"/>
          </a:xfrm>
        </p:grpSpPr>
        <p:sp>
          <p:nvSpPr>
            <p:cNvPr id="59" name="Google Shape;1205;p25">
              <a:extLst>
                <a:ext uri="{FF2B5EF4-FFF2-40B4-BE49-F238E27FC236}">
                  <a16:creationId xmlns:a16="http://schemas.microsoft.com/office/drawing/2014/main" id="{DE578408-B929-CFA0-ED22-52E143C1D61C}"/>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615BA18E-A286-7458-A1C2-2A5B7CE32DFF}"/>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8871DF91-007F-F1AC-D633-DDFB1095B54B}"/>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3042BC85-590C-0522-47AC-A3A23E9AC62C}"/>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D0B50148-57A1-7993-9431-AC2A0D2ADB07}"/>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49EE3132-F023-CA70-4175-A15F82E397C6}"/>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5B1BCB64-9B57-FF5D-3E75-40EF273304FD}"/>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1F0DBA96-A65D-FD18-D2EB-E5101D6B9798}"/>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A8550CA3-12E2-B2EB-E158-9F369F70EBA0}"/>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A3A1C2F9-665D-8272-9D95-9DFB7860ACD3}"/>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3D6C5F3C-BA7D-32CE-978E-91AEEDD2D9E4}"/>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829BC64A-5205-AAE7-9FE7-B77CAC5F6626}"/>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6C53C471-AA04-53D4-AEC2-968B71B28817}"/>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99DE9D8C-03A6-1D7B-A277-5500EF1C658D}"/>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29A1A942-BEC4-5D72-157D-37CFCB1C29D9}"/>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E487A653-FAC3-258F-AF0A-5DB589EBC97B}"/>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48F700DB-18ED-4264-D738-45114A7F2C75}"/>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D3DDF084-7DE5-03AF-22CE-A7AE38250F67}"/>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544E5FDE-795E-3DB5-4235-E1E62B169E29}"/>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8BC22824-3365-BB99-32B4-A3593B947A59}"/>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CEA1BDAC-FF24-C75B-8D58-7D93660B7C86}"/>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C9AC879C-ED05-7AC1-A41F-7B3D71D5EED0}"/>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descr="A diagram of a flowchart&#10;&#10;Description automatically generated">
            <a:extLst>
              <a:ext uri="{FF2B5EF4-FFF2-40B4-BE49-F238E27FC236}">
                <a16:creationId xmlns:a16="http://schemas.microsoft.com/office/drawing/2014/main" id="{E8756DE5-021C-56D2-BF51-483C7BEB6659}"/>
              </a:ext>
            </a:extLst>
          </p:cNvPr>
          <p:cNvPicPr>
            <a:picLocks noChangeAspect="1"/>
          </p:cNvPicPr>
          <p:nvPr/>
        </p:nvPicPr>
        <p:blipFill>
          <a:blip r:embed="rId4"/>
          <a:stretch>
            <a:fillRect/>
          </a:stretch>
        </p:blipFill>
        <p:spPr>
          <a:xfrm>
            <a:off x="1304167" y="309545"/>
            <a:ext cx="1870247" cy="4514225"/>
          </a:xfrm>
          <a:prstGeom prst="rect">
            <a:avLst/>
          </a:prstGeom>
        </p:spPr>
      </p:pic>
      <p:sp>
        <p:nvSpPr>
          <p:cNvPr id="272" name="TextBox 271">
            <a:extLst>
              <a:ext uri="{FF2B5EF4-FFF2-40B4-BE49-F238E27FC236}">
                <a16:creationId xmlns:a16="http://schemas.microsoft.com/office/drawing/2014/main" id="{F3556D96-99D3-C18B-B47E-E70344105A60}"/>
              </a:ext>
            </a:extLst>
          </p:cNvPr>
          <p:cNvSpPr txBox="1"/>
          <p:nvPr/>
        </p:nvSpPr>
        <p:spPr>
          <a:xfrm>
            <a:off x="2994475" y="304913"/>
            <a:ext cx="457200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MY" b="1" dirty="0"/>
              <a:t>Timetable : </a:t>
            </a:r>
            <a:r>
              <a:rPr lang="en-MY" b="1" dirty="0" err="1"/>
              <a:t>studyTime</a:t>
            </a:r>
            <a:r>
              <a:rPr lang="en-MY" b="1" dirty="0"/>
              <a:t>()</a:t>
            </a:r>
            <a:endParaRPr kumimoji="0" lang="en-MY" sz="1400" b="1" i="0" u="none" strike="noStrike" kern="0" cap="none" spc="0" normalizeH="0" baseline="0" noProof="0" dirty="0">
              <a:ln>
                <a:noFill/>
              </a:ln>
              <a:solidFill>
                <a:srgbClr val="000000"/>
              </a:solidFill>
              <a:effectLst/>
              <a:uLnTx/>
              <a:uFillTx/>
              <a:latin typeface="Arial"/>
              <a:cs typeface="Arial"/>
              <a:sym typeface="Arial"/>
            </a:endParaRPr>
          </a:p>
        </p:txBody>
      </p:sp>
      <p:sp>
        <p:nvSpPr>
          <p:cNvPr id="274" name="TextBox 273">
            <a:extLst>
              <a:ext uri="{FF2B5EF4-FFF2-40B4-BE49-F238E27FC236}">
                <a16:creationId xmlns:a16="http://schemas.microsoft.com/office/drawing/2014/main" id="{15C8D6B4-0B3F-6A22-3239-C2D565405585}"/>
              </a:ext>
            </a:extLst>
          </p:cNvPr>
          <p:cNvSpPr txBox="1"/>
          <p:nvPr/>
        </p:nvSpPr>
        <p:spPr>
          <a:xfrm>
            <a:off x="3887839" y="1775732"/>
            <a:ext cx="4572000" cy="1815882"/>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MY" dirty="0"/>
              <a:t>Program will prompt user for their attention span and number of subjects they want to learn.</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MY" dirty="0"/>
              <a:t>For each subject, it will loop to enter name of the subjects and their difficulty.</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MY" dirty="0"/>
              <a:t>It will then calculate total of hours user must spend for each subjects.</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MY" dirty="0"/>
              <a:t>It then generates a timetable base on the calculation using for loop for each subject. </a:t>
            </a:r>
          </a:p>
        </p:txBody>
      </p:sp>
    </p:spTree>
    <p:extLst>
      <p:ext uri="{BB962C8B-B14F-4D97-AF65-F5344CB8AC3E}">
        <p14:creationId xmlns:p14="http://schemas.microsoft.com/office/powerpoint/2010/main" val="461017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8F38D3D3-67B8-050A-76A6-96AA72CC6B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682D2D-87F6-107F-2E40-875198BF0B25}"/>
              </a:ext>
            </a:extLst>
          </p:cNvPr>
          <p:cNvSpPr>
            <a:spLocks noGrp="1"/>
          </p:cNvSpPr>
          <p:nvPr>
            <p:ph type="title"/>
          </p:nvPr>
        </p:nvSpPr>
        <p:spPr>
          <a:xfrm>
            <a:off x="402891" y="2106684"/>
            <a:ext cx="8238900" cy="561600"/>
          </a:xfrm>
        </p:spPr>
        <p:txBody>
          <a:bodyPr/>
          <a:lstStyle/>
          <a:p>
            <a:pPr marL="0" lvl="0" indent="0" algn="ctr" rtl="0">
              <a:spcBef>
                <a:spcPts val="0"/>
              </a:spcBef>
              <a:spcAft>
                <a:spcPts val="0"/>
              </a:spcAft>
              <a:buNone/>
            </a:pPr>
            <a:r>
              <a:rPr lang="en-US" sz="2800" b="1" dirty="0">
                <a:solidFill>
                  <a:schemeClr val="dk1"/>
                </a:solidFill>
                <a:latin typeface="Montserrat"/>
                <a:sym typeface="Montserrat"/>
              </a:rPr>
              <a:t>5.5 Pseudocode</a:t>
            </a:r>
            <a:endParaRPr lang="en-US" sz="2800" b="1" dirty="0">
              <a:solidFill>
                <a:schemeClr val="dk1"/>
              </a:solidFill>
              <a:latin typeface="Montserrat"/>
              <a:sym typeface="Montserrat SemiBold"/>
            </a:endParaRPr>
          </a:p>
        </p:txBody>
      </p:sp>
      <p:grpSp>
        <p:nvGrpSpPr>
          <p:cNvPr id="6" name="Google Shape;2315;p35">
            <a:extLst>
              <a:ext uri="{FF2B5EF4-FFF2-40B4-BE49-F238E27FC236}">
                <a16:creationId xmlns:a16="http://schemas.microsoft.com/office/drawing/2014/main" id="{BD6430E2-8906-4DBC-6F81-87A491D286FE}"/>
              </a:ext>
            </a:extLst>
          </p:cNvPr>
          <p:cNvGrpSpPr/>
          <p:nvPr/>
        </p:nvGrpSpPr>
        <p:grpSpPr>
          <a:xfrm>
            <a:off x="8387846" y="4459361"/>
            <a:ext cx="450094" cy="454080"/>
            <a:chOff x="2070530" y="1063034"/>
            <a:chExt cx="450094" cy="454080"/>
          </a:xfrm>
        </p:grpSpPr>
        <p:sp>
          <p:nvSpPr>
            <p:cNvPr id="7" name="Google Shape;2316;p35">
              <a:extLst>
                <a:ext uri="{FF2B5EF4-FFF2-40B4-BE49-F238E27FC236}">
                  <a16:creationId xmlns:a16="http://schemas.microsoft.com/office/drawing/2014/main" id="{5C1A0897-1DAD-8DDB-A21A-3665635A66F5}"/>
                </a:ext>
              </a:extLst>
            </p:cNvPr>
            <p:cNvSpPr/>
            <p:nvPr/>
          </p:nvSpPr>
          <p:spPr>
            <a:xfrm>
              <a:off x="2103245" y="1346689"/>
              <a:ext cx="184887" cy="161581"/>
            </a:xfrm>
            <a:custGeom>
              <a:avLst/>
              <a:gdLst/>
              <a:ahLst/>
              <a:cxnLst/>
              <a:rect l="l" t="t" r="r" b="b"/>
              <a:pathLst>
                <a:path w="7748" h="6777" extrusionOk="0">
                  <a:moveTo>
                    <a:pt x="6181" y="1"/>
                  </a:moveTo>
                  <a:cubicBezTo>
                    <a:pt x="4713" y="1"/>
                    <a:pt x="1730" y="1899"/>
                    <a:pt x="938" y="2692"/>
                  </a:cubicBezTo>
                  <a:cubicBezTo>
                    <a:pt x="1" y="3621"/>
                    <a:pt x="1" y="5144"/>
                    <a:pt x="938" y="6074"/>
                  </a:cubicBezTo>
                  <a:cubicBezTo>
                    <a:pt x="1406" y="6542"/>
                    <a:pt x="2019" y="6776"/>
                    <a:pt x="2633" y="6776"/>
                  </a:cubicBezTo>
                  <a:cubicBezTo>
                    <a:pt x="3246" y="6776"/>
                    <a:pt x="3859" y="6542"/>
                    <a:pt x="4327" y="6074"/>
                  </a:cubicBezTo>
                  <a:cubicBezTo>
                    <a:pt x="5264" y="5144"/>
                    <a:pt x="7748" y="1138"/>
                    <a:pt x="6811" y="208"/>
                  </a:cubicBezTo>
                  <a:cubicBezTo>
                    <a:pt x="6666" y="64"/>
                    <a:pt x="6449" y="1"/>
                    <a:pt x="6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7;p35">
              <a:extLst>
                <a:ext uri="{FF2B5EF4-FFF2-40B4-BE49-F238E27FC236}">
                  <a16:creationId xmlns:a16="http://schemas.microsoft.com/office/drawing/2014/main" id="{16090CE8-9278-AA86-2175-2911B8009E41}"/>
                </a:ext>
              </a:extLst>
            </p:cNvPr>
            <p:cNvSpPr/>
            <p:nvPr/>
          </p:nvSpPr>
          <p:spPr>
            <a:xfrm>
              <a:off x="2079431" y="1134228"/>
              <a:ext cx="197438" cy="224525"/>
            </a:xfrm>
            <a:custGeom>
              <a:avLst/>
              <a:gdLst/>
              <a:ahLst/>
              <a:cxnLst/>
              <a:rect l="l" t="t" r="r" b="b"/>
              <a:pathLst>
                <a:path w="8274" h="9417" extrusionOk="0">
                  <a:moveTo>
                    <a:pt x="2675" y="1"/>
                  </a:moveTo>
                  <a:cubicBezTo>
                    <a:pt x="69" y="1"/>
                    <a:pt x="1" y="2187"/>
                    <a:pt x="1" y="4785"/>
                  </a:cubicBezTo>
                  <a:cubicBezTo>
                    <a:pt x="1" y="7390"/>
                    <a:pt x="191" y="9416"/>
                    <a:pt x="2675" y="9416"/>
                  </a:cubicBezTo>
                  <a:cubicBezTo>
                    <a:pt x="2804" y="9416"/>
                    <a:pt x="2935" y="9416"/>
                    <a:pt x="3067" y="9416"/>
                  </a:cubicBezTo>
                  <a:cubicBezTo>
                    <a:pt x="5468" y="9416"/>
                    <a:pt x="8273" y="9369"/>
                    <a:pt x="8273" y="7535"/>
                  </a:cubicBezTo>
                  <a:cubicBezTo>
                    <a:pt x="8273" y="4937"/>
                    <a:pt x="5272" y="1"/>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18;p35">
              <a:extLst>
                <a:ext uri="{FF2B5EF4-FFF2-40B4-BE49-F238E27FC236}">
                  <a16:creationId xmlns:a16="http://schemas.microsoft.com/office/drawing/2014/main" id="{219B5EDD-BF2A-03D8-9C6B-44A0AAB6033F}"/>
                </a:ext>
              </a:extLst>
            </p:cNvPr>
            <p:cNvSpPr/>
            <p:nvPr/>
          </p:nvSpPr>
          <p:spPr>
            <a:xfrm>
              <a:off x="2120689" y="1181269"/>
              <a:ext cx="155631" cy="176935"/>
            </a:xfrm>
            <a:custGeom>
              <a:avLst/>
              <a:gdLst/>
              <a:ahLst/>
              <a:cxnLst/>
              <a:rect l="l" t="t" r="r" b="b"/>
              <a:pathLst>
                <a:path w="6522" h="7421" extrusionOk="0">
                  <a:moveTo>
                    <a:pt x="2119" y="1"/>
                  </a:moveTo>
                  <a:cubicBezTo>
                    <a:pt x="62" y="1"/>
                    <a:pt x="1" y="1730"/>
                    <a:pt x="1" y="3787"/>
                  </a:cubicBezTo>
                  <a:cubicBezTo>
                    <a:pt x="1" y="5646"/>
                    <a:pt x="123" y="7139"/>
                    <a:pt x="1608" y="7405"/>
                  </a:cubicBezTo>
                  <a:cubicBezTo>
                    <a:pt x="1608" y="7405"/>
                    <a:pt x="1873" y="7421"/>
                    <a:pt x="2277" y="7421"/>
                  </a:cubicBezTo>
                  <a:cubicBezTo>
                    <a:pt x="3471" y="7421"/>
                    <a:pt x="5876" y="7285"/>
                    <a:pt x="6240" y="6209"/>
                  </a:cubicBezTo>
                  <a:cubicBezTo>
                    <a:pt x="6522" y="5364"/>
                    <a:pt x="6438" y="5112"/>
                    <a:pt x="6438" y="5112"/>
                  </a:cubicBezTo>
                  <a:cubicBezTo>
                    <a:pt x="5958" y="2987"/>
                    <a:pt x="3916" y="1"/>
                    <a:pt x="21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19;p35">
              <a:extLst>
                <a:ext uri="{FF2B5EF4-FFF2-40B4-BE49-F238E27FC236}">
                  <a16:creationId xmlns:a16="http://schemas.microsoft.com/office/drawing/2014/main" id="{645E7C56-397D-46E3-A82C-83FA61225052}"/>
                </a:ext>
              </a:extLst>
            </p:cNvPr>
            <p:cNvSpPr/>
            <p:nvPr/>
          </p:nvSpPr>
          <p:spPr>
            <a:xfrm>
              <a:off x="2142523" y="1347833"/>
              <a:ext cx="140168" cy="122741"/>
            </a:xfrm>
            <a:custGeom>
              <a:avLst/>
              <a:gdLst/>
              <a:ahLst/>
              <a:cxnLst/>
              <a:rect l="l" t="t" r="r" b="b"/>
              <a:pathLst>
                <a:path w="5874" h="5148" extrusionOk="0">
                  <a:moveTo>
                    <a:pt x="4685" y="1"/>
                  </a:moveTo>
                  <a:cubicBezTo>
                    <a:pt x="3571" y="1"/>
                    <a:pt x="1307" y="1443"/>
                    <a:pt x="708" y="2042"/>
                  </a:cubicBezTo>
                  <a:cubicBezTo>
                    <a:pt x="0" y="2750"/>
                    <a:pt x="0" y="3900"/>
                    <a:pt x="708" y="4616"/>
                  </a:cubicBezTo>
                  <a:cubicBezTo>
                    <a:pt x="1063" y="4971"/>
                    <a:pt x="1527" y="5148"/>
                    <a:pt x="1993" y="5148"/>
                  </a:cubicBezTo>
                  <a:cubicBezTo>
                    <a:pt x="2459" y="5148"/>
                    <a:pt x="2925" y="4971"/>
                    <a:pt x="3283" y="4616"/>
                  </a:cubicBezTo>
                  <a:cubicBezTo>
                    <a:pt x="3992" y="3900"/>
                    <a:pt x="5873" y="869"/>
                    <a:pt x="5165" y="160"/>
                  </a:cubicBezTo>
                  <a:cubicBezTo>
                    <a:pt x="5055" y="49"/>
                    <a:pt x="4889" y="1"/>
                    <a:pt x="46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20;p35">
              <a:extLst>
                <a:ext uri="{FF2B5EF4-FFF2-40B4-BE49-F238E27FC236}">
                  <a16:creationId xmlns:a16="http://schemas.microsoft.com/office/drawing/2014/main" id="{376B29DC-0ADA-D671-114C-9F4F3FE01002}"/>
                </a:ext>
              </a:extLst>
            </p:cNvPr>
            <p:cNvSpPr/>
            <p:nvPr/>
          </p:nvSpPr>
          <p:spPr>
            <a:xfrm>
              <a:off x="2154144" y="1213600"/>
              <a:ext cx="42022" cy="41796"/>
            </a:xfrm>
            <a:custGeom>
              <a:avLst/>
              <a:gdLst/>
              <a:ahLst/>
              <a:cxnLst/>
              <a:rect l="l" t="t" r="r" b="b"/>
              <a:pathLst>
                <a:path w="1761" h="1753" extrusionOk="0">
                  <a:moveTo>
                    <a:pt x="877" y="1"/>
                  </a:moveTo>
                  <a:cubicBezTo>
                    <a:pt x="397" y="1"/>
                    <a:pt x="1" y="389"/>
                    <a:pt x="1" y="877"/>
                  </a:cubicBezTo>
                  <a:cubicBezTo>
                    <a:pt x="1" y="1364"/>
                    <a:pt x="397" y="1753"/>
                    <a:pt x="877" y="1753"/>
                  </a:cubicBezTo>
                  <a:cubicBezTo>
                    <a:pt x="1364" y="1753"/>
                    <a:pt x="1760" y="1364"/>
                    <a:pt x="1760" y="877"/>
                  </a:cubicBezTo>
                  <a:cubicBezTo>
                    <a:pt x="1760" y="389"/>
                    <a:pt x="1364" y="1"/>
                    <a:pt x="8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21;p35">
              <a:extLst>
                <a:ext uri="{FF2B5EF4-FFF2-40B4-BE49-F238E27FC236}">
                  <a16:creationId xmlns:a16="http://schemas.microsoft.com/office/drawing/2014/main" id="{7FB092A9-0B7D-A5DD-FFED-36A92C9ABA97}"/>
                </a:ext>
              </a:extLst>
            </p:cNvPr>
            <p:cNvSpPr/>
            <p:nvPr/>
          </p:nvSpPr>
          <p:spPr>
            <a:xfrm>
              <a:off x="2209959" y="1273373"/>
              <a:ext cx="26368" cy="26346"/>
            </a:xfrm>
            <a:custGeom>
              <a:avLst/>
              <a:gdLst/>
              <a:ahLst/>
              <a:cxnLst/>
              <a:rect l="l" t="t" r="r" b="b"/>
              <a:pathLst>
                <a:path w="1105" h="1105" extrusionOk="0">
                  <a:moveTo>
                    <a:pt x="549" y="0"/>
                  </a:moveTo>
                  <a:cubicBezTo>
                    <a:pt x="244" y="0"/>
                    <a:pt x="0" y="251"/>
                    <a:pt x="0" y="556"/>
                  </a:cubicBezTo>
                  <a:cubicBezTo>
                    <a:pt x="0" y="861"/>
                    <a:pt x="244" y="1105"/>
                    <a:pt x="549" y="1105"/>
                  </a:cubicBezTo>
                  <a:cubicBezTo>
                    <a:pt x="861" y="1105"/>
                    <a:pt x="1105" y="861"/>
                    <a:pt x="1105" y="556"/>
                  </a:cubicBezTo>
                  <a:cubicBezTo>
                    <a:pt x="1105" y="251"/>
                    <a:pt x="861" y="0"/>
                    <a:pt x="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22;p35">
              <a:extLst>
                <a:ext uri="{FF2B5EF4-FFF2-40B4-BE49-F238E27FC236}">
                  <a16:creationId xmlns:a16="http://schemas.microsoft.com/office/drawing/2014/main" id="{2FBA2609-0382-2539-4E28-7D7126CF5666}"/>
                </a:ext>
              </a:extLst>
            </p:cNvPr>
            <p:cNvSpPr/>
            <p:nvPr/>
          </p:nvSpPr>
          <p:spPr>
            <a:xfrm>
              <a:off x="2154335" y="1297335"/>
              <a:ext cx="32000" cy="31997"/>
            </a:xfrm>
            <a:custGeom>
              <a:avLst/>
              <a:gdLst/>
              <a:ahLst/>
              <a:cxnLst/>
              <a:rect l="l" t="t" r="r" b="b"/>
              <a:pathLst>
                <a:path w="1341" h="1342" extrusionOk="0">
                  <a:moveTo>
                    <a:pt x="671" y="1"/>
                  </a:moveTo>
                  <a:cubicBezTo>
                    <a:pt x="297" y="1"/>
                    <a:pt x="0" y="305"/>
                    <a:pt x="0" y="671"/>
                  </a:cubicBezTo>
                  <a:cubicBezTo>
                    <a:pt x="0" y="1044"/>
                    <a:pt x="297" y="1341"/>
                    <a:pt x="671" y="1341"/>
                  </a:cubicBezTo>
                  <a:cubicBezTo>
                    <a:pt x="1036" y="1341"/>
                    <a:pt x="1341" y="1044"/>
                    <a:pt x="1341" y="671"/>
                  </a:cubicBezTo>
                  <a:cubicBezTo>
                    <a:pt x="1341" y="305"/>
                    <a:pt x="1036"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23;p35">
              <a:extLst>
                <a:ext uri="{FF2B5EF4-FFF2-40B4-BE49-F238E27FC236}">
                  <a16:creationId xmlns:a16="http://schemas.microsoft.com/office/drawing/2014/main" id="{65121AF5-CF15-E9B1-3AFC-5757841E5CE3}"/>
                </a:ext>
              </a:extLst>
            </p:cNvPr>
            <p:cNvSpPr/>
            <p:nvPr/>
          </p:nvSpPr>
          <p:spPr>
            <a:xfrm>
              <a:off x="2186311" y="1397402"/>
              <a:ext cx="32023" cy="31997"/>
            </a:xfrm>
            <a:custGeom>
              <a:avLst/>
              <a:gdLst/>
              <a:ahLst/>
              <a:cxnLst/>
              <a:rect l="l" t="t" r="r" b="b"/>
              <a:pathLst>
                <a:path w="1342" h="1342" extrusionOk="0">
                  <a:moveTo>
                    <a:pt x="671" y="1"/>
                  </a:moveTo>
                  <a:cubicBezTo>
                    <a:pt x="298" y="1"/>
                    <a:pt x="1" y="306"/>
                    <a:pt x="1" y="671"/>
                  </a:cubicBezTo>
                  <a:cubicBezTo>
                    <a:pt x="1" y="1044"/>
                    <a:pt x="298" y="1341"/>
                    <a:pt x="671" y="1341"/>
                  </a:cubicBezTo>
                  <a:cubicBezTo>
                    <a:pt x="1044" y="1341"/>
                    <a:pt x="1342" y="1044"/>
                    <a:pt x="1342" y="671"/>
                  </a:cubicBezTo>
                  <a:cubicBezTo>
                    <a:pt x="1342" y="306"/>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24;p35">
              <a:extLst>
                <a:ext uri="{FF2B5EF4-FFF2-40B4-BE49-F238E27FC236}">
                  <a16:creationId xmlns:a16="http://schemas.microsoft.com/office/drawing/2014/main" id="{9D959DC6-8ADF-31ED-CEC1-A59DBFDDCDD5}"/>
                </a:ext>
              </a:extLst>
            </p:cNvPr>
            <p:cNvSpPr/>
            <p:nvPr/>
          </p:nvSpPr>
          <p:spPr>
            <a:xfrm>
              <a:off x="2135054" y="1134228"/>
              <a:ext cx="111462" cy="87574"/>
            </a:xfrm>
            <a:custGeom>
              <a:avLst/>
              <a:gdLst/>
              <a:ahLst/>
              <a:cxnLst/>
              <a:rect l="l" t="t" r="r" b="b"/>
              <a:pathLst>
                <a:path w="4671" h="3673" extrusionOk="0">
                  <a:moveTo>
                    <a:pt x="344" y="1"/>
                  </a:moveTo>
                  <a:cubicBezTo>
                    <a:pt x="222" y="1"/>
                    <a:pt x="107" y="9"/>
                    <a:pt x="1" y="16"/>
                  </a:cubicBezTo>
                  <a:cubicBezTo>
                    <a:pt x="1075" y="153"/>
                    <a:pt x="2202" y="1266"/>
                    <a:pt x="3033" y="2583"/>
                  </a:cubicBezTo>
                  <a:cubicBezTo>
                    <a:pt x="3413" y="2873"/>
                    <a:pt x="3779" y="3246"/>
                    <a:pt x="4122" y="3673"/>
                  </a:cubicBezTo>
                  <a:lnTo>
                    <a:pt x="4670" y="3673"/>
                  </a:lnTo>
                  <a:cubicBezTo>
                    <a:pt x="3551" y="1723"/>
                    <a:pt x="1875" y="1"/>
                    <a:pt x="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25;p35">
              <a:extLst>
                <a:ext uri="{FF2B5EF4-FFF2-40B4-BE49-F238E27FC236}">
                  <a16:creationId xmlns:a16="http://schemas.microsoft.com/office/drawing/2014/main" id="{B350E94C-885C-5980-AA72-49C33F91E212}"/>
                </a:ext>
              </a:extLst>
            </p:cNvPr>
            <p:cNvSpPr/>
            <p:nvPr/>
          </p:nvSpPr>
          <p:spPr>
            <a:xfrm>
              <a:off x="2079431" y="1234319"/>
              <a:ext cx="78746" cy="124506"/>
            </a:xfrm>
            <a:custGeom>
              <a:avLst/>
              <a:gdLst/>
              <a:ahLst/>
              <a:cxnLst/>
              <a:rect l="l" t="t" r="r" b="b"/>
              <a:pathLst>
                <a:path w="3300" h="5222" extrusionOk="0">
                  <a:moveTo>
                    <a:pt x="1" y="0"/>
                  </a:moveTo>
                  <a:cubicBezTo>
                    <a:pt x="1" y="198"/>
                    <a:pt x="1" y="389"/>
                    <a:pt x="1" y="587"/>
                  </a:cubicBezTo>
                  <a:cubicBezTo>
                    <a:pt x="1" y="3192"/>
                    <a:pt x="191" y="5218"/>
                    <a:pt x="2675" y="5218"/>
                  </a:cubicBezTo>
                  <a:cubicBezTo>
                    <a:pt x="2812" y="5218"/>
                    <a:pt x="2949" y="5222"/>
                    <a:pt x="3088" y="5222"/>
                  </a:cubicBezTo>
                  <a:cubicBezTo>
                    <a:pt x="3158" y="5222"/>
                    <a:pt x="3228" y="5221"/>
                    <a:pt x="3299" y="5218"/>
                  </a:cubicBezTo>
                  <a:lnTo>
                    <a:pt x="3299" y="5173"/>
                  </a:lnTo>
                  <a:cubicBezTo>
                    <a:pt x="2339" y="4990"/>
                    <a:pt x="1966" y="4274"/>
                    <a:pt x="1821" y="3276"/>
                  </a:cubicBezTo>
                  <a:cubicBezTo>
                    <a:pt x="252" y="3123"/>
                    <a:pt x="24" y="176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26;p35">
              <a:extLst>
                <a:ext uri="{FF2B5EF4-FFF2-40B4-BE49-F238E27FC236}">
                  <a16:creationId xmlns:a16="http://schemas.microsoft.com/office/drawing/2014/main" id="{08C35CE3-3ABD-2112-96DC-C1A26F682E72}"/>
                </a:ext>
              </a:extLst>
            </p:cNvPr>
            <p:cNvSpPr/>
            <p:nvPr/>
          </p:nvSpPr>
          <p:spPr>
            <a:xfrm>
              <a:off x="2122884" y="1195813"/>
              <a:ext cx="153436" cy="162391"/>
            </a:xfrm>
            <a:custGeom>
              <a:avLst/>
              <a:gdLst/>
              <a:ahLst/>
              <a:cxnLst/>
              <a:rect l="l" t="t" r="r" b="b"/>
              <a:pathLst>
                <a:path w="6430" h="6811" extrusionOk="0">
                  <a:moveTo>
                    <a:pt x="3543" y="0"/>
                  </a:moveTo>
                  <a:cubicBezTo>
                    <a:pt x="4266" y="1158"/>
                    <a:pt x="4754" y="2468"/>
                    <a:pt x="4754" y="3405"/>
                  </a:cubicBezTo>
                  <a:cubicBezTo>
                    <a:pt x="4754" y="4350"/>
                    <a:pt x="3817" y="4700"/>
                    <a:pt x="2644" y="4830"/>
                  </a:cubicBezTo>
                  <a:cubicBezTo>
                    <a:pt x="2651" y="4860"/>
                    <a:pt x="2651" y="4891"/>
                    <a:pt x="2651" y="4929"/>
                  </a:cubicBezTo>
                  <a:cubicBezTo>
                    <a:pt x="2651" y="5302"/>
                    <a:pt x="2354" y="5599"/>
                    <a:pt x="1981" y="5599"/>
                  </a:cubicBezTo>
                  <a:cubicBezTo>
                    <a:pt x="1608" y="5599"/>
                    <a:pt x="1311" y="5302"/>
                    <a:pt x="1311" y="4929"/>
                  </a:cubicBezTo>
                  <a:cubicBezTo>
                    <a:pt x="1311" y="4921"/>
                    <a:pt x="1311" y="4906"/>
                    <a:pt x="1311" y="4898"/>
                  </a:cubicBezTo>
                  <a:cubicBezTo>
                    <a:pt x="1196" y="4901"/>
                    <a:pt x="1082" y="4902"/>
                    <a:pt x="969" y="4902"/>
                  </a:cubicBezTo>
                  <a:cubicBezTo>
                    <a:pt x="742" y="4902"/>
                    <a:pt x="518" y="4898"/>
                    <a:pt x="305" y="4898"/>
                  </a:cubicBezTo>
                  <a:cubicBezTo>
                    <a:pt x="198" y="4898"/>
                    <a:pt x="92" y="4898"/>
                    <a:pt x="0" y="4891"/>
                  </a:cubicBezTo>
                  <a:lnTo>
                    <a:pt x="0" y="4891"/>
                  </a:lnTo>
                  <a:cubicBezTo>
                    <a:pt x="145" y="5896"/>
                    <a:pt x="534" y="6620"/>
                    <a:pt x="1516" y="6795"/>
                  </a:cubicBezTo>
                  <a:cubicBezTo>
                    <a:pt x="1516" y="6795"/>
                    <a:pt x="1781" y="6811"/>
                    <a:pt x="2185" y="6811"/>
                  </a:cubicBezTo>
                  <a:cubicBezTo>
                    <a:pt x="3379" y="6811"/>
                    <a:pt x="5784" y="6675"/>
                    <a:pt x="6148" y="5599"/>
                  </a:cubicBezTo>
                  <a:cubicBezTo>
                    <a:pt x="6430" y="4754"/>
                    <a:pt x="6346" y="4502"/>
                    <a:pt x="6346" y="4502"/>
                  </a:cubicBezTo>
                  <a:cubicBezTo>
                    <a:pt x="6003" y="2964"/>
                    <a:pt x="4837" y="983"/>
                    <a:pt x="35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7;p35">
              <a:extLst>
                <a:ext uri="{FF2B5EF4-FFF2-40B4-BE49-F238E27FC236}">
                  <a16:creationId xmlns:a16="http://schemas.microsoft.com/office/drawing/2014/main" id="{8F139FDF-CD56-734E-ED7D-74DD446FA88D}"/>
                </a:ext>
              </a:extLst>
            </p:cNvPr>
            <p:cNvSpPr/>
            <p:nvPr/>
          </p:nvSpPr>
          <p:spPr>
            <a:xfrm>
              <a:off x="2154144" y="1310949"/>
              <a:ext cx="32023" cy="18383"/>
            </a:xfrm>
            <a:custGeom>
              <a:avLst/>
              <a:gdLst/>
              <a:ahLst/>
              <a:cxnLst/>
              <a:rect l="l" t="t" r="r" b="b"/>
              <a:pathLst>
                <a:path w="1342" h="771" extrusionOk="0">
                  <a:moveTo>
                    <a:pt x="1334" y="1"/>
                  </a:moveTo>
                  <a:cubicBezTo>
                    <a:pt x="907" y="47"/>
                    <a:pt x="458" y="62"/>
                    <a:pt x="1" y="69"/>
                  </a:cubicBezTo>
                  <a:cubicBezTo>
                    <a:pt x="1" y="77"/>
                    <a:pt x="1" y="92"/>
                    <a:pt x="1" y="100"/>
                  </a:cubicBezTo>
                  <a:cubicBezTo>
                    <a:pt x="1" y="473"/>
                    <a:pt x="298" y="770"/>
                    <a:pt x="671" y="770"/>
                  </a:cubicBezTo>
                  <a:cubicBezTo>
                    <a:pt x="1044" y="770"/>
                    <a:pt x="1341" y="473"/>
                    <a:pt x="1341" y="100"/>
                  </a:cubicBezTo>
                  <a:cubicBezTo>
                    <a:pt x="1341" y="62"/>
                    <a:pt x="1341" y="31"/>
                    <a:pt x="1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28;p35">
              <a:extLst>
                <a:ext uri="{FF2B5EF4-FFF2-40B4-BE49-F238E27FC236}">
                  <a16:creationId xmlns:a16="http://schemas.microsoft.com/office/drawing/2014/main" id="{067ACAE8-96D9-2127-33F7-D5F703B3CC1B}"/>
                </a:ext>
              </a:extLst>
            </p:cNvPr>
            <p:cNvSpPr/>
            <p:nvPr/>
          </p:nvSpPr>
          <p:spPr>
            <a:xfrm>
              <a:off x="2265749" y="1351457"/>
              <a:ext cx="764" cy="930"/>
            </a:xfrm>
            <a:custGeom>
              <a:avLst/>
              <a:gdLst/>
              <a:ahLst/>
              <a:cxnLst/>
              <a:rect l="l" t="t" r="r" b="b"/>
              <a:pathLst>
                <a:path w="32" h="39" extrusionOk="0">
                  <a:moveTo>
                    <a:pt x="31" y="39"/>
                  </a:moveTo>
                  <a:cubicBezTo>
                    <a:pt x="24" y="31"/>
                    <a:pt x="16" y="16"/>
                    <a:pt x="1" y="8"/>
                  </a:cubicBezTo>
                  <a:cubicBezTo>
                    <a:pt x="1" y="8"/>
                    <a:pt x="1" y="8"/>
                    <a:pt x="1" y="1"/>
                  </a:cubicBezTo>
                  <a:cubicBezTo>
                    <a:pt x="1" y="8"/>
                    <a:pt x="1" y="8"/>
                    <a:pt x="1" y="8"/>
                  </a:cubicBezTo>
                  <a:cubicBezTo>
                    <a:pt x="16" y="16"/>
                    <a:pt x="24" y="31"/>
                    <a:pt x="31" y="39"/>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29;p35">
              <a:extLst>
                <a:ext uri="{FF2B5EF4-FFF2-40B4-BE49-F238E27FC236}">
                  <a16:creationId xmlns:a16="http://schemas.microsoft.com/office/drawing/2014/main" id="{EFF5A1F8-D060-4FD9-B173-5B51B9EEFB1A}"/>
                </a:ext>
              </a:extLst>
            </p:cNvPr>
            <p:cNvSpPr/>
            <p:nvPr/>
          </p:nvSpPr>
          <p:spPr>
            <a:xfrm>
              <a:off x="2103245" y="1405389"/>
              <a:ext cx="127641" cy="102880"/>
            </a:xfrm>
            <a:custGeom>
              <a:avLst/>
              <a:gdLst/>
              <a:ahLst/>
              <a:cxnLst/>
              <a:rect l="l" t="t" r="r" b="b"/>
              <a:pathLst>
                <a:path w="5349" h="4315" extrusionOk="0">
                  <a:moveTo>
                    <a:pt x="1189" y="1"/>
                  </a:moveTo>
                  <a:lnTo>
                    <a:pt x="1189" y="1"/>
                  </a:lnTo>
                  <a:cubicBezTo>
                    <a:pt x="1090" y="85"/>
                    <a:pt x="1006" y="161"/>
                    <a:pt x="938" y="230"/>
                  </a:cubicBezTo>
                  <a:cubicBezTo>
                    <a:pt x="1" y="1159"/>
                    <a:pt x="1" y="2682"/>
                    <a:pt x="938" y="3612"/>
                  </a:cubicBezTo>
                  <a:cubicBezTo>
                    <a:pt x="1406" y="4080"/>
                    <a:pt x="2019" y="4314"/>
                    <a:pt x="2633" y="4314"/>
                  </a:cubicBezTo>
                  <a:cubicBezTo>
                    <a:pt x="3246" y="4314"/>
                    <a:pt x="3859" y="4080"/>
                    <a:pt x="4327" y="3612"/>
                  </a:cubicBezTo>
                  <a:cubicBezTo>
                    <a:pt x="4586" y="3360"/>
                    <a:pt x="4960" y="2865"/>
                    <a:pt x="5348" y="2279"/>
                  </a:cubicBezTo>
                  <a:lnTo>
                    <a:pt x="4845" y="2279"/>
                  </a:lnTo>
                  <a:cubicBezTo>
                    <a:pt x="4503" y="2583"/>
                    <a:pt x="4072" y="2736"/>
                    <a:pt x="3641" y="2736"/>
                  </a:cubicBezTo>
                  <a:cubicBezTo>
                    <a:pt x="3381" y="2736"/>
                    <a:pt x="3121" y="2680"/>
                    <a:pt x="2880" y="2568"/>
                  </a:cubicBezTo>
                  <a:cubicBezTo>
                    <a:pt x="2752" y="2599"/>
                    <a:pt x="2622" y="2614"/>
                    <a:pt x="2492" y="2614"/>
                  </a:cubicBezTo>
                  <a:cubicBezTo>
                    <a:pt x="2072" y="2614"/>
                    <a:pt x="1654" y="2454"/>
                    <a:pt x="1334" y="2134"/>
                  </a:cubicBezTo>
                  <a:cubicBezTo>
                    <a:pt x="755" y="1555"/>
                    <a:pt x="701" y="641"/>
                    <a:pt x="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30;p35">
              <a:extLst>
                <a:ext uri="{FF2B5EF4-FFF2-40B4-BE49-F238E27FC236}">
                  <a16:creationId xmlns:a16="http://schemas.microsoft.com/office/drawing/2014/main" id="{F3AE4A95-7985-3715-82A7-454A5E37EEE6}"/>
                </a:ext>
              </a:extLst>
            </p:cNvPr>
            <p:cNvSpPr/>
            <p:nvPr/>
          </p:nvSpPr>
          <p:spPr>
            <a:xfrm>
              <a:off x="2201034" y="1346593"/>
              <a:ext cx="64739" cy="15235"/>
            </a:xfrm>
            <a:custGeom>
              <a:avLst/>
              <a:gdLst/>
              <a:ahLst/>
              <a:cxnLst/>
              <a:rect l="l" t="t" r="r" b="b"/>
              <a:pathLst>
                <a:path w="2713" h="639" extrusionOk="0">
                  <a:moveTo>
                    <a:pt x="2691" y="185"/>
                  </a:moveTo>
                  <a:lnTo>
                    <a:pt x="2691" y="185"/>
                  </a:lnTo>
                  <a:cubicBezTo>
                    <a:pt x="2699" y="191"/>
                    <a:pt x="2706" y="198"/>
                    <a:pt x="2713" y="205"/>
                  </a:cubicBezTo>
                  <a:cubicBezTo>
                    <a:pt x="2706" y="198"/>
                    <a:pt x="2699" y="191"/>
                    <a:pt x="2691" y="185"/>
                  </a:cubicBezTo>
                  <a:close/>
                  <a:moveTo>
                    <a:pt x="2087" y="1"/>
                  </a:moveTo>
                  <a:cubicBezTo>
                    <a:pt x="1539" y="1"/>
                    <a:pt x="780" y="264"/>
                    <a:pt x="1" y="639"/>
                  </a:cubicBezTo>
                  <a:cubicBezTo>
                    <a:pt x="306" y="532"/>
                    <a:pt x="580" y="464"/>
                    <a:pt x="808" y="464"/>
                  </a:cubicBezTo>
                  <a:cubicBezTo>
                    <a:pt x="1347" y="219"/>
                    <a:pt x="1863" y="50"/>
                    <a:pt x="2243" y="50"/>
                  </a:cubicBezTo>
                  <a:cubicBezTo>
                    <a:pt x="2430" y="50"/>
                    <a:pt x="2584" y="91"/>
                    <a:pt x="2691" y="185"/>
                  </a:cubicBezTo>
                  <a:lnTo>
                    <a:pt x="2691" y="185"/>
                  </a:lnTo>
                  <a:cubicBezTo>
                    <a:pt x="2547" y="57"/>
                    <a:pt x="2340" y="1"/>
                    <a:pt x="2087" y="1"/>
                  </a:cubicBezTo>
                  <a:close/>
                </a:path>
              </a:pathLst>
            </a:custGeom>
            <a:solidFill>
              <a:srgbClr val="A6A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31;p35">
              <a:extLst>
                <a:ext uri="{FF2B5EF4-FFF2-40B4-BE49-F238E27FC236}">
                  <a16:creationId xmlns:a16="http://schemas.microsoft.com/office/drawing/2014/main" id="{1C27BBAD-2953-E4B8-8579-3187F7BF846F}"/>
                </a:ext>
              </a:extLst>
            </p:cNvPr>
            <p:cNvSpPr/>
            <p:nvPr/>
          </p:nvSpPr>
          <p:spPr>
            <a:xfrm>
              <a:off x="2171969" y="1347762"/>
              <a:ext cx="109433" cy="122813"/>
            </a:xfrm>
            <a:custGeom>
              <a:avLst/>
              <a:gdLst/>
              <a:ahLst/>
              <a:cxnLst/>
              <a:rect l="l" t="t" r="r" b="b"/>
              <a:pathLst>
                <a:path w="4586" h="5151" extrusionOk="0">
                  <a:moveTo>
                    <a:pt x="3461" y="1"/>
                  </a:moveTo>
                  <a:cubicBezTo>
                    <a:pt x="3081" y="1"/>
                    <a:pt x="2565" y="170"/>
                    <a:pt x="2026" y="415"/>
                  </a:cubicBezTo>
                  <a:cubicBezTo>
                    <a:pt x="2202" y="415"/>
                    <a:pt x="2354" y="460"/>
                    <a:pt x="2453" y="559"/>
                  </a:cubicBezTo>
                  <a:cubicBezTo>
                    <a:pt x="3085" y="1192"/>
                    <a:pt x="1402" y="3919"/>
                    <a:pt x="762" y="4551"/>
                  </a:cubicBezTo>
                  <a:cubicBezTo>
                    <a:pt x="541" y="4772"/>
                    <a:pt x="274" y="4917"/>
                    <a:pt x="0" y="4985"/>
                  </a:cubicBezTo>
                  <a:cubicBezTo>
                    <a:pt x="241" y="5095"/>
                    <a:pt x="503" y="5150"/>
                    <a:pt x="764" y="5150"/>
                  </a:cubicBezTo>
                  <a:cubicBezTo>
                    <a:pt x="1228" y="5150"/>
                    <a:pt x="1693" y="4975"/>
                    <a:pt x="2049" y="4619"/>
                  </a:cubicBezTo>
                  <a:cubicBezTo>
                    <a:pt x="2742" y="3919"/>
                    <a:pt x="4586" y="963"/>
                    <a:pt x="3961" y="194"/>
                  </a:cubicBezTo>
                  <a:cubicBezTo>
                    <a:pt x="3954" y="186"/>
                    <a:pt x="3946" y="171"/>
                    <a:pt x="3931" y="163"/>
                  </a:cubicBezTo>
                  <a:cubicBezTo>
                    <a:pt x="3931" y="163"/>
                    <a:pt x="3931" y="163"/>
                    <a:pt x="3931" y="156"/>
                  </a:cubicBezTo>
                  <a:cubicBezTo>
                    <a:pt x="3823" y="48"/>
                    <a:pt x="3661" y="1"/>
                    <a:pt x="3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32;p35">
              <a:extLst>
                <a:ext uri="{FF2B5EF4-FFF2-40B4-BE49-F238E27FC236}">
                  <a16:creationId xmlns:a16="http://schemas.microsoft.com/office/drawing/2014/main" id="{B40B97ED-EC10-9571-7EC1-8CE33A238BA5}"/>
                </a:ext>
              </a:extLst>
            </p:cNvPr>
            <p:cNvSpPr/>
            <p:nvPr/>
          </p:nvSpPr>
          <p:spPr>
            <a:xfrm>
              <a:off x="2314285" y="1134228"/>
              <a:ext cx="197605" cy="224525"/>
            </a:xfrm>
            <a:custGeom>
              <a:avLst/>
              <a:gdLst/>
              <a:ahLst/>
              <a:cxnLst/>
              <a:rect l="l" t="t" r="r" b="b"/>
              <a:pathLst>
                <a:path w="8281" h="9417" extrusionOk="0">
                  <a:moveTo>
                    <a:pt x="5607" y="1"/>
                  </a:moveTo>
                  <a:cubicBezTo>
                    <a:pt x="3002" y="1"/>
                    <a:pt x="1" y="4937"/>
                    <a:pt x="1" y="7535"/>
                  </a:cubicBezTo>
                  <a:cubicBezTo>
                    <a:pt x="1" y="9369"/>
                    <a:pt x="2806" y="9416"/>
                    <a:pt x="5213" y="9416"/>
                  </a:cubicBezTo>
                  <a:cubicBezTo>
                    <a:pt x="5346" y="9416"/>
                    <a:pt x="5477" y="9416"/>
                    <a:pt x="5607" y="9416"/>
                  </a:cubicBezTo>
                  <a:cubicBezTo>
                    <a:pt x="8083" y="9416"/>
                    <a:pt x="8281" y="7390"/>
                    <a:pt x="8281" y="4785"/>
                  </a:cubicBezTo>
                  <a:cubicBezTo>
                    <a:pt x="8281" y="2187"/>
                    <a:pt x="8205" y="1"/>
                    <a:pt x="5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33;p35">
              <a:extLst>
                <a:ext uri="{FF2B5EF4-FFF2-40B4-BE49-F238E27FC236}">
                  <a16:creationId xmlns:a16="http://schemas.microsoft.com/office/drawing/2014/main" id="{A193B0FF-F49F-0468-A395-6EF96A196A36}"/>
                </a:ext>
              </a:extLst>
            </p:cNvPr>
            <p:cNvSpPr/>
            <p:nvPr/>
          </p:nvSpPr>
          <p:spPr>
            <a:xfrm>
              <a:off x="2309203" y="1181269"/>
              <a:ext cx="161263" cy="177960"/>
            </a:xfrm>
            <a:custGeom>
              <a:avLst/>
              <a:gdLst/>
              <a:ahLst/>
              <a:cxnLst/>
              <a:rect l="l" t="t" r="r" b="b"/>
              <a:pathLst>
                <a:path w="6758" h="7464" extrusionOk="0">
                  <a:moveTo>
                    <a:pt x="4647" y="1"/>
                  </a:moveTo>
                  <a:cubicBezTo>
                    <a:pt x="2849" y="1"/>
                    <a:pt x="800" y="2987"/>
                    <a:pt x="320" y="5112"/>
                  </a:cubicBezTo>
                  <a:cubicBezTo>
                    <a:pt x="320" y="5112"/>
                    <a:pt x="0" y="6522"/>
                    <a:pt x="1562" y="7093"/>
                  </a:cubicBezTo>
                  <a:cubicBezTo>
                    <a:pt x="2377" y="7393"/>
                    <a:pt x="3324" y="7464"/>
                    <a:pt x="4040" y="7464"/>
                  </a:cubicBezTo>
                  <a:cubicBezTo>
                    <a:pt x="4690" y="7464"/>
                    <a:pt x="5150" y="7405"/>
                    <a:pt x="5150" y="7405"/>
                  </a:cubicBezTo>
                  <a:cubicBezTo>
                    <a:pt x="6635" y="7139"/>
                    <a:pt x="6757" y="5646"/>
                    <a:pt x="6757" y="3787"/>
                  </a:cubicBezTo>
                  <a:cubicBezTo>
                    <a:pt x="6757" y="1730"/>
                    <a:pt x="6704" y="1"/>
                    <a:pt x="46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34;p35">
              <a:extLst>
                <a:ext uri="{FF2B5EF4-FFF2-40B4-BE49-F238E27FC236}">
                  <a16:creationId xmlns:a16="http://schemas.microsoft.com/office/drawing/2014/main" id="{0055D0DC-E9D9-BA0B-9C38-674E5ACA8F63}"/>
                </a:ext>
              </a:extLst>
            </p:cNvPr>
            <p:cNvSpPr/>
            <p:nvPr/>
          </p:nvSpPr>
          <p:spPr>
            <a:xfrm>
              <a:off x="2303022" y="1346689"/>
              <a:ext cx="184887" cy="161581"/>
            </a:xfrm>
            <a:custGeom>
              <a:avLst/>
              <a:gdLst/>
              <a:ahLst/>
              <a:cxnLst/>
              <a:rect l="l" t="t" r="r" b="b"/>
              <a:pathLst>
                <a:path w="7748" h="6777" extrusionOk="0">
                  <a:moveTo>
                    <a:pt x="1567" y="1"/>
                  </a:moveTo>
                  <a:cubicBezTo>
                    <a:pt x="1299" y="1"/>
                    <a:pt x="1082" y="64"/>
                    <a:pt x="937" y="208"/>
                  </a:cubicBezTo>
                  <a:cubicBezTo>
                    <a:pt x="0" y="1138"/>
                    <a:pt x="2484" y="5144"/>
                    <a:pt x="3421" y="6074"/>
                  </a:cubicBezTo>
                  <a:cubicBezTo>
                    <a:pt x="3889" y="6542"/>
                    <a:pt x="4502" y="6776"/>
                    <a:pt x="5116" y="6776"/>
                  </a:cubicBezTo>
                  <a:cubicBezTo>
                    <a:pt x="5729" y="6776"/>
                    <a:pt x="6342" y="6542"/>
                    <a:pt x="6810" y="6074"/>
                  </a:cubicBezTo>
                  <a:cubicBezTo>
                    <a:pt x="7747" y="5144"/>
                    <a:pt x="7747" y="3621"/>
                    <a:pt x="6810" y="2692"/>
                  </a:cubicBezTo>
                  <a:cubicBezTo>
                    <a:pt x="6018" y="1899"/>
                    <a:pt x="3035" y="1"/>
                    <a:pt x="1567" y="1"/>
                  </a:cubicBezTo>
                  <a:close/>
                </a:path>
              </a:pathLst>
            </a:custGeom>
            <a:solidFill>
              <a:srgbClr val="FFE3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35;p35">
              <a:extLst>
                <a:ext uri="{FF2B5EF4-FFF2-40B4-BE49-F238E27FC236}">
                  <a16:creationId xmlns:a16="http://schemas.microsoft.com/office/drawing/2014/main" id="{438CFA25-1970-C65E-E838-BAD308A45749}"/>
                </a:ext>
              </a:extLst>
            </p:cNvPr>
            <p:cNvSpPr/>
            <p:nvPr/>
          </p:nvSpPr>
          <p:spPr>
            <a:xfrm>
              <a:off x="2308463" y="1347833"/>
              <a:ext cx="140359" cy="122741"/>
            </a:xfrm>
            <a:custGeom>
              <a:avLst/>
              <a:gdLst/>
              <a:ahLst/>
              <a:cxnLst/>
              <a:rect l="l" t="t" r="r" b="b"/>
              <a:pathLst>
                <a:path w="5882" h="5148" extrusionOk="0">
                  <a:moveTo>
                    <a:pt x="1191" y="1"/>
                  </a:moveTo>
                  <a:cubicBezTo>
                    <a:pt x="987" y="1"/>
                    <a:pt x="820" y="49"/>
                    <a:pt x="709" y="160"/>
                  </a:cubicBezTo>
                  <a:cubicBezTo>
                    <a:pt x="1" y="869"/>
                    <a:pt x="1882" y="3900"/>
                    <a:pt x="2598" y="4616"/>
                  </a:cubicBezTo>
                  <a:cubicBezTo>
                    <a:pt x="2953" y="4971"/>
                    <a:pt x="3417" y="5148"/>
                    <a:pt x="3882" y="5148"/>
                  </a:cubicBezTo>
                  <a:cubicBezTo>
                    <a:pt x="4347" y="5148"/>
                    <a:pt x="4811" y="4971"/>
                    <a:pt x="5166" y="4616"/>
                  </a:cubicBezTo>
                  <a:cubicBezTo>
                    <a:pt x="5882" y="3900"/>
                    <a:pt x="5882" y="2750"/>
                    <a:pt x="5166" y="2042"/>
                  </a:cubicBezTo>
                  <a:cubicBezTo>
                    <a:pt x="4567" y="1443"/>
                    <a:pt x="2309" y="1"/>
                    <a:pt x="1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36;p35">
              <a:extLst>
                <a:ext uri="{FF2B5EF4-FFF2-40B4-BE49-F238E27FC236}">
                  <a16:creationId xmlns:a16="http://schemas.microsoft.com/office/drawing/2014/main" id="{BDDFC36A-DB99-3FDA-FAB4-2DE2744351DE}"/>
                </a:ext>
              </a:extLst>
            </p:cNvPr>
            <p:cNvSpPr/>
            <p:nvPr/>
          </p:nvSpPr>
          <p:spPr>
            <a:xfrm>
              <a:off x="2373011" y="1397950"/>
              <a:ext cx="32000" cy="31997"/>
            </a:xfrm>
            <a:custGeom>
              <a:avLst/>
              <a:gdLst/>
              <a:ahLst/>
              <a:cxnLst/>
              <a:rect l="l" t="t" r="r" b="b"/>
              <a:pathLst>
                <a:path w="1341" h="1342" extrusionOk="0">
                  <a:moveTo>
                    <a:pt x="670" y="1"/>
                  </a:moveTo>
                  <a:cubicBezTo>
                    <a:pt x="305" y="1"/>
                    <a:pt x="0" y="305"/>
                    <a:pt x="0" y="671"/>
                  </a:cubicBezTo>
                  <a:cubicBezTo>
                    <a:pt x="0" y="1044"/>
                    <a:pt x="305" y="1341"/>
                    <a:pt x="670" y="1341"/>
                  </a:cubicBezTo>
                  <a:cubicBezTo>
                    <a:pt x="1044" y="1341"/>
                    <a:pt x="1341" y="1044"/>
                    <a:pt x="1341" y="671"/>
                  </a:cubicBezTo>
                  <a:cubicBezTo>
                    <a:pt x="1341" y="305"/>
                    <a:pt x="1044" y="1"/>
                    <a:pt x="6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37;p35">
              <a:extLst>
                <a:ext uri="{FF2B5EF4-FFF2-40B4-BE49-F238E27FC236}">
                  <a16:creationId xmlns:a16="http://schemas.microsoft.com/office/drawing/2014/main" id="{D4A524D9-8C60-0B43-1BDD-F18BD9AF0973}"/>
                </a:ext>
              </a:extLst>
            </p:cNvPr>
            <p:cNvSpPr/>
            <p:nvPr/>
          </p:nvSpPr>
          <p:spPr>
            <a:xfrm>
              <a:off x="2394988" y="1213433"/>
              <a:ext cx="42022" cy="41796"/>
            </a:xfrm>
            <a:custGeom>
              <a:avLst/>
              <a:gdLst/>
              <a:ahLst/>
              <a:cxnLst/>
              <a:rect l="l" t="t" r="r" b="b"/>
              <a:pathLst>
                <a:path w="1761" h="1753" extrusionOk="0">
                  <a:moveTo>
                    <a:pt x="884" y="0"/>
                  </a:moveTo>
                  <a:cubicBezTo>
                    <a:pt x="397" y="0"/>
                    <a:pt x="1" y="389"/>
                    <a:pt x="1" y="876"/>
                  </a:cubicBezTo>
                  <a:cubicBezTo>
                    <a:pt x="1" y="1364"/>
                    <a:pt x="397" y="1752"/>
                    <a:pt x="884" y="1752"/>
                  </a:cubicBezTo>
                  <a:cubicBezTo>
                    <a:pt x="1372" y="1752"/>
                    <a:pt x="1760" y="1364"/>
                    <a:pt x="1760" y="876"/>
                  </a:cubicBezTo>
                  <a:cubicBezTo>
                    <a:pt x="1760" y="389"/>
                    <a:pt x="1372" y="0"/>
                    <a:pt x="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38;p35">
              <a:extLst>
                <a:ext uri="{FF2B5EF4-FFF2-40B4-BE49-F238E27FC236}">
                  <a16:creationId xmlns:a16="http://schemas.microsoft.com/office/drawing/2014/main" id="{0B7C8955-5F35-4B11-BF81-2128E3648351}"/>
                </a:ext>
              </a:extLst>
            </p:cNvPr>
            <p:cNvSpPr/>
            <p:nvPr/>
          </p:nvSpPr>
          <p:spPr>
            <a:xfrm>
              <a:off x="2354828" y="1273373"/>
              <a:ext cx="26368" cy="26346"/>
            </a:xfrm>
            <a:custGeom>
              <a:avLst/>
              <a:gdLst/>
              <a:ahLst/>
              <a:cxnLst/>
              <a:rect l="l" t="t" r="r" b="b"/>
              <a:pathLst>
                <a:path w="1105" h="1105" extrusionOk="0">
                  <a:moveTo>
                    <a:pt x="556" y="0"/>
                  </a:moveTo>
                  <a:cubicBezTo>
                    <a:pt x="252" y="0"/>
                    <a:pt x="0" y="251"/>
                    <a:pt x="0" y="556"/>
                  </a:cubicBezTo>
                  <a:cubicBezTo>
                    <a:pt x="0" y="861"/>
                    <a:pt x="252" y="1105"/>
                    <a:pt x="556" y="1105"/>
                  </a:cubicBezTo>
                  <a:cubicBezTo>
                    <a:pt x="861" y="1105"/>
                    <a:pt x="1105" y="861"/>
                    <a:pt x="1105" y="556"/>
                  </a:cubicBezTo>
                  <a:cubicBezTo>
                    <a:pt x="1105" y="251"/>
                    <a:pt x="861" y="0"/>
                    <a:pt x="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39;p35">
              <a:extLst>
                <a:ext uri="{FF2B5EF4-FFF2-40B4-BE49-F238E27FC236}">
                  <a16:creationId xmlns:a16="http://schemas.microsoft.com/office/drawing/2014/main" id="{3EC9E166-C6DB-288F-5CF4-E93341501518}"/>
                </a:ext>
              </a:extLst>
            </p:cNvPr>
            <p:cNvSpPr/>
            <p:nvPr/>
          </p:nvSpPr>
          <p:spPr>
            <a:xfrm>
              <a:off x="2405178" y="1297335"/>
              <a:ext cx="32191" cy="31997"/>
            </a:xfrm>
            <a:custGeom>
              <a:avLst/>
              <a:gdLst/>
              <a:ahLst/>
              <a:cxnLst/>
              <a:rect l="l" t="t" r="r" b="b"/>
              <a:pathLst>
                <a:path w="1349" h="1342" extrusionOk="0">
                  <a:moveTo>
                    <a:pt x="671" y="1"/>
                  </a:moveTo>
                  <a:cubicBezTo>
                    <a:pt x="305" y="1"/>
                    <a:pt x="0" y="298"/>
                    <a:pt x="0" y="671"/>
                  </a:cubicBezTo>
                  <a:cubicBezTo>
                    <a:pt x="0" y="1044"/>
                    <a:pt x="305" y="1341"/>
                    <a:pt x="671" y="1341"/>
                  </a:cubicBezTo>
                  <a:cubicBezTo>
                    <a:pt x="1044" y="1341"/>
                    <a:pt x="1349" y="1044"/>
                    <a:pt x="1349" y="671"/>
                  </a:cubicBezTo>
                  <a:cubicBezTo>
                    <a:pt x="1349" y="298"/>
                    <a:pt x="1044" y="1"/>
                    <a:pt x="6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40;p35">
              <a:extLst>
                <a:ext uri="{FF2B5EF4-FFF2-40B4-BE49-F238E27FC236}">
                  <a16:creationId xmlns:a16="http://schemas.microsoft.com/office/drawing/2014/main" id="{974A053A-F72E-25E0-E780-CCF47CBE4517}"/>
                </a:ext>
              </a:extLst>
            </p:cNvPr>
            <p:cNvSpPr/>
            <p:nvPr/>
          </p:nvSpPr>
          <p:spPr>
            <a:xfrm>
              <a:off x="2346452" y="1350360"/>
              <a:ext cx="74928" cy="8822"/>
            </a:xfrm>
            <a:custGeom>
              <a:avLst/>
              <a:gdLst/>
              <a:ahLst/>
              <a:cxnLst/>
              <a:rect l="l" t="t" r="r" b="b"/>
              <a:pathLst>
                <a:path w="3140" h="370" extrusionOk="0">
                  <a:moveTo>
                    <a:pt x="1" y="1"/>
                  </a:moveTo>
                  <a:cubicBezTo>
                    <a:pt x="821" y="301"/>
                    <a:pt x="1771" y="369"/>
                    <a:pt x="2490" y="369"/>
                  </a:cubicBezTo>
                  <a:cubicBezTo>
                    <a:pt x="2739" y="369"/>
                    <a:pt x="2961" y="361"/>
                    <a:pt x="3139" y="351"/>
                  </a:cubicBezTo>
                  <a:cubicBezTo>
                    <a:pt x="2004" y="336"/>
                    <a:pt x="846" y="275"/>
                    <a:pt x="1" y="1"/>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41;p35">
              <a:extLst>
                <a:ext uri="{FF2B5EF4-FFF2-40B4-BE49-F238E27FC236}">
                  <a16:creationId xmlns:a16="http://schemas.microsoft.com/office/drawing/2014/main" id="{2BD04AAD-B223-FD23-7020-37CBA1D6828A}"/>
                </a:ext>
              </a:extLst>
            </p:cNvPr>
            <p:cNvSpPr/>
            <p:nvPr/>
          </p:nvSpPr>
          <p:spPr>
            <a:xfrm>
              <a:off x="2421356" y="1134228"/>
              <a:ext cx="90534" cy="224596"/>
            </a:xfrm>
            <a:custGeom>
              <a:avLst/>
              <a:gdLst/>
              <a:ahLst/>
              <a:cxnLst/>
              <a:rect l="l" t="t" r="r" b="b"/>
              <a:pathLst>
                <a:path w="3794" h="9420" extrusionOk="0">
                  <a:moveTo>
                    <a:pt x="1120" y="1"/>
                  </a:moveTo>
                  <a:cubicBezTo>
                    <a:pt x="937" y="1"/>
                    <a:pt x="762" y="31"/>
                    <a:pt x="579" y="70"/>
                  </a:cubicBezTo>
                  <a:cubicBezTo>
                    <a:pt x="2011" y="405"/>
                    <a:pt x="2057" y="1966"/>
                    <a:pt x="2057" y="3787"/>
                  </a:cubicBezTo>
                  <a:cubicBezTo>
                    <a:pt x="2057" y="4099"/>
                    <a:pt x="2057" y="4404"/>
                    <a:pt x="2042" y="4693"/>
                  </a:cubicBezTo>
                  <a:cubicBezTo>
                    <a:pt x="2057" y="5036"/>
                    <a:pt x="2057" y="5387"/>
                    <a:pt x="2057" y="5760"/>
                  </a:cubicBezTo>
                  <a:cubicBezTo>
                    <a:pt x="2057" y="7619"/>
                    <a:pt x="1935" y="9112"/>
                    <a:pt x="450" y="9378"/>
                  </a:cubicBezTo>
                  <a:cubicBezTo>
                    <a:pt x="450" y="9378"/>
                    <a:pt x="282" y="9401"/>
                    <a:pt x="0" y="9416"/>
                  </a:cubicBezTo>
                  <a:cubicBezTo>
                    <a:pt x="125" y="9419"/>
                    <a:pt x="250" y="9420"/>
                    <a:pt x="375" y="9420"/>
                  </a:cubicBezTo>
                  <a:cubicBezTo>
                    <a:pt x="626" y="9420"/>
                    <a:pt x="876" y="9416"/>
                    <a:pt x="1120" y="9416"/>
                  </a:cubicBezTo>
                  <a:cubicBezTo>
                    <a:pt x="3596" y="9416"/>
                    <a:pt x="3794" y="7390"/>
                    <a:pt x="3794" y="4785"/>
                  </a:cubicBezTo>
                  <a:cubicBezTo>
                    <a:pt x="3794" y="2187"/>
                    <a:pt x="3718" y="1"/>
                    <a:pt x="1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42;p35">
              <a:extLst>
                <a:ext uri="{FF2B5EF4-FFF2-40B4-BE49-F238E27FC236}">
                  <a16:creationId xmlns:a16="http://schemas.microsoft.com/office/drawing/2014/main" id="{F09A8F69-86BB-44D5-9FFE-9D36D495128B}"/>
                </a:ext>
              </a:extLst>
            </p:cNvPr>
            <p:cNvSpPr/>
            <p:nvPr/>
          </p:nvSpPr>
          <p:spPr>
            <a:xfrm>
              <a:off x="2309203" y="1289157"/>
              <a:ext cx="37273" cy="61228"/>
            </a:xfrm>
            <a:custGeom>
              <a:avLst/>
              <a:gdLst/>
              <a:ahLst/>
              <a:cxnLst/>
              <a:rect l="l" t="t" r="r" b="b"/>
              <a:pathLst>
                <a:path w="1562" h="2568" extrusionOk="0">
                  <a:moveTo>
                    <a:pt x="343" y="1"/>
                  </a:moveTo>
                  <a:cubicBezTo>
                    <a:pt x="259" y="366"/>
                    <a:pt x="214" y="724"/>
                    <a:pt x="214" y="1037"/>
                  </a:cubicBezTo>
                  <a:cubicBezTo>
                    <a:pt x="214" y="1837"/>
                    <a:pt x="754" y="2301"/>
                    <a:pt x="1562" y="2568"/>
                  </a:cubicBezTo>
                  <a:cubicBezTo>
                    <a:pt x="0" y="1997"/>
                    <a:pt x="320" y="587"/>
                    <a:pt x="320" y="587"/>
                  </a:cubicBezTo>
                  <a:cubicBezTo>
                    <a:pt x="351" y="443"/>
                    <a:pt x="396" y="298"/>
                    <a:pt x="442" y="145"/>
                  </a:cubicBezTo>
                  <a:cubicBezTo>
                    <a:pt x="404" y="100"/>
                    <a:pt x="374" y="46"/>
                    <a:pt x="343" y="1"/>
                  </a:cubicBez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43;p35">
              <a:extLst>
                <a:ext uri="{FF2B5EF4-FFF2-40B4-BE49-F238E27FC236}">
                  <a16:creationId xmlns:a16="http://schemas.microsoft.com/office/drawing/2014/main" id="{0F149D71-B403-8E4A-A72F-A29C742CE1B5}"/>
                </a:ext>
              </a:extLst>
            </p:cNvPr>
            <p:cNvSpPr/>
            <p:nvPr/>
          </p:nvSpPr>
          <p:spPr>
            <a:xfrm>
              <a:off x="2309203" y="1246121"/>
              <a:ext cx="161263" cy="112632"/>
            </a:xfrm>
            <a:custGeom>
              <a:avLst/>
              <a:gdLst/>
              <a:ahLst/>
              <a:cxnLst/>
              <a:rect l="l" t="t" r="r" b="b"/>
              <a:pathLst>
                <a:path w="6758" h="4724" extrusionOk="0">
                  <a:moveTo>
                    <a:pt x="6742" y="0"/>
                  </a:moveTo>
                  <a:cubicBezTo>
                    <a:pt x="6681" y="1349"/>
                    <a:pt x="6414" y="2377"/>
                    <a:pt x="5340" y="2674"/>
                  </a:cubicBezTo>
                  <a:cubicBezTo>
                    <a:pt x="5355" y="2720"/>
                    <a:pt x="5355" y="2766"/>
                    <a:pt x="5355" y="2819"/>
                  </a:cubicBezTo>
                  <a:cubicBezTo>
                    <a:pt x="5355" y="3192"/>
                    <a:pt x="5058" y="3489"/>
                    <a:pt x="4685" y="3489"/>
                  </a:cubicBezTo>
                  <a:cubicBezTo>
                    <a:pt x="4320" y="3489"/>
                    <a:pt x="4015" y="3192"/>
                    <a:pt x="4015" y="2819"/>
                  </a:cubicBezTo>
                  <a:cubicBezTo>
                    <a:pt x="4015" y="2796"/>
                    <a:pt x="4015" y="2781"/>
                    <a:pt x="4022" y="2758"/>
                  </a:cubicBezTo>
                  <a:cubicBezTo>
                    <a:pt x="2567" y="2750"/>
                    <a:pt x="1006" y="2674"/>
                    <a:pt x="442" y="1950"/>
                  </a:cubicBezTo>
                  <a:cubicBezTo>
                    <a:pt x="396" y="2103"/>
                    <a:pt x="351" y="2248"/>
                    <a:pt x="320" y="2392"/>
                  </a:cubicBezTo>
                  <a:cubicBezTo>
                    <a:pt x="320" y="2392"/>
                    <a:pt x="0" y="3802"/>
                    <a:pt x="1562" y="4373"/>
                  </a:cubicBezTo>
                  <a:cubicBezTo>
                    <a:pt x="2407" y="4647"/>
                    <a:pt x="3565" y="4708"/>
                    <a:pt x="4700" y="4723"/>
                  </a:cubicBezTo>
                  <a:cubicBezTo>
                    <a:pt x="4982" y="4708"/>
                    <a:pt x="5150" y="4685"/>
                    <a:pt x="5150" y="4685"/>
                  </a:cubicBezTo>
                  <a:cubicBezTo>
                    <a:pt x="6635" y="4419"/>
                    <a:pt x="6757" y="2926"/>
                    <a:pt x="6757" y="1067"/>
                  </a:cubicBezTo>
                  <a:cubicBezTo>
                    <a:pt x="6757" y="694"/>
                    <a:pt x="6757" y="343"/>
                    <a:pt x="6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44;p35">
              <a:extLst>
                <a:ext uri="{FF2B5EF4-FFF2-40B4-BE49-F238E27FC236}">
                  <a16:creationId xmlns:a16="http://schemas.microsoft.com/office/drawing/2014/main" id="{A3567CD2-33BA-D3D0-A251-09FB837199A5}"/>
                </a:ext>
              </a:extLst>
            </p:cNvPr>
            <p:cNvSpPr/>
            <p:nvPr/>
          </p:nvSpPr>
          <p:spPr>
            <a:xfrm>
              <a:off x="2404987" y="1309876"/>
              <a:ext cx="32023" cy="19455"/>
            </a:xfrm>
            <a:custGeom>
              <a:avLst/>
              <a:gdLst/>
              <a:ahLst/>
              <a:cxnLst/>
              <a:rect l="l" t="t" r="r" b="b"/>
              <a:pathLst>
                <a:path w="1342" h="816" extrusionOk="0">
                  <a:moveTo>
                    <a:pt x="1326" y="0"/>
                  </a:moveTo>
                  <a:cubicBezTo>
                    <a:pt x="1128" y="53"/>
                    <a:pt x="892" y="84"/>
                    <a:pt x="633" y="84"/>
                  </a:cubicBezTo>
                  <a:lnTo>
                    <a:pt x="8" y="84"/>
                  </a:lnTo>
                  <a:cubicBezTo>
                    <a:pt x="1" y="107"/>
                    <a:pt x="1" y="122"/>
                    <a:pt x="1" y="145"/>
                  </a:cubicBezTo>
                  <a:cubicBezTo>
                    <a:pt x="1" y="518"/>
                    <a:pt x="306" y="815"/>
                    <a:pt x="671" y="815"/>
                  </a:cubicBezTo>
                  <a:cubicBezTo>
                    <a:pt x="1044" y="815"/>
                    <a:pt x="1341" y="518"/>
                    <a:pt x="1341" y="145"/>
                  </a:cubicBezTo>
                  <a:cubicBezTo>
                    <a:pt x="1341" y="92"/>
                    <a:pt x="1341" y="46"/>
                    <a:pt x="13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45;p35">
              <a:extLst>
                <a:ext uri="{FF2B5EF4-FFF2-40B4-BE49-F238E27FC236}">
                  <a16:creationId xmlns:a16="http://schemas.microsoft.com/office/drawing/2014/main" id="{D75FC79D-DDA5-AD87-E027-E50E69BFFE8C}"/>
                </a:ext>
              </a:extLst>
            </p:cNvPr>
            <p:cNvSpPr/>
            <p:nvPr/>
          </p:nvSpPr>
          <p:spPr>
            <a:xfrm>
              <a:off x="2324475" y="1352196"/>
              <a:ext cx="382" cy="548"/>
            </a:xfrm>
            <a:custGeom>
              <a:avLst/>
              <a:gdLst/>
              <a:ahLst/>
              <a:cxnLst/>
              <a:rect l="l" t="t" r="r" b="b"/>
              <a:pathLst>
                <a:path w="16" h="23" extrusionOk="0">
                  <a:moveTo>
                    <a:pt x="0" y="23"/>
                  </a:moveTo>
                  <a:cubicBezTo>
                    <a:pt x="8" y="15"/>
                    <a:pt x="8" y="8"/>
                    <a:pt x="15" y="0"/>
                  </a:cubicBezTo>
                  <a:cubicBezTo>
                    <a:pt x="8" y="8"/>
                    <a:pt x="8" y="15"/>
                    <a:pt x="0" y="23"/>
                  </a:cubicBezTo>
                  <a:close/>
                </a:path>
              </a:pathLst>
            </a:custGeom>
            <a:solidFill>
              <a:srgbClr val="98E8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46;p35">
              <a:extLst>
                <a:ext uri="{FF2B5EF4-FFF2-40B4-BE49-F238E27FC236}">
                  <a16:creationId xmlns:a16="http://schemas.microsoft.com/office/drawing/2014/main" id="{BED16359-94DC-C0E9-3303-F5BAAE430395}"/>
                </a:ext>
              </a:extLst>
            </p:cNvPr>
            <p:cNvSpPr/>
            <p:nvPr/>
          </p:nvSpPr>
          <p:spPr>
            <a:xfrm>
              <a:off x="2304836" y="1346617"/>
              <a:ext cx="183073" cy="161652"/>
            </a:xfrm>
            <a:custGeom>
              <a:avLst/>
              <a:gdLst/>
              <a:ahLst/>
              <a:cxnLst/>
              <a:rect l="l" t="t" r="r" b="b"/>
              <a:pathLst>
                <a:path w="7672" h="6780" extrusionOk="0">
                  <a:moveTo>
                    <a:pt x="1487" y="1"/>
                  </a:moveTo>
                  <a:cubicBezTo>
                    <a:pt x="1248" y="1"/>
                    <a:pt x="1049" y="51"/>
                    <a:pt x="907" y="165"/>
                  </a:cubicBezTo>
                  <a:cubicBezTo>
                    <a:pt x="1014" y="85"/>
                    <a:pt x="1161" y="49"/>
                    <a:pt x="1336" y="49"/>
                  </a:cubicBezTo>
                  <a:cubicBezTo>
                    <a:pt x="2449" y="49"/>
                    <a:pt x="4719" y="1494"/>
                    <a:pt x="5318" y="2093"/>
                  </a:cubicBezTo>
                  <a:cubicBezTo>
                    <a:pt x="6034" y="2801"/>
                    <a:pt x="6034" y="3951"/>
                    <a:pt x="5318" y="4667"/>
                  </a:cubicBezTo>
                  <a:cubicBezTo>
                    <a:pt x="4963" y="5022"/>
                    <a:pt x="4499" y="5199"/>
                    <a:pt x="4034" y="5199"/>
                  </a:cubicBezTo>
                  <a:cubicBezTo>
                    <a:pt x="3569" y="5199"/>
                    <a:pt x="3105" y="5022"/>
                    <a:pt x="2750" y="4667"/>
                  </a:cubicBezTo>
                  <a:cubicBezTo>
                    <a:pt x="2050" y="3967"/>
                    <a:pt x="229" y="1042"/>
                    <a:pt x="823" y="257"/>
                  </a:cubicBezTo>
                  <a:lnTo>
                    <a:pt x="823" y="257"/>
                  </a:lnTo>
                  <a:cubicBezTo>
                    <a:pt x="1" y="1262"/>
                    <a:pt x="2423" y="5155"/>
                    <a:pt x="3345" y="6077"/>
                  </a:cubicBezTo>
                  <a:cubicBezTo>
                    <a:pt x="3813" y="6545"/>
                    <a:pt x="4426" y="6779"/>
                    <a:pt x="5040" y="6779"/>
                  </a:cubicBezTo>
                  <a:cubicBezTo>
                    <a:pt x="5653" y="6779"/>
                    <a:pt x="6266" y="6545"/>
                    <a:pt x="6734" y="6077"/>
                  </a:cubicBezTo>
                  <a:cubicBezTo>
                    <a:pt x="7671" y="5147"/>
                    <a:pt x="7671" y="3624"/>
                    <a:pt x="6734" y="2695"/>
                  </a:cubicBezTo>
                  <a:cubicBezTo>
                    <a:pt x="5942" y="1902"/>
                    <a:pt x="2954" y="1"/>
                    <a:pt x="1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47;p35">
              <a:extLst>
                <a:ext uri="{FF2B5EF4-FFF2-40B4-BE49-F238E27FC236}">
                  <a16:creationId xmlns:a16="http://schemas.microsoft.com/office/drawing/2014/main" id="{78E557AC-BAFD-D63E-636C-41F4D11E4BB1}"/>
                </a:ext>
              </a:extLst>
            </p:cNvPr>
            <p:cNvSpPr/>
            <p:nvPr/>
          </p:nvSpPr>
          <p:spPr>
            <a:xfrm>
              <a:off x="2324833" y="1352196"/>
              <a:ext cx="24" cy="24"/>
            </a:xfrm>
            <a:custGeom>
              <a:avLst/>
              <a:gdLst/>
              <a:ahLst/>
              <a:cxnLst/>
              <a:rect l="l" t="t" r="r" b="b"/>
              <a:pathLst>
                <a:path w="1" h="1" extrusionOk="0">
                  <a:moveTo>
                    <a:pt x="0" y="0"/>
                  </a:moveTo>
                  <a:lnTo>
                    <a:pt x="0" y="0"/>
                  </a:lnTo>
                  <a:close/>
                </a:path>
              </a:pathLst>
            </a:custGeom>
            <a:solidFill>
              <a:srgbClr val="F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48;p35">
              <a:extLst>
                <a:ext uri="{FF2B5EF4-FFF2-40B4-BE49-F238E27FC236}">
                  <a16:creationId xmlns:a16="http://schemas.microsoft.com/office/drawing/2014/main" id="{05B6199F-5035-69FC-7CBE-A167C68BBA0E}"/>
                </a:ext>
              </a:extLst>
            </p:cNvPr>
            <p:cNvSpPr/>
            <p:nvPr/>
          </p:nvSpPr>
          <p:spPr>
            <a:xfrm>
              <a:off x="2311112" y="1347762"/>
              <a:ext cx="137710" cy="122813"/>
            </a:xfrm>
            <a:custGeom>
              <a:avLst/>
              <a:gdLst/>
              <a:ahLst/>
              <a:cxnLst/>
              <a:rect l="l" t="t" r="r" b="b"/>
              <a:pathLst>
                <a:path w="5771" h="5151" extrusionOk="0">
                  <a:moveTo>
                    <a:pt x="643" y="122"/>
                  </a:moveTo>
                  <a:lnTo>
                    <a:pt x="643" y="122"/>
                  </a:lnTo>
                  <a:cubicBezTo>
                    <a:pt x="638" y="125"/>
                    <a:pt x="634" y="129"/>
                    <a:pt x="629" y="133"/>
                  </a:cubicBezTo>
                  <a:cubicBezTo>
                    <a:pt x="635" y="133"/>
                    <a:pt x="641" y="128"/>
                    <a:pt x="643" y="122"/>
                  </a:cubicBezTo>
                  <a:close/>
                  <a:moveTo>
                    <a:pt x="575" y="186"/>
                  </a:moveTo>
                  <a:cubicBezTo>
                    <a:pt x="573" y="188"/>
                    <a:pt x="572" y="190"/>
                    <a:pt x="571" y="192"/>
                  </a:cubicBezTo>
                  <a:lnTo>
                    <a:pt x="571" y="192"/>
                  </a:lnTo>
                  <a:cubicBezTo>
                    <a:pt x="572" y="190"/>
                    <a:pt x="574" y="188"/>
                    <a:pt x="575" y="186"/>
                  </a:cubicBezTo>
                  <a:close/>
                  <a:moveTo>
                    <a:pt x="571" y="192"/>
                  </a:moveTo>
                  <a:cubicBezTo>
                    <a:pt x="561" y="205"/>
                    <a:pt x="552" y="218"/>
                    <a:pt x="544" y="232"/>
                  </a:cubicBezTo>
                  <a:lnTo>
                    <a:pt x="544" y="232"/>
                  </a:lnTo>
                  <a:cubicBezTo>
                    <a:pt x="549" y="224"/>
                    <a:pt x="555" y="216"/>
                    <a:pt x="560" y="209"/>
                  </a:cubicBezTo>
                  <a:cubicBezTo>
                    <a:pt x="566" y="203"/>
                    <a:pt x="567" y="198"/>
                    <a:pt x="571" y="192"/>
                  </a:cubicBezTo>
                  <a:close/>
                  <a:moveTo>
                    <a:pt x="1073" y="1"/>
                  </a:moveTo>
                  <a:cubicBezTo>
                    <a:pt x="898" y="1"/>
                    <a:pt x="751" y="37"/>
                    <a:pt x="644" y="117"/>
                  </a:cubicBezTo>
                  <a:cubicBezTo>
                    <a:pt x="644" y="119"/>
                    <a:pt x="644" y="120"/>
                    <a:pt x="643" y="122"/>
                  </a:cubicBezTo>
                  <a:lnTo>
                    <a:pt x="643" y="122"/>
                  </a:lnTo>
                  <a:cubicBezTo>
                    <a:pt x="733" y="57"/>
                    <a:pt x="854" y="28"/>
                    <a:pt x="999" y="28"/>
                  </a:cubicBezTo>
                  <a:cubicBezTo>
                    <a:pt x="1932" y="28"/>
                    <a:pt x="3827" y="1236"/>
                    <a:pt x="4331" y="1740"/>
                  </a:cubicBezTo>
                  <a:cubicBezTo>
                    <a:pt x="4925" y="2334"/>
                    <a:pt x="4925" y="3294"/>
                    <a:pt x="4331" y="3888"/>
                  </a:cubicBezTo>
                  <a:cubicBezTo>
                    <a:pt x="4034" y="4185"/>
                    <a:pt x="3643" y="4334"/>
                    <a:pt x="3253" y="4334"/>
                  </a:cubicBezTo>
                  <a:cubicBezTo>
                    <a:pt x="2863" y="4334"/>
                    <a:pt x="2472" y="4185"/>
                    <a:pt x="2175" y="3888"/>
                  </a:cubicBezTo>
                  <a:cubicBezTo>
                    <a:pt x="1609" y="3315"/>
                    <a:pt x="125" y="942"/>
                    <a:pt x="544" y="232"/>
                  </a:cubicBezTo>
                  <a:lnTo>
                    <a:pt x="544" y="232"/>
                  </a:lnTo>
                  <a:cubicBezTo>
                    <a:pt x="0" y="1048"/>
                    <a:pt x="1793" y="3925"/>
                    <a:pt x="2487" y="4619"/>
                  </a:cubicBezTo>
                  <a:cubicBezTo>
                    <a:pt x="2842" y="4974"/>
                    <a:pt x="3306" y="5151"/>
                    <a:pt x="3771" y="5151"/>
                  </a:cubicBezTo>
                  <a:cubicBezTo>
                    <a:pt x="4236" y="5151"/>
                    <a:pt x="4700" y="4974"/>
                    <a:pt x="5055" y="4619"/>
                  </a:cubicBezTo>
                  <a:cubicBezTo>
                    <a:pt x="5771" y="3903"/>
                    <a:pt x="5771" y="2753"/>
                    <a:pt x="5055" y="2045"/>
                  </a:cubicBezTo>
                  <a:cubicBezTo>
                    <a:pt x="4456" y="1446"/>
                    <a:pt x="2186"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49;p35">
              <a:extLst>
                <a:ext uri="{FF2B5EF4-FFF2-40B4-BE49-F238E27FC236}">
                  <a16:creationId xmlns:a16="http://schemas.microsoft.com/office/drawing/2014/main" id="{017E6990-1BD9-B160-D9F4-C822FCEC7140}"/>
                </a:ext>
              </a:extLst>
            </p:cNvPr>
            <p:cNvSpPr/>
            <p:nvPr/>
          </p:nvSpPr>
          <p:spPr>
            <a:xfrm>
              <a:off x="2261215" y="1253918"/>
              <a:ext cx="68724" cy="207811"/>
            </a:xfrm>
            <a:custGeom>
              <a:avLst/>
              <a:gdLst/>
              <a:ahLst/>
              <a:cxnLst/>
              <a:rect l="l" t="t" r="r" b="b"/>
              <a:pathLst>
                <a:path w="2880" h="8716" extrusionOk="0">
                  <a:moveTo>
                    <a:pt x="366" y="1"/>
                  </a:moveTo>
                  <a:lnTo>
                    <a:pt x="23" y="7260"/>
                  </a:lnTo>
                  <a:cubicBezTo>
                    <a:pt x="0" y="8060"/>
                    <a:pt x="640" y="8715"/>
                    <a:pt x="1440" y="8715"/>
                  </a:cubicBezTo>
                  <a:cubicBezTo>
                    <a:pt x="2240" y="8715"/>
                    <a:pt x="2880" y="8060"/>
                    <a:pt x="2857" y="7260"/>
                  </a:cubicBezTo>
                  <a:lnTo>
                    <a:pt x="25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50;p35">
              <a:extLst>
                <a:ext uri="{FF2B5EF4-FFF2-40B4-BE49-F238E27FC236}">
                  <a16:creationId xmlns:a16="http://schemas.microsoft.com/office/drawing/2014/main" id="{8858F775-9CA5-0A5B-9389-F0F60D760E00}"/>
                </a:ext>
              </a:extLst>
            </p:cNvPr>
            <p:cNvSpPr/>
            <p:nvPr/>
          </p:nvSpPr>
          <p:spPr>
            <a:xfrm>
              <a:off x="2262671" y="1196910"/>
              <a:ext cx="66004" cy="65948"/>
            </a:xfrm>
            <a:custGeom>
              <a:avLst/>
              <a:gdLst/>
              <a:ahLst/>
              <a:cxnLst/>
              <a:rect l="l" t="t" r="r" b="b"/>
              <a:pathLst>
                <a:path w="2766" h="2766" extrusionOk="0">
                  <a:moveTo>
                    <a:pt x="1387" y="0"/>
                  </a:moveTo>
                  <a:cubicBezTo>
                    <a:pt x="617" y="0"/>
                    <a:pt x="0" y="625"/>
                    <a:pt x="0" y="1386"/>
                  </a:cubicBezTo>
                  <a:cubicBezTo>
                    <a:pt x="0" y="2148"/>
                    <a:pt x="617" y="2765"/>
                    <a:pt x="1387" y="2765"/>
                  </a:cubicBezTo>
                  <a:cubicBezTo>
                    <a:pt x="2148" y="2765"/>
                    <a:pt x="2765" y="2148"/>
                    <a:pt x="2765" y="1386"/>
                  </a:cubicBezTo>
                  <a:cubicBezTo>
                    <a:pt x="2765" y="625"/>
                    <a:pt x="2148" y="0"/>
                    <a:pt x="13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51;p35">
              <a:extLst>
                <a:ext uri="{FF2B5EF4-FFF2-40B4-BE49-F238E27FC236}">
                  <a16:creationId xmlns:a16="http://schemas.microsoft.com/office/drawing/2014/main" id="{20E53CAE-D9DF-600C-5031-E36F22CB61DB}"/>
                </a:ext>
              </a:extLst>
            </p:cNvPr>
            <p:cNvSpPr/>
            <p:nvPr/>
          </p:nvSpPr>
          <p:spPr>
            <a:xfrm>
              <a:off x="2254486" y="1235773"/>
              <a:ext cx="82182" cy="36169"/>
            </a:xfrm>
            <a:custGeom>
              <a:avLst/>
              <a:gdLst/>
              <a:ahLst/>
              <a:cxnLst/>
              <a:rect l="l" t="t" r="r" b="b"/>
              <a:pathLst>
                <a:path w="3444" h="1517" extrusionOk="0">
                  <a:moveTo>
                    <a:pt x="762" y="0"/>
                  </a:moveTo>
                  <a:cubicBezTo>
                    <a:pt x="343" y="0"/>
                    <a:pt x="0" y="343"/>
                    <a:pt x="0" y="762"/>
                  </a:cubicBezTo>
                  <a:cubicBezTo>
                    <a:pt x="0" y="1181"/>
                    <a:pt x="343" y="1516"/>
                    <a:pt x="762" y="1516"/>
                  </a:cubicBezTo>
                  <a:lnTo>
                    <a:pt x="2689" y="1516"/>
                  </a:lnTo>
                  <a:cubicBezTo>
                    <a:pt x="3108" y="1516"/>
                    <a:pt x="3444" y="1181"/>
                    <a:pt x="3444" y="762"/>
                  </a:cubicBezTo>
                  <a:cubicBezTo>
                    <a:pt x="3444" y="343"/>
                    <a:pt x="3108" y="0"/>
                    <a:pt x="2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52;p35">
              <a:extLst>
                <a:ext uri="{FF2B5EF4-FFF2-40B4-BE49-F238E27FC236}">
                  <a16:creationId xmlns:a16="http://schemas.microsoft.com/office/drawing/2014/main" id="{C34D6163-1923-5381-32F9-646C0C8B0356}"/>
                </a:ext>
              </a:extLst>
            </p:cNvPr>
            <p:cNvSpPr/>
            <p:nvPr/>
          </p:nvSpPr>
          <p:spPr>
            <a:xfrm>
              <a:off x="2103436" y="1154017"/>
              <a:ext cx="50374" cy="32926"/>
            </a:xfrm>
            <a:custGeom>
              <a:avLst/>
              <a:gdLst/>
              <a:ahLst/>
              <a:cxnLst/>
              <a:rect l="l" t="t" r="r" b="b"/>
              <a:pathLst>
                <a:path w="2111" h="1381" extrusionOk="0">
                  <a:moveTo>
                    <a:pt x="1726" y="0"/>
                  </a:moveTo>
                  <a:cubicBezTo>
                    <a:pt x="1717" y="0"/>
                    <a:pt x="1708" y="1"/>
                    <a:pt x="1699" y="1"/>
                  </a:cubicBezTo>
                  <a:cubicBezTo>
                    <a:pt x="998" y="47"/>
                    <a:pt x="473" y="314"/>
                    <a:pt x="122" y="786"/>
                  </a:cubicBezTo>
                  <a:cubicBezTo>
                    <a:pt x="0" y="953"/>
                    <a:pt x="38" y="1190"/>
                    <a:pt x="206" y="1312"/>
                  </a:cubicBezTo>
                  <a:cubicBezTo>
                    <a:pt x="274" y="1357"/>
                    <a:pt x="351" y="1380"/>
                    <a:pt x="427" y="1380"/>
                  </a:cubicBezTo>
                  <a:cubicBezTo>
                    <a:pt x="541" y="1380"/>
                    <a:pt x="655" y="1327"/>
                    <a:pt x="724" y="1228"/>
                  </a:cubicBezTo>
                  <a:cubicBezTo>
                    <a:pt x="945" y="931"/>
                    <a:pt x="1265" y="778"/>
                    <a:pt x="1745" y="748"/>
                  </a:cubicBezTo>
                  <a:cubicBezTo>
                    <a:pt x="1950" y="733"/>
                    <a:pt x="2110" y="557"/>
                    <a:pt x="2095" y="352"/>
                  </a:cubicBezTo>
                  <a:cubicBezTo>
                    <a:pt x="2081" y="155"/>
                    <a:pt x="1920" y="0"/>
                    <a:pt x="1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53;p35">
              <a:extLst>
                <a:ext uri="{FF2B5EF4-FFF2-40B4-BE49-F238E27FC236}">
                  <a16:creationId xmlns:a16="http://schemas.microsoft.com/office/drawing/2014/main" id="{A9761395-0977-F0DF-7FA4-1FD656F73B51}"/>
                </a:ext>
              </a:extLst>
            </p:cNvPr>
            <p:cNvSpPr/>
            <p:nvPr/>
          </p:nvSpPr>
          <p:spPr>
            <a:xfrm>
              <a:off x="2070530" y="1125526"/>
              <a:ext cx="450094" cy="391589"/>
            </a:xfrm>
            <a:custGeom>
              <a:avLst/>
              <a:gdLst/>
              <a:ahLst/>
              <a:cxnLst/>
              <a:rect l="l" t="t" r="r" b="b"/>
              <a:pathLst>
                <a:path w="18862" h="16424" extrusionOk="0">
                  <a:moveTo>
                    <a:pt x="9431" y="3375"/>
                  </a:moveTo>
                  <a:cubicBezTo>
                    <a:pt x="9949" y="3375"/>
                    <a:pt x="10368" y="3756"/>
                    <a:pt x="10437" y="4251"/>
                  </a:cubicBezTo>
                  <a:lnTo>
                    <a:pt x="8433" y="4251"/>
                  </a:lnTo>
                  <a:cubicBezTo>
                    <a:pt x="8494" y="3756"/>
                    <a:pt x="8921" y="3375"/>
                    <a:pt x="9431" y="3375"/>
                  </a:cubicBezTo>
                  <a:close/>
                  <a:moveTo>
                    <a:pt x="10398" y="4997"/>
                  </a:moveTo>
                  <a:cubicBezTo>
                    <a:pt x="10612" y="4997"/>
                    <a:pt x="10779" y="5173"/>
                    <a:pt x="10779" y="5386"/>
                  </a:cubicBezTo>
                  <a:cubicBezTo>
                    <a:pt x="10779" y="5599"/>
                    <a:pt x="10612" y="5767"/>
                    <a:pt x="10398" y="5767"/>
                  </a:cubicBezTo>
                  <a:lnTo>
                    <a:pt x="8471" y="5767"/>
                  </a:lnTo>
                  <a:cubicBezTo>
                    <a:pt x="8258" y="5767"/>
                    <a:pt x="8083" y="5599"/>
                    <a:pt x="8083" y="5386"/>
                  </a:cubicBezTo>
                  <a:cubicBezTo>
                    <a:pt x="8083" y="5173"/>
                    <a:pt x="8258" y="4997"/>
                    <a:pt x="8471" y="4997"/>
                  </a:cubicBezTo>
                  <a:close/>
                  <a:moveTo>
                    <a:pt x="10193" y="6513"/>
                  </a:moveTo>
                  <a:lnTo>
                    <a:pt x="10238" y="7473"/>
                  </a:lnTo>
                  <a:lnTo>
                    <a:pt x="8631" y="7473"/>
                  </a:lnTo>
                  <a:lnTo>
                    <a:pt x="8677" y="6513"/>
                  </a:lnTo>
                  <a:close/>
                  <a:moveTo>
                    <a:pt x="10254" y="7923"/>
                  </a:moveTo>
                  <a:lnTo>
                    <a:pt x="10307" y="8966"/>
                  </a:lnTo>
                  <a:lnTo>
                    <a:pt x="8563" y="8966"/>
                  </a:lnTo>
                  <a:lnTo>
                    <a:pt x="8608" y="7923"/>
                  </a:lnTo>
                  <a:close/>
                  <a:moveTo>
                    <a:pt x="3048" y="739"/>
                  </a:moveTo>
                  <a:cubicBezTo>
                    <a:pt x="3748" y="739"/>
                    <a:pt x="4556" y="1173"/>
                    <a:pt x="5386" y="2004"/>
                  </a:cubicBezTo>
                  <a:cubicBezTo>
                    <a:pt x="5759" y="2377"/>
                    <a:pt x="6125" y="2811"/>
                    <a:pt x="6460" y="3299"/>
                  </a:cubicBezTo>
                  <a:cubicBezTo>
                    <a:pt x="5782" y="2606"/>
                    <a:pt x="4998" y="2118"/>
                    <a:pt x="4221" y="2118"/>
                  </a:cubicBezTo>
                  <a:cubicBezTo>
                    <a:pt x="3185" y="2118"/>
                    <a:pt x="2514" y="2529"/>
                    <a:pt x="2179" y="3375"/>
                  </a:cubicBezTo>
                  <a:cubicBezTo>
                    <a:pt x="1905" y="4083"/>
                    <a:pt x="1882" y="4997"/>
                    <a:pt x="1882" y="6125"/>
                  </a:cubicBezTo>
                  <a:cubicBezTo>
                    <a:pt x="1882" y="6955"/>
                    <a:pt x="1897" y="7900"/>
                    <a:pt x="2141" y="8601"/>
                  </a:cubicBezTo>
                  <a:cubicBezTo>
                    <a:pt x="2248" y="8920"/>
                    <a:pt x="2392" y="9179"/>
                    <a:pt x="2575" y="9385"/>
                  </a:cubicBezTo>
                  <a:cubicBezTo>
                    <a:pt x="1852" y="9286"/>
                    <a:pt x="1395" y="8943"/>
                    <a:pt x="1120" y="8296"/>
                  </a:cubicBezTo>
                  <a:cubicBezTo>
                    <a:pt x="770" y="7488"/>
                    <a:pt x="747" y="6300"/>
                    <a:pt x="747" y="5150"/>
                  </a:cubicBezTo>
                  <a:cubicBezTo>
                    <a:pt x="747" y="2156"/>
                    <a:pt x="968" y="739"/>
                    <a:pt x="3048" y="739"/>
                  </a:cubicBezTo>
                  <a:close/>
                  <a:moveTo>
                    <a:pt x="15822" y="739"/>
                  </a:moveTo>
                  <a:cubicBezTo>
                    <a:pt x="17894" y="739"/>
                    <a:pt x="18123" y="2156"/>
                    <a:pt x="18123" y="5150"/>
                  </a:cubicBezTo>
                  <a:cubicBezTo>
                    <a:pt x="18123" y="6300"/>
                    <a:pt x="18092" y="7488"/>
                    <a:pt x="17742" y="8296"/>
                  </a:cubicBezTo>
                  <a:cubicBezTo>
                    <a:pt x="17468" y="8943"/>
                    <a:pt x="17011" y="9286"/>
                    <a:pt x="16287" y="9385"/>
                  </a:cubicBezTo>
                  <a:cubicBezTo>
                    <a:pt x="16470" y="9179"/>
                    <a:pt x="16622" y="8920"/>
                    <a:pt x="16729" y="8601"/>
                  </a:cubicBezTo>
                  <a:cubicBezTo>
                    <a:pt x="16965" y="7900"/>
                    <a:pt x="16988" y="6955"/>
                    <a:pt x="16988" y="6125"/>
                  </a:cubicBezTo>
                  <a:cubicBezTo>
                    <a:pt x="16988" y="4997"/>
                    <a:pt x="16965" y="4083"/>
                    <a:pt x="16683" y="3375"/>
                  </a:cubicBezTo>
                  <a:cubicBezTo>
                    <a:pt x="16348" y="2529"/>
                    <a:pt x="15685" y="2118"/>
                    <a:pt x="14649" y="2118"/>
                  </a:cubicBezTo>
                  <a:cubicBezTo>
                    <a:pt x="13872" y="2118"/>
                    <a:pt x="13087" y="2606"/>
                    <a:pt x="12409" y="3284"/>
                  </a:cubicBezTo>
                  <a:cubicBezTo>
                    <a:pt x="13415" y="1859"/>
                    <a:pt x="14687" y="739"/>
                    <a:pt x="15822" y="739"/>
                  </a:cubicBezTo>
                  <a:close/>
                  <a:moveTo>
                    <a:pt x="4221" y="2560"/>
                  </a:moveTo>
                  <a:cubicBezTo>
                    <a:pt x="5173" y="2560"/>
                    <a:pt x="6399" y="3588"/>
                    <a:pt x="7351" y="5196"/>
                  </a:cubicBezTo>
                  <a:cubicBezTo>
                    <a:pt x="7344" y="5256"/>
                    <a:pt x="7336" y="5317"/>
                    <a:pt x="7336" y="5386"/>
                  </a:cubicBezTo>
                  <a:cubicBezTo>
                    <a:pt x="7336" y="5813"/>
                    <a:pt x="7580" y="6186"/>
                    <a:pt x="7938" y="6376"/>
                  </a:cubicBezTo>
                  <a:lnTo>
                    <a:pt x="7824" y="8768"/>
                  </a:lnTo>
                  <a:cubicBezTo>
                    <a:pt x="7816" y="8776"/>
                    <a:pt x="7808" y="8783"/>
                    <a:pt x="7801" y="8783"/>
                  </a:cubicBezTo>
                  <a:cubicBezTo>
                    <a:pt x="6917" y="9393"/>
                    <a:pt x="4975" y="9416"/>
                    <a:pt x="3375" y="9416"/>
                  </a:cubicBezTo>
                  <a:cubicBezTo>
                    <a:pt x="2499" y="9042"/>
                    <a:pt x="2324" y="7968"/>
                    <a:pt x="2324" y="6125"/>
                  </a:cubicBezTo>
                  <a:cubicBezTo>
                    <a:pt x="2324" y="3908"/>
                    <a:pt x="2453" y="2560"/>
                    <a:pt x="4221" y="2560"/>
                  </a:cubicBezTo>
                  <a:close/>
                  <a:moveTo>
                    <a:pt x="14649" y="2560"/>
                  </a:moveTo>
                  <a:cubicBezTo>
                    <a:pt x="16409" y="2560"/>
                    <a:pt x="16538" y="3908"/>
                    <a:pt x="16538" y="6125"/>
                  </a:cubicBezTo>
                  <a:cubicBezTo>
                    <a:pt x="16538" y="7968"/>
                    <a:pt x="16363" y="9042"/>
                    <a:pt x="15495" y="9416"/>
                  </a:cubicBezTo>
                  <a:cubicBezTo>
                    <a:pt x="13872" y="9416"/>
                    <a:pt x="11914" y="9393"/>
                    <a:pt x="11038" y="8768"/>
                  </a:cubicBezTo>
                  <a:lnTo>
                    <a:pt x="10932" y="6376"/>
                  </a:lnTo>
                  <a:cubicBezTo>
                    <a:pt x="11282" y="6186"/>
                    <a:pt x="11526" y="5813"/>
                    <a:pt x="11526" y="5386"/>
                  </a:cubicBezTo>
                  <a:cubicBezTo>
                    <a:pt x="11526" y="5317"/>
                    <a:pt x="11518" y="5256"/>
                    <a:pt x="11511" y="5196"/>
                  </a:cubicBezTo>
                  <a:cubicBezTo>
                    <a:pt x="12470" y="3588"/>
                    <a:pt x="13689" y="2560"/>
                    <a:pt x="14649" y="2560"/>
                  </a:cubicBezTo>
                  <a:close/>
                  <a:moveTo>
                    <a:pt x="10330" y="9416"/>
                  </a:moveTo>
                  <a:lnTo>
                    <a:pt x="10376" y="10452"/>
                  </a:lnTo>
                  <a:lnTo>
                    <a:pt x="8486" y="10452"/>
                  </a:lnTo>
                  <a:lnTo>
                    <a:pt x="8540" y="9416"/>
                  </a:lnTo>
                  <a:close/>
                  <a:moveTo>
                    <a:pt x="10398" y="10901"/>
                  </a:moveTo>
                  <a:lnTo>
                    <a:pt x="10444" y="11945"/>
                  </a:lnTo>
                  <a:lnTo>
                    <a:pt x="8418" y="11945"/>
                  </a:lnTo>
                  <a:lnTo>
                    <a:pt x="8471" y="10901"/>
                  </a:lnTo>
                  <a:close/>
                  <a:moveTo>
                    <a:pt x="10467" y="12394"/>
                  </a:moveTo>
                  <a:lnTo>
                    <a:pt x="10482" y="12661"/>
                  </a:lnTo>
                  <a:cubicBezTo>
                    <a:pt x="10490" y="12943"/>
                    <a:pt x="10383" y="13209"/>
                    <a:pt x="10185" y="13415"/>
                  </a:cubicBezTo>
                  <a:cubicBezTo>
                    <a:pt x="9987" y="13621"/>
                    <a:pt x="9720" y="13735"/>
                    <a:pt x="9431" y="13735"/>
                  </a:cubicBezTo>
                  <a:cubicBezTo>
                    <a:pt x="9149" y="13735"/>
                    <a:pt x="8883" y="13621"/>
                    <a:pt x="8685" y="13415"/>
                  </a:cubicBezTo>
                  <a:cubicBezTo>
                    <a:pt x="8486" y="13209"/>
                    <a:pt x="8380" y="12943"/>
                    <a:pt x="8387" y="12661"/>
                  </a:cubicBezTo>
                  <a:lnTo>
                    <a:pt x="8395" y="12394"/>
                  </a:lnTo>
                  <a:close/>
                  <a:moveTo>
                    <a:pt x="7786" y="9644"/>
                  </a:moveTo>
                  <a:lnTo>
                    <a:pt x="7702" y="11343"/>
                  </a:lnTo>
                  <a:cubicBezTo>
                    <a:pt x="7237" y="12348"/>
                    <a:pt x="6506" y="13415"/>
                    <a:pt x="6140" y="13780"/>
                  </a:cubicBezTo>
                  <a:cubicBezTo>
                    <a:pt x="5828" y="14093"/>
                    <a:pt x="5418" y="14249"/>
                    <a:pt x="5010" y="14249"/>
                  </a:cubicBezTo>
                  <a:cubicBezTo>
                    <a:pt x="4601" y="14249"/>
                    <a:pt x="4194" y="14093"/>
                    <a:pt x="3885" y="13780"/>
                  </a:cubicBezTo>
                  <a:cubicBezTo>
                    <a:pt x="3261" y="13156"/>
                    <a:pt x="3261" y="12143"/>
                    <a:pt x="3885" y="11526"/>
                  </a:cubicBezTo>
                  <a:cubicBezTo>
                    <a:pt x="4228" y="11175"/>
                    <a:pt x="5188" y="10513"/>
                    <a:pt x="6140" y="10048"/>
                  </a:cubicBezTo>
                  <a:cubicBezTo>
                    <a:pt x="6757" y="9972"/>
                    <a:pt x="7321" y="9850"/>
                    <a:pt x="7786" y="9644"/>
                  </a:cubicBezTo>
                  <a:close/>
                  <a:moveTo>
                    <a:pt x="11084" y="9644"/>
                  </a:moveTo>
                  <a:lnTo>
                    <a:pt x="11084" y="9644"/>
                  </a:lnTo>
                  <a:cubicBezTo>
                    <a:pt x="11549" y="9850"/>
                    <a:pt x="12112" y="9972"/>
                    <a:pt x="12722" y="10048"/>
                  </a:cubicBezTo>
                  <a:cubicBezTo>
                    <a:pt x="13682" y="10520"/>
                    <a:pt x="14649" y="11191"/>
                    <a:pt x="14984" y="11526"/>
                  </a:cubicBezTo>
                  <a:cubicBezTo>
                    <a:pt x="15601" y="12143"/>
                    <a:pt x="15601" y="13156"/>
                    <a:pt x="14984" y="13780"/>
                  </a:cubicBezTo>
                  <a:cubicBezTo>
                    <a:pt x="14672" y="14093"/>
                    <a:pt x="14262" y="14249"/>
                    <a:pt x="13853" y="14249"/>
                  </a:cubicBezTo>
                  <a:cubicBezTo>
                    <a:pt x="13444" y="14249"/>
                    <a:pt x="13034" y="14093"/>
                    <a:pt x="12722" y="13780"/>
                  </a:cubicBezTo>
                  <a:cubicBezTo>
                    <a:pt x="12364" y="13422"/>
                    <a:pt x="11633" y="12356"/>
                    <a:pt x="11160" y="11343"/>
                  </a:cubicBezTo>
                  <a:lnTo>
                    <a:pt x="11084" y="9644"/>
                  </a:lnTo>
                  <a:close/>
                  <a:moveTo>
                    <a:pt x="3200" y="11709"/>
                  </a:moveTo>
                  <a:lnTo>
                    <a:pt x="3200" y="11709"/>
                  </a:lnTo>
                  <a:cubicBezTo>
                    <a:pt x="2796" y="12478"/>
                    <a:pt x="2926" y="13453"/>
                    <a:pt x="3566" y="14093"/>
                  </a:cubicBezTo>
                  <a:cubicBezTo>
                    <a:pt x="3962" y="14497"/>
                    <a:pt x="4487" y="14695"/>
                    <a:pt x="5013" y="14695"/>
                  </a:cubicBezTo>
                  <a:cubicBezTo>
                    <a:pt x="5333" y="14695"/>
                    <a:pt x="5660" y="14618"/>
                    <a:pt x="5957" y="14466"/>
                  </a:cubicBezTo>
                  <a:lnTo>
                    <a:pt x="5957" y="14466"/>
                  </a:lnTo>
                  <a:cubicBezTo>
                    <a:pt x="5752" y="14733"/>
                    <a:pt x="5577" y="14954"/>
                    <a:pt x="5439" y="15091"/>
                  </a:cubicBezTo>
                  <a:cubicBezTo>
                    <a:pt x="5043" y="15483"/>
                    <a:pt x="4523" y="15679"/>
                    <a:pt x="4004" y="15679"/>
                  </a:cubicBezTo>
                  <a:cubicBezTo>
                    <a:pt x="3486" y="15679"/>
                    <a:pt x="2968" y="15483"/>
                    <a:pt x="2575" y="15091"/>
                  </a:cubicBezTo>
                  <a:cubicBezTo>
                    <a:pt x="1783" y="14298"/>
                    <a:pt x="1783" y="13019"/>
                    <a:pt x="2575" y="12227"/>
                  </a:cubicBezTo>
                  <a:cubicBezTo>
                    <a:pt x="2712" y="12089"/>
                    <a:pt x="2926" y="11907"/>
                    <a:pt x="3200" y="11709"/>
                  </a:cubicBezTo>
                  <a:close/>
                  <a:moveTo>
                    <a:pt x="15662" y="11709"/>
                  </a:moveTo>
                  <a:cubicBezTo>
                    <a:pt x="15936" y="11907"/>
                    <a:pt x="16150" y="12089"/>
                    <a:pt x="16294" y="12227"/>
                  </a:cubicBezTo>
                  <a:cubicBezTo>
                    <a:pt x="17079" y="13019"/>
                    <a:pt x="17079" y="14298"/>
                    <a:pt x="16294" y="15091"/>
                  </a:cubicBezTo>
                  <a:cubicBezTo>
                    <a:pt x="15898" y="15483"/>
                    <a:pt x="15378" y="15679"/>
                    <a:pt x="14859" y="15679"/>
                  </a:cubicBezTo>
                  <a:cubicBezTo>
                    <a:pt x="14341" y="15679"/>
                    <a:pt x="13823" y="15483"/>
                    <a:pt x="13430" y="15091"/>
                  </a:cubicBezTo>
                  <a:cubicBezTo>
                    <a:pt x="13286" y="14954"/>
                    <a:pt x="13110" y="14733"/>
                    <a:pt x="12912" y="14466"/>
                  </a:cubicBezTo>
                  <a:lnTo>
                    <a:pt x="12912" y="14466"/>
                  </a:lnTo>
                  <a:cubicBezTo>
                    <a:pt x="13202" y="14618"/>
                    <a:pt x="13529" y="14695"/>
                    <a:pt x="13857" y="14695"/>
                  </a:cubicBezTo>
                  <a:cubicBezTo>
                    <a:pt x="14375" y="14695"/>
                    <a:pt x="14900" y="14497"/>
                    <a:pt x="15297" y="14093"/>
                  </a:cubicBezTo>
                  <a:cubicBezTo>
                    <a:pt x="15944" y="13453"/>
                    <a:pt x="16066" y="12478"/>
                    <a:pt x="15662" y="11709"/>
                  </a:cubicBezTo>
                  <a:close/>
                  <a:moveTo>
                    <a:pt x="3048" y="0"/>
                  </a:moveTo>
                  <a:cubicBezTo>
                    <a:pt x="1692" y="0"/>
                    <a:pt x="823" y="541"/>
                    <a:pt x="389" y="1653"/>
                  </a:cubicBezTo>
                  <a:cubicBezTo>
                    <a:pt x="31" y="2560"/>
                    <a:pt x="0" y="3725"/>
                    <a:pt x="0" y="5150"/>
                  </a:cubicBezTo>
                  <a:cubicBezTo>
                    <a:pt x="0" y="6376"/>
                    <a:pt x="31" y="7656"/>
                    <a:pt x="435" y="8593"/>
                  </a:cubicBezTo>
                  <a:cubicBezTo>
                    <a:pt x="892" y="9644"/>
                    <a:pt x="1745" y="10155"/>
                    <a:pt x="3048" y="10155"/>
                  </a:cubicBezTo>
                  <a:lnTo>
                    <a:pt x="4221" y="10155"/>
                  </a:lnTo>
                  <a:cubicBezTo>
                    <a:pt x="3291" y="10695"/>
                    <a:pt x="2446" y="11297"/>
                    <a:pt x="2050" y="11701"/>
                  </a:cubicBezTo>
                  <a:cubicBezTo>
                    <a:pt x="968" y="12783"/>
                    <a:pt x="968" y="14535"/>
                    <a:pt x="2050" y="15616"/>
                  </a:cubicBezTo>
                  <a:cubicBezTo>
                    <a:pt x="2590" y="16157"/>
                    <a:pt x="3299" y="16424"/>
                    <a:pt x="4007" y="16424"/>
                  </a:cubicBezTo>
                  <a:cubicBezTo>
                    <a:pt x="4716" y="16424"/>
                    <a:pt x="5424" y="16157"/>
                    <a:pt x="5965" y="15616"/>
                  </a:cubicBezTo>
                  <a:cubicBezTo>
                    <a:pt x="6376" y="15197"/>
                    <a:pt x="7092" y="14207"/>
                    <a:pt x="7694" y="13118"/>
                  </a:cubicBezTo>
                  <a:cubicBezTo>
                    <a:pt x="7770" y="13422"/>
                    <a:pt x="7923" y="13704"/>
                    <a:pt x="8144" y="13933"/>
                  </a:cubicBezTo>
                  <a:cubicBezTo>
                    <a:pt x="8486" y="14283"/>
                    <a:pt x="8944" y="14474"/>
                    <a:pt x="9431" y="14474"/>
                  </a:cubicBezTo>
                  <a:cubicBezTo>
                    <a:pt x="9919" y="14474"/>
                    <a:pt x="10376" y="14283"/>
                    <a:pt x="10718" y="13933"/>
                  </a:cubicBezTo>
                  <a:cubicBezTo>
                    <a:pt x="10939" y="13704"/>
                    <a:pt x="11099" y="13422"/>
                    <a:pt x="11168" y="13118"/>
                  </a:cubicBezTo>
                  <a:cubicBezTo>
                    <a:pt x="11777" y="14207"/>
                    <a:pt x="12486" y="15197"/>
                    <a:pt x="12905" y="15616"/>
                  </a:cubicBezTo>
                  <a:cubicBezTo>
                    <a:pt x="13445" y="16157"/>
                    <a:pt x="14154" y="16424"/>
                    <a:pt x="14862" y="16424"/>
                  </a:cubicBezTo>
                  <a:cubicBezTo>
                    <a:pt x="15571" y="16424"/>
                    <a:pt x="16279" y="16157"/>
                    <a:pt x="16820" y="15616"/>
                  </a:cubicBezTo>
                  <a:cubicBezTo>
                    <a:pt x="17894" y="14535"/>
                    <a:pt x="17894" y="12783"/>
                    <a:pt x="16820" y="11701"/>
                  </a:cubicBezTo>
                  <a:cubicBezTo>
                    <a:pt x="16416" y="11297"/>
                    <a:pt x="15571" y="10695"/>
                    <a:pt x="14641" y="10155"/>
                  </a:cubicBezTo>
                  <a:lnTo>
                    <a:pt x="15822" y="10155"/>
                  </a:lnTo>
                  <a:cubicBezTo>
                    <a:pt x="17125" y="10155"/>
                    <a:pt x="17978" y="9644"/>
                    <a:pt x="18427" y="8593"/>
                  </a:cubicBezTo>
                  <a:cubicBezTo>
                    <a:pt x="18831" y="7656"/>
                    <a:pt x="18862" y="6376"/>
                    <a:pt x="18862" y="5150"/>
                  </a:cubicBezTo>
                  <a:cubicBezTo>
                    <a:pt x="18862" y="3725"/>
                    <a:pt x="18839" y="2560"/>
                    <a:pt x="18481" y="1653"/>
                  </a:cubicBezTo>
                  <a:cubicBezTo>
                    <a:pt x="18039" y="541"/>
                    <a:pt x="17170" y="0"/>
                    <a:pt x="15822" y="0"/>
                  </a:cubicBezTo>
                  <a:cubicBezTo>
                    <a:pt x="14908" y="0"/>
                    <a:pt x="13903" y="518"/>
                    <a:pt x="12912" y="1516"/>
                  </a:cubicBezTo>
                  <a:cubicBezTo>
                    <a:pt x="12257" y="2171"/>
                    <a:pt x="11640" y="3009"/>
                    <a:pt x="11130" y="3923"/>
                  </a:cubicBezTo>
                  <a:cubicBezTo>
                    <a:pt x="11031" y="3565"/>
                    <a:pt x="10817" y="3253"/>
                    <a:pt x="10536" y="3025"/>
                  </a:cubicBezTo>
                  <a:cubicBezTo>
                    <a:pt x="10536" y="3017"/>
                    <a:pt x="10543" y="3009"/>
                    <a:pt x="10543" y="3002"/>
                  </a:cubicBezTo>
                  <a:lnTo>
                    <a:pt x="10543" y="1608"/>
                  </a:lnTo>
                  <a:cubicBezTo>
                    <a:pt x="10543" y="1432"/>
                    <a:pt x="10688" y="1280"/>
                    <a:pt x="10863" y="1280"/>
                  </a:cubicBezTo>
                  <a:cubicBezTo>
                    <a:pt x="11046" y="1280"/>
                    <a:pt x="11191" y="1432"/>
                    <a:pt x="11191" y="1608"/>
                  </a:cubicBezTo>
                  <a:cubicBezTo>
                    <a:pt x="11191" y="1813"/>
                    <a:pt x="11358" y="1981"/>
                    <a:pt x="11564" y="1981"/>
                  </a:cubicBezTo>
                  <a:cubicBezTo>
                    <a:pt x="11770" y="1981"/>
                    <a:pt x="11930" y="1813"/>
                    <a:pt x="11930" y="1608"/>
                  </a:cubicBezTo>
                  <a:cubicBezTo>
                    <a:pt x="11930" y="1021"/>
                    <a:pt x="11457" y="541"/>
                    <a:pt x="10863" y="541"/>
                  </a:cubicBezTo>
                  <a:cubicBezTo>
                    <a:pt x="10277" y="541"/>
                    <a:pt x="9797" y="1021"/>
                    <a:pt x="9797" y="1608"/>
                  </a:cubicBezTo>
                  <a:lnTo>
                    <a:pt x="9797" y="2666"/>
                  </a:lnTo>
                  <a:cubicBezTo>
                    <a:pt x="9675" y="2644"/>
                    <a:pt x="9561" y="2628"/>
                    <a:pt x="9431" y="2628"/>
                  </a:cubicBezTo>
                  <a:cubicBezTo>
                    <a:pt x="9309" y="2628"/>
                    <a:pt x="9187" y="2644"/>
                    <a:pt x="9073" y="2666"/>
                  </a:cubicBezTo>
                  <a:lnTo>
                    <a:pt x="9073" y="1608"/>
                  </a:lnTo>
                  <a:cubicBezTo>
                    <a:pt x="9073" y="1021"/>
                    <a:pt x="8593" y="541"/>
                    <a:pt x="7999" y="541"/>
                  </a:cubicBezTo>
                  <a:cubicBezTo>
                    <a:pt x="7412" y="541"/>
                    <a:pt x="6932" y="1021"/>
                    <a:pt x="6932" y="1608"/>
                  </a:cubicBezTo>
                  <a:cubicBezTo>
                    <a:pt x="6932" y="1813"/>
                    <a:pt x="7100" y="1981"/>
                    <a:pt x="7306" y="1981"/>
                  </a:cubicBezTo>
                  <a:cubicBezTo>
                    <a:pt x="7511" y="1981"/>
                    <a:pt x="7679" y="1813"/>
                    <a:pt x="7679" y="1608"/>
                  </a:cubicBezTo>
                  <a:cubicBezTo>
                    <a:pt x="7679" y="1432"/>
                    <a:pt x="7824" y="1280"/>
                    <a:pt x="7999" y="1280"/>
                  </a:cubicBezTo>
                  <a:cubicBezTo>
                    <a:pt x="8182" y="1280"/>
                    <a:pt x="8326" y="1432"/>
                    <a:pt x="8326" y="1608"/>
                  </a:cubicBezTo>
                  <a:lnTo>
                    <a:pt x="8326" y="3002"/>
                  </a:lnTo>
                  <a:cubicBezTo>
                    <a:pt x="8326" y="3009"/>
                    <a:pt x="8326" y="3017"/>
                    <a:pt x="8326" y="3025"/>
                  </a:cubicBezTo>
                  <a:cubicBezTo>
                    <a:pt x="8045" y="3253"/>
                    <a:pt x="7839" y="3565"/>
                    <a:pt x="7740" y="3923"/>
                  </a:cubicBezTo>
                  <a:cubicBezTo>
                    <a:pt x="6582" y="1874"/>
                    <a:pt x="4792" y="0"/>
                    <a:pt x="30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54;p35">
              <a:extLst>
                <a:ext uri="{FF2B5EF4-FFF2-40B4-BE49-F238E27FC236}">
                  <a16:creationId xmlns:a16="http://schemas.microsoft.com/office/drawing/2014/main" id="{5A11963E-2653-2474-15FE-2FEF79614CA1}"/>
                </a:ext>
              </a:extLst>
            </p:cNvPr>
            <p:cNvSpPr/>
            <p:nvPr/>
          </p:nvSpPr>
          <p:spPr>
            <a:xfrm>
              <a:off x="2367737" y="1392323"/>
              <a:ext cx="42738" cy="42702"/>
            </a:xfrm>
            <a:custGeom>
              <a:avLst/>
              <a:gdLst/>
              <a:ahLst/>
              <a:cxnLst/>
              <a:rect l="l" t="t" r="r" b="b"/>
              <a:pathLst>
                <a:path w="1791" h="1791" extrusionOk="0">
                  <a:moveTo>
                    <a:pt x="891" y="450"/>
                  </a:moveTo>
                  <a:cubicBezTo>
                    <a:pt x="1143" y="450"/>
                    <a:pt x="1341" y="648"/>
                    <a:pt x="1341" y="899"/>
                  </a:cubicBezTo>
                  <a:cubicBezTo>
                    <a:pt x="1341" y="1143"/>
                    <a:pt x="1143" y="1341"/>
                    <a:pt x="891" y="1341"/>
                  </a:cubicBezTo>
                  <a:cubicBezTo>
                    <a:pt x="648" y="1341"/>
                    <a:pt x="442" y="1143"/>
                    <a:pt x="442" y="899"/>
                  </a:cubicBezTo>
                  <a:cubicBezTo>
                    <a:pt x="442" y="648"/>
                    <a:pt x="648" y="450"/>
                    <a:pt x="891" y="450"/>
                  </a:cubicBezTo>
                  <a:close/>
                  <a:moveTo>
                    <a:pt x="891" y="1"/>
                  </a:moveTo>
                  <a:cubicBezTo>
                    <a:pt x="396" y="1"/>
                    <a:pt x="0" y="404"/>
                    <a:pt x="0" y="899"/>
                  </a:cubicBezTo>
                  <a:cubicBezTo>
                    <a:pt x="0" y="1387"/>
                    <a:pt x="396" y="1791"/>
                    <a:pt x="891" y="1791"/>
                  </a:cubicBezTo>
                  <a:cubicBezTo>
                    <a:pt x="1387" y="1791"/>
                    <a:pt x="1790" y="1387"/>
                    <a:pt x="1790" y="899"/>
                  </a:cubicBezTo>
                  <a:cubicBezTo>
                    <a:pt x="1790" y="404"/>
                    <a:pt x="1387"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55;p35">
              <a:extLst>
                <a:ext uri="{FF2B5EF4-FFF2-40B4-BE49-F238E27FC236}">
                  <a16:creationId xmlns:a16="http://schemas.microsoft.com/office/drawing/2014/main" id="{154F1B2F-C2E1-957C-10CE-ECBE32528F8F}"/>
                </a:ext>
              </a:extLst>
            </p:cNvPr>
            <p:cNvSpPr/>
            <p:nvPr/>
          </p:nvSpPr>
          <p:spPr>
            <a:xfrm>
              <a:off x="2389715" y="1208164"/>
              <a:ext cx="52760" cy="52501"/>
            </a:xfrm>
            <a:custGeom>
              <a:avLst/>
              <a:gdLst/>
              <a:ahLst/>
              <a:cxnLst/>
              <a:rect l="l" t="t" r="r" b="b"/>
              <a:pathLst>
                <a:path w="2211" h="2202" extrusionOk="0">
                  <a:moveTo>
                    <a:pt x="1105" y="450"/>
                  </a:moveTo>
                  <a:cubicBezTo>
                    <a:pt x="1471" y="450"/>
                    <a:pt x="1761" y="739"/>
                    <a:pt x="1761" y="1105"/>
                  </a:cubicBezTo>
                  <a:cubicBezTo>
                    <a:pt x="1761" y="1463"/>
                    <a:pt x="1471" y="1760"/>
                    <a:pt x="1105" y="1760"/>
                  </a:cubicBezTo>
                  <a:cubicBezTo>
                    <a:pt x="747" y="1760"/>
                    <a:pt x="450" y="1463"/>
                    <a:pt x="450" y="1105"/>
                  </a:cubicBezTo>
                  <a:cubicBezTo>
                    <a:pt x="450" y="739"/>
                    <a:pt x="747" y="450"/>
                    <a:pt x="1105" y="450"/>
                  </a:cubicBezTo>
                  <a:close/>
                  <a:moveTo>
                    <a:pt x="1105" y="0"/>
                  </a:moveTo>
                  <a:cubicBezTo>
                    <a:pt x="496" y="0"/>
                    <a:pt x="1" y="495"/>
                    <a:pt x="1" y="1105"/>
                  </a:cubicBezTo>
                  <a:cubicBezTo>
                    <a:pt x="1" y="1707"/>
                    <a:pt x="496" y="2202"/>
                    <a:pt x="1105" y="2202"/>
                  </a:cubicBezTo>
                  <a:cubicBezTo>
                    <a:pt x="1715" y="2202"/>
                    <a:pt x="2210" y="1707"/>
                    <a:pt x="2210" y="1105"/>
                  </a:cubicBezTo>
                  <a:cubicBezTo>
                    <a:pt x="2210" y="495"/>
                    <a:pt x="1715" y="0"/>
                    <a:pt x="1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56;p35">
              <a:extLst>
                <a:ext uri="{FF2B5EF4-FFF2-40B4-BE49-F238E27FC236}">
                  <a16:creationId xmlns:a16="http://schemas.microsoft.com/office/drawing/2014/main" id="{9E78A0F5-C123-30DF-0E7A-8740A94D3E14}"/>
                </a:ext>
              </a:extLst>
            </p:cNvPr>
            <p:cNvSpPr/>
            <p:nvPr/>
          </p:nvSpPr>
          <p:spPr>
            <a:xfrm>
              <a:off x="2349554" y="1268104"/>
              <a:ext cx="37106" cy="37075"/>
            </a:xfrm>
            <a:custGeom>
              <a:avLst/>
              <a:gdLst/>
              <a:ahLst/>
              <a:cxnLst/>
              <a:rect l="l" t="t" r="r" b="b"/>
              <a:pathLst>
                <a:path w="1555" h="1555" extrusionOk="0">
                  <a:moveTo>
                    <a:pt x="777" y="450"/>
                  </a:moveTo>
                  <a:cubicBezTo>
                    <a:pt x="960" y="450"/>
                    <a:pt x="1105" y="594"/>
                    <a:pt x="1105" y="777"/>
                  </a:cubicBezTo>
                  <a:cubicBezTo>
                    <a:pt x="1105" y="960"/>
                    <a:pt x="960" y="1105"/>
                    <a:pt x="777" y="1105"/>
                  </a:cubicBezTo>
                  <a:cubicBezTo>
                    <a:pt x="595" y="1105"/>
                    <a:pt x="450" y="960"/>
                    <a:pt x="450" y="777"/>
                  </a:cubicBezTo>
                  <a:cubicBezTo>
                    <a:pt x="450" y="594"/>
                    <a:pt x="595" y="450"/>
                    <a:pt x="777" y="450"/>
                  </a:cubicBezTo>
                  <a:close/>
                  <a:moveTo>
                    <a:pt x="777" y="0"/>
                  </a:moveTo>
                  <a:cubicBezTo>
                    <a:pt x="351" y="0"/>
                    <a:pt x="0" y="351"/>
                    <a:pt x="0" y="777"/>
                  </a:cubicBezTo>
                  <a:cubicBezTo>
                    <a:pt x="0" y="1204"/>
                    <a:pt x="351" y="1554"/>
                    <a:pt x="777" y="1554"/>
                  </a:cubicBezTo>
                  <a:cubicBezTo>
                    <a:pt x="1204" y="1554"/>
                    <a:pt x="1554" y="1204"/>
                    <a:pt x="1554" y="777"/>
                  </a:cubicBezTo>
                  <a:cubicBezTo>
                    <a:pt x="1554" y="351"/>
                    <a:pt x="1204" y="0"/>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57;p35">
              <a:extLst>
                <a:ext uri="{FF2B5EF4-FFF2-40B4-BE49-F238E27FC236}">
                  <a16:creationId xmlns:a16="http://schemas.microsoft.com/office/drawing/2014/main" id="{8C71D6FE-A887-2843-899D-CA7E6B51FED3}"/>
                </a:ext>
              </a:extLst>
            </p:cNvPr>
            <p:cNvSpPr/>
            <p:nvPr/>
          </p:nvSpPr>
          <p:spPr>
            <a:xfrm>
              <a:off x="2399713" y="1292066"/>
              <a:ext cx="42762" cy="42702"/>
            </a:xfrm>
            <a:custGeom>
              <a:avLst/>
              <a:gdLst/>
              <a:ahLst/>
              <a:cxnLst/>
              <a:rect l="l" t="t" r="r" b="b"/>
              <a:pathLst>
                <a:path w="1792" h="1791" extrusionOk="0">
                  <a:moveTo>
                    <a:pt x="892" y="442"/>
                  </a:moveTo>
                  <a:cubicBezTo>
                    <a:pt x="1144" y="442"/>
                    <a:pt x="1342" y="648"/>
                    <a:pt x="1342" y="892"/>
                  </a:cubicBezTo>
                  <a:cubicBezTo>
                    <a:pt x="1342" y="1143"/>
                    <a:pt x="1144" y="1341"/>
                    <a:pt x="892" y="1341"/>
                  </a:cubicBezTo>
                  <a:cubicBezTo>
                    <a:pt x="648" y="1341"/>
                    <a:pt x="450" y="1143"/>
                    <a:pt x="450" y="892"/>
                  </a:cubicBezTo>
                  <a:cubicBezTo>
                    <a:pt x="450" y="648"/>
                    <a:pt x="648" y="442"/>
                    <a:pt x="892" y="442"/>
                  </a:cubicBezTo>
                  <a:close/>
                  <a:moveTo>
                    <a:pt x="892" y="1"/>
                  </a:moveTo>
                  <a:cubicBezTo>
                    <a:pt x="405" y="1"/>
                    <a:pt x="1" y="397"/>
                    <a:pt x="1" y="892"/>
                  </a:cubicBezTo>
                  <a:cubicBezTo>
                    <a:pt x="1" y="1387"/>
                    <a:pt x="405" y="1791"/>
                    <a:pt x="892" y="1791"/>
                  </a:cubicBezTo>
                  <a:cubicBezTo>
                    <a:pt x="1387" y="1791"/>
                    <a:pt x="1791" y="1387"/>
                    <a:pt x="1791" y="892"/>
                  </a:cubicBezTo>
                  <a:cubicBezTo>
                    <a:pt x="1791"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58;p35">
              <a:extLst>
                <a:ext uri="{FF2B5EF4-FFF2-40B4-BE49-F238E27FC236}">
                  <a16:creationId xmlns:a16="http://schemas.microsoft.com/office/drawing/2014/main" id="{27BA2F4A-01AF-ED71-0B78-B94089EBFFFD}"/>
                </a:ext>
              </a:extLst>
            </p:cNvPr>
            <p:cNvSpPr/>
            <p:nvPr/>
          </p:nvSpPr>
          <p:spPr>
            <a:xfrm>
              <a:off x="2148871" y="1208164"/>
              <a:ext cx="52569" cy="52501"/>
            </a:xfrm>
            <a:custGeom>
              <a:avLst/>
              <a:gdLst/>
              <a:ahLst/>
              <a:cxnLst/>
              <a:rect l="l" t="t" r="r" b="b"/>
              <a:pathLst>
                <a:path w="2203" h="2202" extrusionOk="0">
                  <a:moveTo>
                    <a:pt x="1098" y="450"/>
                  </a:moveTo>
                  <a:cubicBezTo>
                    <a:pt x="1463" y="450"/>
                    <a:pt x="1753" y="739"/>
                    <a:pt x="1753" y="1105"/>
                  </a:cubicBezTo>
                  <a:cubicBezTo>
                    <a:pt x="1753" y="1463"/>
                    <a:pt x="1463" y="1760"/>
                    <a:pt x="1098" y="1760"/>
                  </a:cubicBezTo>
                  <a:cubicBezTo>
                    <a:pt x="740" y="1760"/>
                    <a:pt x="442" y="1463"/>
                    <a:pt x="442" y="1105"/>
                  </a:cubicBezTo>
                  <a:cubicBezTo>
                    <a:pt x="442" y="739"/>
                    <a:pt x="740" y="450"/>
                    <a:pt x="1098" y="450"/>
                  </a:cubicBezTo>
                  <a:close/>
                  <a:moveTo>
                    <a:pt x="1098" y="0"/>
                  </a:moveTo>
                  <a:cubicBezTo>
                    <a:pt x="496" y="0"/>
                    <a:pt x="1" y="495"/>
                    <a:pt x="1" y="1105"/>
                  </a:cubicBezTo>
                  <a:cubicBezTo>
                    <a:pt x="1" y="1707"/>
                    <a:pt x="496" y="2202"/>
                    <a:pt x="1098" y="2202"/>
                  </a:cubicBezTo>
                  <a:cubicBezTo>
                    <a:pt x="1707" y="2202"/>
                    <a:pt x="2202" y="1707"/>
                    <a:pt x="2202" y="1105"/>
                  </a:cubicBezTo>
                  <a:cubicBezTo>
                    <a:pt x="2202" y="495"/>
                    <a:pt x="1707"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59;p35">
              <a:extLst>
                <a:ext uri="{FF2B5EF4-FFF2-40B4-BE49-F238E27FC236}">
                  <a16:creationId xmlns:a16="http://schemas.microsoft.com/office/drawing/2014/main" id="{B259EBB7-FFED-60F9-7C8E-1B3FD7C963CD}"/>
                </a:ext>
              </a:extLst>
            </p:cNvPr>
            <p:cNvSpPr/>
            <p:nvPr/>
          </p:nvSpPr>
          <p:spPr>
            <a:xfrm>
              <a:off x="2204685" y="1268104"/>
              <a:ext cx="36915" cy="37075"/>
            </a:xfrm>
            <a:custGeom>
              <a:avLst/>
              <a:gdLst/>
              <a:ahLst/>
              <a:cxnLst/>
              <a:rect l="l" t="t" r="r" b="b"/>
              <a:pathLst>
                <a:path w="1547" h="1555" extrusionOk="0">
                  <a:moveTo>
                    <a:pt x="770" y="450"/>
                  </a:moveTo>
                  <a:cubicBezTo>
                    <a:pt x="952" y="450"/>
                    <a:pt x="1105" y="594"/>
                    <a:pt x="1105" y="777"/>
                  </a:cubicBezTo>
                  <a:cubicBezTo>
                    <a:pt x="1105" y="960"/>
                    <a:pt x="952" y="1105"/>
                    <a:pt x="770" y="1105"/>
                  </a:cubicBezTo>
                  <a:cubicBezTo>
                    <a:pt x="594" y="1105"/>
                    <a:pt x="442" y="960"/>
                    <a:pt x="442" y="777"/>
                  </a:cubicBezTo>
                  <a:cubicBezTo>
                    <a:pt x="442" y="594"/>
                    <a:pt x="594" y="450"/>
                    <a:pt x="770" y="450"/>
                  </a:cubicBezTo>
                  <a:close/>
                  <a:moveTo>
                    <a:pt x="770" y="0"/>
                  </a:moveTo>
                  <a:cubicBezTo>
                    <a:pt x="343" y="0"/>
                    <a:pt x="0" y="351"/>
                    <a:pt x="0" y="777"/>
                  </a:cubicBezTo>
                  <a:cubicBezTo>
                    <a:pt x="0" y="1204"/>
                    <a:pt x="343" y="1554"/>
                    <a:pt x="770" y="1554"/>
                  </a:cubicBezTo>
                  <a:cubicBezTo>
                    <a:pt x="1204" y="1554"/>
                    <a:pt x="1547" y="1204"/>
                    <a:pt x="1547" y="777"/>
                  </a:cubicBezTo>
                  <a:cubicBezTo>
                    <a:pt x="1547" y="351"/>
                    <a:pt x="1204" y="0"/>
                    <a:pt x="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60;p35">
              <a:extLst>
                <a:ext uri="{FF2B5EF4-FFF2-40B4-BE49-F238E27FC236}">
                  <a16:creationId xmlns:a16="http://schemas.microsoft.com/office/drawing/2014/main" id="{3F33A285-D5DF-DDC5-0882-0C4FC0F379B9}"/>
                </a:ext>
              </a:extLst>
            </p:cNvPr>
            <p:cNvSpPr/>
            <p:nvPr/>
          </p:nvSpPr>
          <p:spPr>
            <a:xfrm>
              <a:off x="2148871" y="1292066"/>
              <a:ext cx="42571" cy="42702"/>
            </a:xfrm>
            <a:custGeom>
              <a:avLst/>
              <a:gdLst/>
              <a:ahLst/>
              <a:cxnLst/>
              <a:rect l="l" t="t" r="r" b="b"/>
              <a:pathLst>
                <a:path w="1784" h="1791" extrusionOk="0">
                  <a:moveTo>
                    <a:pt x="892" y="442"/>
                  </a:moveTo>
                  <a:cubicBezTo>
                    <a:pt x="1136" y="442"/>
                    <a:pt x="1341" y="648"/>
                    <a:pt x="1341" y="892"/>
                  </a:cubicBezTo>
                  <a:cubicBezTo>
                    <a:pt x="1341" y="1143"/>
                    <a:pt x="1136" y="1341"/>
                    <a:pt x="892" y="1341"/>
                  </a:cubicBezTo>
                  <a:cubicBezTo>
                    <a:pt x="648" y="1341"/>
                    <a:pt x="442" y="1143"/>
                    <a:pt x="442" y="892"/>
                  </a:cubicBezTo>
                  <a:cubicBezTo>
                    <a:pt x="442" y="648"/>
                    <a:pt x="648" y="442"/>
                    <a:pt x="892" y="442"/>
                  </a:cubicBezTo>
                  <a:close/>
                  <a:moveTo>
                    <a:pt x="892" y="1"/>
                  </a:moveTo>
                  <a:cubicBezTo>
                    <a:pt x="397" y="1"/>
                    <a:pt x="1" y="397"/>
                    <a:pt x="1" y="892"/>
                  </a:cubicBezTo>
                  <a:cubicBezTo>
                    <a:pt x="1" y="1387"/>
                    <a:pt x="397" y="1791"/>
                    <a:pt x="892" y="1791"/>
                  </a:cubicBezTo>
                  <a:cubicBezTo>
                    <a:pt x="1387" y="1791"/>
                    <a:pt x="1783" y="1387"/>
                    <a:pt x="1783" y="892"/>
                  </a:cubicBezTo>
                  <a:cubicBezTo>
                    <a:pt x="1783" y="397"/>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61;p35">
              <a:extLst>
                <a:ext uri="{FF2B5EF4-FFF2-40B4-BE49-F238E27FC236}">
                  <a16:creationId xmlns:a16="http://schemas.microsoft.com/office/drawing/2014/main" id="{5B70F83D-2086-52E1-6303-5AB4B454D808}"/>
                </a:ext>
              </a:extLst>
            </p:cNvPr>
            <p:cNvSpPr/>
            <p:nvPr/>
          </p:nvSpPr>
          <p:spPr>
            <a:xfrm>
              <a:off x="2180870" y="1392323"/>
              <a:ext cx="42738" cy="42702"/>
            </a:xfrm>
            <a:custGeom>
              <a:avLst/>
              <a:gdLst/>
              <a:ahLst/>
              <a:cxnLst/>
              <a:rect l="l" t="t" r="r" b="b"/>
              <a:pathLst>
                <a:path w="1791" h="1791" extrusionOk="0">
                  <a:moveTo>
                    <a:pt x="892" y="450"/>
                  </a:moveTo>
                  <a:cubicBezTo>
                    <a:pt x="1143" y="450"/>
                    <a:pt x="1341" y="648"/>
                    <a:pt x="1341" y="899"/>
                  </a:cubicBezTo>
                  <a:cubicBezTo>
                    <a:pt x="1341" y="1143"/>
                    <a:pt x="1143" y="1341"/>
                    <a:pt x="892" y="1341"/>
                  </a:cubicBezTo>
                  <a:cubicBezTo>
                    <a:pt x="648" y="1341"/>
                    <a:pt x="442" y="1143"/>
                    <a:pt x="442" y="899"/>
                  </a:cubicBezTo>
                  <a:cubicBezTo>
                    <a:pt x="442" y="648"/>
                    <a:pt x="648" y="450"/>
                    <a:pt x="892" y="450"/>
                  </a:cubicBezTo>
                  <a:close/>
                  <a:moveTo>
                    <a:pt x="892" y="1"/>
                  </a:moveTo>
                  <a:cubicBezTo>
                    <a:pt x="396" y="1"/>
                    <a:pt x="0" y="404"/>
                    <a:pt x="0" y="899"/>
                  </a:cubicBezTo>
                  <a:cubicBezTo>
                    <a:pt x="0" y="1387"/>
                    <a:pt x="396" y="1791"/>
                    <a:pt x="892" y="1791"/>
                  </a:cubicBezTo>
                  <a:cubicBezTo>
                    <a:pt x="1387" y="1791"/>
                    <a:pt x="1790" y="1387"/>
                    <a:pt x="1790" y="899"/>
                  </a:cubicBezTo>
                  <a:cubicBezTo>
                    <a:pt x="1790" y="404"/>
                    <a:pt x="1387"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2;p35">
              <a:extLst>
                <a:ext uri="{FF2B5EF4-FFF2-40B4-BE49-F238E27FC236}">
                  <a16:creationId xmlns:a16="http://schemas.microsoft.com/office/drawing/2014/main" id="{85367BAB-E750-43CA-D342-ED4826837233}"/>
                </a:ext>
              </a:extLst>
            </p:cNvPr>
            <p:cNvSpPr/>
            <p:nvPr/>
          </p:nvSpPr>
          <p:spPr>
            <a:xfrm>
              <a:off x="2348647" y="1063034"/>
              <a:ext cx="65288" cy="72147"/>
            </a:xfrm>
            <a:custGeom>
              <a:avLst/>
              <a:gdLst/>
              <a:ahLst/>
              <a:cxnLst/>
              <a:rect l="l" t="t" r="r" b="b"/>
              <a:pathLst>
                <a:path w="2736" h="3026" extrusionOk="0">
                  <a:moveTo>
                    <a:pt x="1365" y="1"/>
                  </a:moveTo>
                  <a:cubicBezTo>
                    <a:pt x="1316" y="1"/>
                    <a:pt x="1269" y="31"/>
                    <a:pt x="1250" y="92"/>
                  </a:cubicBezTo>
                  <a:lnTo>
                    <a:pt x="945" y="953"/>
                  </a:lnTo>
                  <a:cubicBezTo>
                    <a:pt x="930" y="991"/>
                    <a:pt x="899" y="1022"/>
                    <a:pt x="869" y="1037"/>
                  </a:cubicBezTo>
                  <a:lnTo>
                    <a:pt x="107" y="1380"/>
                  </a:lnTo>
                  <a:cubicBezTo>
                    <a:pt x="0" y="1425"/>
                    <a:pt x="0" y="1601"/>
                    <a:pt x="107" y="1646"/>
                  </a:cubicBezTo>
                  <a:lnTo>
                    <a:pt x="869" y="1989"/>
                  </a:lnTo>
                  <a:cubicBezTo>
                    <a:pt x="899" y="2004"/>
                    <a:pt x="930" y="2035"/>
                    <a:pt x="945" y="2073"/>
                  </a:cubicBezTo>
                  <a:lnTo>
                    <a:pt x="1250" y="2934"/>
                  </a:lnTo>
                  <a:cubicBezTo>
                    <a:pt x="1269" y="2995"/>
                    <a:pt x="1316" y="3025"/>
                    <a:pt x="1365" y="3025"/>
                  </a:cubicBezTo>
                  <a:cubicBezTo>
                    <a:pt x="1413" y="3025"/>
                    <a:pt x="1463" y="2995"/>
                    <a:pt x="1486" y="2934"/>
                  </a:cubicBezTo>
                  <a:lnTo>
                    <a:pt x="1790" y="2073"/>
                  </a:lnTo>
                  <a:cubicBezTo>
                    <a:pt x="1806" y="2035"/>
                    <a:pt x="1829" y="2004"/>
                    <a:pt x="1867" y="1989"/>
                  </a:cubicBezTo>
                  <a:lnTo>
                    <a:pt x="2628" y="1646"/>
                  </a:lnTo>
                  <a:cubicBezTo>
                    <a:pt x="2735" y="1601"/>
                    <a:pt x="2735" y="1425"/>
                    <a:pt x="2628" y="1380"/>
                  </a:cubicBezTo>
                  <a:lnTo>
                    <a:pt x="1867" y="1037"/>
                  </a:lnTo>
                  <a:cubicBezTo>
                    <a:pt x="1829" y="1022"/>
                    <a:pt x="1806" y="991"/>
                    <a:pt x="1790" y="953"/>
                  </a:cubicBezTo>
                  <a:lnTo>
                    <a:pt x="1486" y="92"/>
                  </a:lnTo>
                  <a:cubicBezTo>
                    <a:pt x="1463" y="31"/>
                    <a:pt x="1413" y="1"/>
                    <a:pt x="1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63;p35">
              <a:extLst>
                <a:ext uri="{FF2B5EF4-FFF2-40B4-BE49-F238E27FC236}">
                  <a16:creationId xmlns:a16="http://schemas.microsoft.com/office/drawing/2014/main" id="{A72F03FC-9EB2-0341-A46A-6CC32BBB3F1B}"/>
                </a:ext>
              </a:extLst>
            </p:cNvPr>
            <p:cNvSpPr/>
            <p:nvPr/>
          </p:nvSpPr>
          <p:spPr>
            <a:xfrm>
              <a:off x="2161589" y="1063034"/>
              <a:ext cx="48560" cy="53431"/>
            </a:xfrm>
            <a:custGeom>
              <a:avLst/>
              <a:gdLst/>
              <a:ahLst/>
              <a:cxnLst/>
              <a:rect l="l" t="t" r="r" b="b"/>
              <a:pathLst>
                <a:path w="2035" h="2241" extrusionOk="0">
                  <a:moveTo>
                    <a:pt x="1018" y="1"/>
                  </a:moveTo>
                  <a:cubicBezTo>
                    <a:pt x="982" y="1"/>
                    <a:pt x="945" y="24"/>
                    <a:pt x="930" y="69"/>
                  </a:cubicBezTo>
                  <a:lnTo>
                    <a:pt x="702" y="709"/>
                  </a:lnTo>
                  <a:cubicBezTo>
                    <a:pt x="694" y="732"/>
                    <a:pt x="671" y="755"/>
                    <a:pt x="648" y="770"/>
                  </a:cubicBezTo>
                  <a:lnTo>
                    <a:pt x="77" y="1022"/>
                  </a:lnTo>
                  <a:cubicBezTo>
                    <a:pt x="1" y="1060"/>
                    <a:pt x="1" y="1189"/>
                    <a:pt x="77" y="1220"/>
                  </a:cubicBezTo>
                  <a:lnTo>
                    <a:pt x="648" y="1479"/>
                  </a:lnTo>
                  <a:cubicBezTo>
                    <a:pt x="671" y="1486"/>
                    <a:pt x="694" y="1509"/>
                    <a:pt x="702" y="1540"/>
                  </a:cubicBezTo>
                  <a:lnTo>
                    <a:pt x="930" y="2172"/>
                  </a:lnTo>
                  <a:cubicBezTo>
                    <a:pt x="945" y="2218"/>
                    <a:pt x="982" y="2240"/>
                    <a:pt x="1018" y="2240"/>
                  </a:cubicBezTo>
                  <a:cubicBezTo>
                    <a:pt x="1054" y="2240"/>
                    <a:pt x="1090" y="2218"/>
                    <a:pt x="1105" y="2172"/>
                  </a:cubicBezTo>
                  <a:lnTo>
                    <a:pt x="1334" y="1540"/>
                  </a:lnTo>
                  <a:cubicBezTo>
                    <a:pt x="1342" y="1509"/>
                    <a:pt x="1357" y="1486"/>
                    <a:pt x="1387" y="1479"/>
                  </a:cubicBezTo>
                  <a:lnTo>
                    <a:pt x="1951" y="1220"/>
                  </a:lnTo>
                  <a:cubicBezTo>
                    <a:pt x="2035" y="1189"/>
                    <a:pt x="2035" y="1060"/>
                    <a:pt x="1951" y="1022"/>
                  </a:cubicBezTo>
                  <a:lnTo>
                    <a:pt x="1387" y="770"/>
                  </a:lnTo>
                  <a:cubicBezTo>
                    <a:pt x="1357" y="755"/>
                    <a:pt x="1342" y="732"/>
                    <a:pt x="1334" y="709"/>
                  </a:cubicBezTo>
                  <a:lnTo>
                    <a:pt x="1105" y="69"/>
                  </a:lnTo>
                  <a:cubicBezTo>
                    <a:pt x="1090" y="24"/>
                    <a:pt x="1054"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64;p35">
              <a:extLst>
                <a:ext uri="{FF2B5EF4-FFF2-40B4-BE49-F238E27FC236}">
                  <a16:creationId xmlns:a16="http://schemas.microsoft.com/office/drawing/2014/main" id="{A0C5CCC4-2407-C7E2-A951-7E203D55B746}"/>
                </a:ext>
              </a:extLst>
            </p:cNvPr>
            <p:cNvSpPr/>
            <p:nvPr/>
          </p:nvSpPr>
          <p:spPr>
            <a:xfrm>
              <a:off x="2262122" y="1076482"/>
              <a:ext cx="31833" cy="31806"/>
            </a:xfrm>
            <a:custGeom>
              <a:avLst/>
              <a:gdLst/>
              <a:ahLst/>
              <a:cxnLst/>
              <a:rect l="l" t="t" r="r" b="b"/>
              <a:pathLst>
                <a:path w="1334" h="1334" extrusionOk="0">
                  <a:moveTo>
                    <a:pt x="671" y="1"/>
                  </a:moveTo>
                  <a:cubicBezTo>
                    <a:pt x="297" y="1"/>
                    <a:pt x="0" y="298"/>
                    <a:pt x="0" y="671"/>
                  </a:cubicBezTo>
                  <a:cubicBezTo>
                    <a:pt x="0" y="1037"/>
                    <a:pt x="297" y="1334"/>
                    <a:pt x="671" y="1334"/>
                  </a:cubicBezTo>
                  <a:cubicBezTo>
                    <a:pt x="1036" y="1334"/>
                    <a:pt x="1333" y="1037"/>
                    <a:pt x="1333" y="671"/>
                  </a:cubicBezTo>
                  <a:cubicBezTo>
                    <a:pt x="1333" y="298"/>
                    <a:pt x="1036"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5;p35">
              <a:extLst>
                <a:ext uri="{FF2B5EF4-FFF2-40B4-BE49-F238E27FC236}">
                  <a16:creationId xmlns:a16="http://schemas.microsoft.com/office/drawing/2014/main" id="{B60F843E-67BB-AD45-F53D-11447A4FE8F9}"/>
                </a:ext>
              </a:extLst>
            </p:cNvPr>
            <p:cNvSpPr/>
            <p:nvPr/>
          </p:nvSpPr>
          <p:spPr>
            <a:xfrm>
              <a:off x="2470442" y="1085756"/>
              <a:ext cx="13291" cy="13280"/>
            </a:xfrm>
            <a:custGeom>
              <a:avLst/>
              <a:gdLst/>
              <a:ahLst/>
              <a:cxnLst/>
              <a:rect l="l" t="t" r="r" b="b"/>
              <a:pathLst>
                <a:path w="557" h="557" extrusionOk="0">
                  <a:moveTo>
                    <a:pt x="274" y="0"/>
                  </a:moveTo>
                  <a:cubicBezTo>
                    <a:pt x="122" y="0"/>
                    <a:pt x="0" y="122"/>
                    <a:pt x="0" y="274"/>
                  </a:cubicBezTo>
                  <a:cubicBezTo>
                    <a:pt x="0" y="427"/>
                    <a:pt x="122" y="556"/>
                    <a:pt x="274" y="556"/>
                  </a:cubicBezTo>
                  <a:cubicBezTo>
                    <a:pt x="434" y="556"/>
                    <a:pt x="556" y="427"/>
                    <a:pt x="556" y="274"/>
                  </a:cubicBezTo>
                  <a:cubicBezTo>
                    <a:pt x="556" y="122"/>
                    <a:pt x="434"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7" name="Picture 56">
            <a:extLst>
              <a:ext uri="{FF2B5EF4-FFF2-40B4-BE49-F238E27FC236}">
                <a16:creationId xmlns:a16="http://schemas.microsoft.com/office/drawing/2014/main" id="{D59B640A-4AF5-BD58-44ED-CD4DA0322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DD7F9525-F291-7EC4-8C95-A29D5FCCAD8D}"/>
              </a:ext>
            </a:extLst>
          </p:cNvPr>
          <p:cNvGrpSpPr/>
          <p:nvPr/>
        </p:nvGrpSpPr>
        <p:grpSpPr>
          <a:xfrm>
            <a:off x="7414867" y="518995"/>
            <a:ext cx="455009" cy="454080"/>
            <a:chOff x="3363305" y="1063034"/>
            <a:chExt cx="455009" cy="454080"/>
          </a:xfrm>
        </p:grpSpPr>
        <p:sp>
          <p:nvSpPr>
            <p:cNvPr id="59" name="Google Shape;1205;p25">
              <a:extLst>
                <a:ext uri="{FF2B5EF4-FFF2-40B4-BE49-F238E27FC236}">
                  <a16:creationId xmlns:a16="http://schemas.microsoft.com/office/drawing/2014/main" id="{12DE0804-017E-00C8-EDE6-9DE998DDB8BB}"/>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63B3117C-ED78-825D-4B18-DA71CE6751DB}"/>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71CBDF3E-314F-8E3E-DF46-CDD8D57A5ED5}"/>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782E041B-24F1-ACA7-C8C6-D37289AC2FCF}"/>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26FE320D-634E-C9F1-0F59-9C0799F5A47C}"/>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5C9EDF6F-7A0B-AF73-2460-ECA2C56DD29F}"/>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D13B3378-BE7A-C6AA-85C6-6D2036E73CB8}"/>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AAD2294F-71DC-DE76-24C4-A5BE36D07BDC}"/>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2AA00F4B-BF21-0FFB-A504-CCB53E8AA702}"/>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C8F460A8-789A-4518-45BC-0A400CA6A927}"/>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6A3F93C8-7614-DBF6-EEB1-3613EAF31A11}"/>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200D3B74-5B60-5146-4B79-5AD3AD6EBD90}"/>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4F5D73DF-8538-31F0-63C0-3A51193DCD87}"/>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94626EA6-FA50-831D-52CA-A94D5F2755C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8A710D1F-0AC5-D666-EB42-8943A8C5FB4E}"/>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E2DF340F-BB89-FE15-8B7C-F74355BDBC53}"/>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012388A2-B48A-DEB2-653E-9CD8E30A7B8F}"/>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52BD95B3-E482-D498-E1A2-294409FA8963}"/>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86A091DD-82E2-0D59-C26C-CC6C408C7DF4}"/>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B12A384D-A482-9E3D-AD0B-672836018B41}"/>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403316F2-86AF-086C-7CC1-DED09F525E46}"/>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984CE770-DB2B-FF33-0BA9-DCFF8AF82F26}"/>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23532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08E781AE-0652-A09A-1155-CF50C1983EFB}"/>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99C55862-B235-287A-1686-888606CB6E5D}"/>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Main()</a:t>
            </a:r>
            <a:endParaRPr sz="2800" dirty="0"/>
          </a:p>
        </p:txBody>
      </p:sp>
      <p:sp>
        <p:nvSpPr>
          <p:cNvPr id="10" name="Google Shape;137;p17">
            <a:extLst>
              <a:ext uri="{FF2B5EF4-FFF2-40B4-BE49-F238E27FC236}">
                <a16:creationId xmlns:a16="http://schemas.microsoft.com/office/drawing/2014/main" id="{4D871C66-F96E-3DB2-CF22-12F18F160298}"/>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 name="Google Shape;143;p17">
            <a:extLst>
              <a:ext uri="{FF2B5EF4-FFF2-40B4-BE49-F238E27FC236}">
                <a16:creationId xmlns:a16="http://schemas.microsoft.com/office/drawing/2014/main" id="{74974D52-532F-EE67-FFF5-82E8CDB22EC2}"/>
              </a:ext>
            </a:extLst>
          </p:cNvPr>
          <p:cNvSpPr/>
          <p:nvPr/>
        </p:nvSpPr>
        <p:spPr>
          <a:xfrm rot="5400000">
            <a:off x="454113" y="4438089"/>
            <a:ext cx="292372"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3" name="Picture 2">
            <a:extLst>
              <a:ext uri="{FF2B5EF4-FFF2-40B4-BE49-F238E27FC236}">
                <a16:creationId xmlns:a16="http://schemas.microsoft.com/office/drawing/2014/main" id="{AEC095E4-FA56-0715-FAE3-D95D3212EBDF}"/>
              </a:ext>
            </a:extLst>
          </p:cNvPr>
          <p:cNvPicPr>
            <a:picLocks noChangeAspect="1"/>
          </p:cNvPicPr>
          <p:nvPr/>
        </p:nvPicPr>
        <p:blipFill>
          <a:blip r:embed="rId3"/>
          <a:stretch>
            <a:fillRect/>
          </a:stretch>
        </p:blipFill>
        <p:spPr>
          <a:xfrm>
            <a:off x="2270760" y="989849"/>
            <a:ext cx="4983480" cy="3788020"/>
          </a:xfrm>
          <a:prstGeom prst="rect">
            <a:avLst/>
          </a:prstGeom>
        </p:spPr>
      </p:pic>
    </p:spTree>
    <p:extLst>
      <p:ext uri="{BB962C8B-B14F-4D97-AF65-F5344CB8AC3E}">
        <p14:creationId xmlns:p14="http://schemas.microsoft.com/office/powerpoint/2010/main" val="4034975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0A907E7D-C54A-215D-866F-7FCB8CA286DD}"/>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53BDD377-938E-ECD6-0D1A-5D79C19CA9D1}"/>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Register() part 1</a:t>
            </a:r>
            <a:endParaRPr sz="2800" dirty="0"/>
          </a:p>
        </p:txBody>
      </p:sp>
      <p:sp>
        <p:nvSpPr>
          <p:cNvPr id="10" name="Google Shape;137;p17">
            <a:extLst>
              <a:ext uri="{FF2B5EF4-FFF2-40B4-BE49-F238E27FC236}">
                <a16:creationId xmlns:a16="http://schemas.microsoft.com/office/drawing/2014/main" id="{FB68DBEB-600A-16C6-E29E-8BE100EC591F}"/>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5" name="Picture 4">
            <a:extLst>
              <a:ext uri="{FF2B5EF4-FFF2-40B4-BE49-F238E27FC236}">
                <a16:creationId xmlns:a16="http://schemas.microsoft.com/office/drawing/2014/main" id="{08B21078-B832-A056-2512-0D2772469176}"/>
              </a:ext>
            </a:extLst>
          </p:cNvPr>
          <p:cNvPicPr>
            <a:picLocks noChangeAspect="1"/>
          </p:cNvPicPr>
          <p:nvPr/>
        </p:nvPicPr>
        <p:blipFill>
          <a:blip r:embed="rId3"/>
          <a:stretch>
            <a:fillRect/>
          </a:stretch>
        </p:blipFill>
        <p:spPr>
          <a:xfrm>
            <a:off x="1529766" y="1135620"/>
            <a:ext cx="6084467" cy="3552203"/>
          </a:xfrm>
          <a:prstGeom prst="rect">
            <a:avLst/>
          </a:prstGeom>
        </p:spPr>
      </p:pic>
      <p:sp>
        <p:nvSpPr>
          <p:cNvPr id="2" name="Google Shape;143;p17">
            <a:extLst>
              <a:ext uri="{FF2B5EF4-FFF2-40B4-BE49-F238E27FC236}">
                <a16:creationId xmlns:a16="http://schemas.microsoft.com/office/drawing/2014/main" id="{76725882-22ED-956B-86A0-B0913F09CBE9}"/>
              </a:ext>
            </a:extLst>
          </p:cNvPr>
          <p:cNvSpPr/>
          <p:nvPr/>
        </p:nvSpPr>
        <p:spPr>
          <a:xfrm rot="5400000">
            <a:off x="201448" y="4185426"/>
            <a:ext cx="797701"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3632711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DFCAEC63-B145-F55E-66E5-93EA0AE07CF3}"/>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21428CFE-7DB7-B3BB-6EBD-7BC90226D332}"/>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Register() part 2</a:t>
            </a:r>
            <a:endParaRPr sz="2800" dirty="0"/>
          </a:p>
        </p:txBody>
      </p:sp>
      <p:sp>
        <p:nvSpPr>
          <p:cNvPr id="10" name="Google Shape;137;p17">
            <a:extLst>
              <a:ext uri="{FF2B5EF4-FFF2-40B4-BE49-F238E27FC236}">
                <a16:creationId xmlns:a16="http://schemas.microsoft.com/office/drawing/2014/main" id="{3C889C16-D911-6698-3BA4-D027CA3A79FD}"/>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2" name="Picture 1">
            <a:extLst>
              <a:ext uri="{FF2B5EF4-FFF2-40B4-BE49-F238E27FC236}">
                <a16:creationId xmlns:a16="http://schemas.microsoft.com/office/drawing/2014/main" id="{C85CBFF6-6017-F86C-136E-48F18A20062C}"/>
              </a:ext>
            </a:extLst>
          </p:cNvPr>
          <p:cNvPicPr>
            <a:picLocks noChangeAspect="1"/>
          </p:cNvPicPr>
          <p:nvPr/>
        </p:nvPicPr>
        <p:blipFill>
          <a:blip r:embed="rId3"/>
          <a:stretch>
            <a:fillRect/>
          </a:stretch>
        </p:blipFill>
        <p:spPr>
          <a:xfrm>
            <a:off x="1399786" y="1474389"/>
            <a:ext cx="6827909" cy="2965264"/>
          </a:xfrm>
          <a:prstGeom prst="rect">
            <a:avLst/>
          </a:prstGeom>
        </p:spPr>
      </p:pic>
      <p:sp>
        <p:nvSpPr>
          <p:cNvPr id="3" name="Google Shape;143;p17">
            <a:extLst>
              <a:ext uri="{FF2B5EF4-FFF2-40B4-BE49-F238E27FC236}">
                <a16:creationId xmlns:a16="http://schemas.microsoft.com/office/drawing/2014/main" id="{C2665391-855E-FBEA-F478-8CC616A12BA7}"/>
              </a:ext>
            </a:extLst>
          </p:cNvPr>
          <p:cNvSpPr/>
          <p:nvPr/>
        </p:nvSpPr>
        <p:spPr>
          <a:xfrm rot="5400000">
            <a:off x="129259" y="4113237"/>
            <a:ext cx="942080"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345811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F22F59FF-6AF4-6F4C-4471-BA7282EF00C7}"/>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73427300-3F61-4CED-2B5E-97DDBB5A9052}"/>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Login()</a:t>
            </a:r>
            <a:endParaRPr sz="2800" dirty="0"/>
          </a:p>
        </p:txBody>
      </p:sp>
      <p:sp>
        <p:nvSpPr>
          <p:cNvPr id="10" name="Google Shape;137;p17">
            <a:extLst>
              <a:ext uri="{FF2B5EF4-FFF2-40B4-BE49-F238E27FC236}">
                <a16:creationId xmlns:a16="http://schemas.microsoft.com/office/drawing/2014/main" id="{C2D7C5DB-4F24-DF31-7643-BFCCB2C3B502}"/>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525B22D4-9172-0926-FA2A-10EB23CA5008}"/>
              </a:ext>
            </a:extLst>
          </p:cNvPr>
          <p:cNvPicPr>
            <a:picLocks noChangeAspect="1"/>
          </p:cNvPicPr>
          <p:nvPr/>
        </p:nvPicPr>
        <p:blipFill>
          <a:blip r:embed="rId3"/>
          <a:stretch>
            <a:fillRect/>
          </a:stretch>
        </p:blipFill>
        <p:spPr>
          <a:xfrm>
            <a:off x="1935480" y="973075"/>
            <a:ext cx="5273040" cy="3878580"/>
          </a:xfrm>
          <a:prstGeom prst="rect">
            <a:avLst/>
          </a:prstGeom>
        </p:spPr>
      </p:pic>
      <p:sp>
        <p:nvSpPr>
          <p:cNvPr id="2" name="Google Shape;143;p17">
            <a:extLst>
              <a:ext uri="{FF2B5EF4-FFF2-40B4-BE49-F238E27FC236}">
                <a16:creationId xmlns:a16="http://schemas.microsoft.com/office/drawing/2014/main" id="{BDC59AB2-F364-097C-613B-B7A17998A28A}"/>
              </a:ext>
            </a:extLst>
          </p:cNvPr>
          <p:cNvSpPr/>
          <p:nvPr/>
        </p:nvSpPr>
        <p:spPr>
          <a:xfrm rot="5400000">
            <a:off x="-33167" y="3950811"/>
            <a:ext cx="1266932"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3275473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1ECB732C-24C6-81FB-F0E7-873CD1C6F102}"/>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E4C6EF49-98F2-2D75-8E5C-DFE5A3AE5F2F}"/>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displayMenu()</a:t>
            </a:r>
            <a:endParaRPr sz="2800" dirty="0"/>
          </a:p>
        </p:txBody>
      </p:sp>
      <p:sp>
        <p:nvSpPr>
          <p:cNvPr id="10" name="Google Shape;137;p17">
            <a:extLst>
              <a:ext uri="{FF2B5EF4-FFF2-40B4-BE49-F238E27FC236}">
                <a16:creationId xmlns:a16="http://schemas.microsoft.com/office/drawing/2014/main" id="{C8A9ECC9-E85C-51A7-35D7-622F1ED2E685}"/>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1D8D0220-AC46-F11B-7F44-DB3AD50E6B3F}"/>
              </a:ext>
            </a:extLst>
          </p:cNvPr>
          <p:cNvPicPr>
            <a:picLocks noChangeAspect="1"/>
          </p:cNvPicPr>
          <p:nvPr/>
        </p:nvPicPr>
        <p:blipFill>
          <a:blip r:embed="rId3"/>
          <a:srcRect r="17360"/>
          <a:stretch/>
        </p:blipFill>
        <p:spPr>
          <a:xfrm>
            <a:off x="2097101" y="1038617"/>
            <a:ext cx="4949798" cy="3496818"/>
          </a:xfrm>
          <a:prstGeom prst="rect">
            <a:avLst/>
          </a:prstGeom>
        </p:spPr>
      </p:pic>
      <p:sp>
        <p:nvSpPr>
          <p:cNvPr id="2" name="Google Shape;143;p17">
            <a:extLst>
              <a:ext uri="{FF2B5EF4-FFF2-40B4-BE49-F238E27FC236}">
                <a16:creationId xmlns:a16="http://schemas.microsoft.com/office/drawing/2014/main" id="{A5711361-2DB3-AB46-055F-177E2EC14BC1}"/>
              </a:ext>
            </a:extLst>
          </p:cNvPr>
          <p:cNvSpPr/>
          <p:nvPr/>
        </p:nvSpPr>
        <p:spPr>
          <a:xfrm rot="5400000">
            <a:off x="-183562" y="3800416"/>
            <a:ext cx="1567722"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338830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30AC6983-6F99-D3B4-203B-0715E7475864}"/>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4476453F-7536-0473-29D1-AD2DC5FFBF16}"/>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startPomodoro() part 1</a:t>
            </a:r>
            <a:endParaRPr sz="2800" dirty="0"/>
          </a:p>
        </p:txBody>
      </p:sp>
      <p:sp>
        <p:nvSpPr>
          <p:cNvPr id="10" name="Google Shape;137;p17">
            <a:extLst>
              <a:ext uri="{FF2B5EF4-FFF2-40B4-BE49-F238E27FC236}">
                <a16:creationId xmlns:a16="http://schemas.microsoft.com/office/drawing/2014/main" id="{75F53513-D8F7-F869-D70F-AF1CD8558D11}"/>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88C6B829-5F87-63F5-7E04-8C180BFAEF11}"/>
              </a:ext>
            </a:extLst>
          </p:cNvPr>
          <p:cNvPicPr>
            <a:picLocks noChangeAspect="1"/>
          </p:cNvPicPr>
          <p:nvPr/>
        </p:nvPicPr>
        <p:blipFill>
          <a:blip r:embed="rId3"/>
          <a:stretch>
            <a:fillRect/>
          </a:stretch>
        </p:blipFill>
        <p:spPr>
          <a:xfrm>
            <a:off x="1766316" y="989849"/>
            <a:ext cx="5611368" cy="3843624"/>
          </a:xfrm>
          <a:prstGeom prst="rect">
            <a:avLst/>
          </a:prstGeom>
        </p:spPr>
      </p:pic>
      <p:sp>
        <p:nvSpPr>
          <p:cNvPr id="2" name="Google Shape;143;p17">
            <a:extLst>
              <a:ext uri="{FF2B5EF4-FFF2-40B4-BE49-F238E27FC236}">
                <a16:creationId xmlns:a16="http://schemas.microsoft.com/office/drawing/2014/main" id="{D3608DBF-A4AA-887C-CC5C-8648791EF55B}"/>
              </a:ext>
            </a:extLst>
          </p:cNvPr>
          <p:cNvSpPr/>
          <p:nvPr/>
        </p:nvSpPr>
        <p:spPr>
          <a:xfrm rot="5400000">
            <a:off x="-297862" y="3686116"/>
            <a:ext cx="1796321"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146264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161C52AC-4BCF-6FC6-E8A7-F8A4D5206D62}"/>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F1BDD9BB-9434-459C-AD6D-1235EBFD5D45}"/>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startPomodoro() part 2</a:t>
            </a:r>
            <a:endParaRPr sz="2800" dirty="0"/>
          </a:p>
        </p:txBody>
      </p:sp>
      <p:sp>
        <p:nvSpPr>
          <p:cNvPr id="10" name="Google Shape;137;p17">
            <a:extLst>
              <a:ext uri="{FF2B5EF4-FFF2-40B4-BE49-F238E27FC236}">
                <a16:creationId xmlns:a16="http://schemas.microsoft.com/office/drawing/2014/main" id="{FC7B5321-1240-23CC-06E1-E6B420B1DA34}"/>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6" name="Picture 5">
            <a:extLst>
              <a:ext uri="{FF2B5EF4-FFF2-40B4-BE49-F238E27FC236}">
                <a16:creationId xmlns:a16="http://schemas.microsoft.com/office/drawing/2014/main" id="{6175C5D2-2C8F-0251-AE53-9549FB4D0D76}"/>
              </a:ext>
            </a:extLst>
          </p:cNvPr>
          <p:cNvPicPr>
            <a:picLocks noChangeAspect="1"/>
          </p:cNvPicPr>
          <p:nvPr/>
        </p:nvPicPr>
        <p:blipFill>
          <a:blip r:embed="rId3"/>
          <a:stretch>
            <a:fillRect/>
          </a:stretch>
        </p:blipFill>
        <p:spPr>
          <a:xfrm>
            <a:off x="1488446" y="989849"/>
            <a:ext cx="6167107" cy="3600450"/>
          </a:xfrm>
          <a:prstGeom prst="rect">
            <a:avLst/>
          </a:prstGeom>
        </p:spPr>
      </p:pic>
      <p:sp>
        <p:nvSpPr>
          <p:cNvPr id="3" name="Google Shape;143;p17">
            <a:extLst>
              <a:ext uri="{FF2B5EF4-FFF2-40B4-BE49-F238E27FC236}">
                <a16:creationId xmlns:a16="http://schemas.microsoft.com/office/drawing/2014/main" id="{777792CA-F33B-6DB8-09D6-40BBF1F19EF1}"/>
              </a:ext>
            </a:extLst>
          </p:cNvPr>
          <p:cNvSpPr/>
          <p:nvPr/>
        </p:nvSpPr>
        <p:spPr>
          <a:xfrm rot="5400000">
            <a:off x="-430209" y="3553768"/>
            <a:ext cx="2061015"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82884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3DC59B3D-3286-1443-7AE2-8542D67C55D5}"/>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F0F28CA9-3DEB-F30B-4556-DD2378636CCE}"/>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startPomodoro() part 3</a:t>
            </a:r>
            <a:endParaRPr sz="2800" dirty="0"/>
          </a:p>
        </p:txBody>
      </p:sp>
      <p:sp>
        <p:nvSpPr>
          <p:cNvPr id="10" name="Google Shape;137;p17">
            <a:extLst>
              <a:ext uri="{FF2B5EF4-FFF2-40B4-BE49-F238E27FC236}">
                <a16:creationId xmlns:a16="http://schemas.microsoft.com/office/drawing/2014/main" id="{2F73D224-F83E-9B81-A342-2638D00D41E7}"/>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C56294D1-24D5-558D-1EDF-692F89982490}"/>
              </a:ext>
            </a:extLst>
          </p:cNvPr>
          <p:cNvPicPr>
            <a:picLocks noChangeAspect="1"/>
          </p:cNvPicPr>
          <p:nvPr/>
        </p:nvPicPr>
        <p:blipFill>
          <a:blip r:embed="rId3"/>
          <a:stretch>
            <a:fillRect/>
          </a:stretch>
        </p:blipFill>
        <p:spPr>
          <a:xfrm>
            <a:off x="1559051" y="1626108"/>
            <a:ext cx="6025897" cy="2133446"/>
          </a:xfrm>
          <a:prstGeom prst="rect">
            <a:avLst/>
          </a:prstGeom>
        </p:spPr>
      </p:pic>
      <p:sp>
        <p:nvSpPr>
          <p:cNvPr id="2" name="Google Shape;143;p17">
            <a:extLst>
              <a:ext uri="{FF2B5EF4-FFF2-40B4-BE49-F238E27FC236}">
                <a16:creationId xmlns:a16="http://schemas.microsoft.com/office/drawing/2014/main" id="{3498B910-3477-B650-0516-01E6802EB292}"/>
              </a:ext>
            </a:extLst>
          </p:cNvPr>
          <p:cNvSpPr/>
          <p:nvPr/>
        </p:nvSpPr>
        <p:spPr>
          <a:xfrm rot="5400000">
            <a:off x="-646777" y="3337200"/>
            <a:ext cx="2494152"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3616595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AFF2F6B2-9D19-01F0-6739-ECEEFC8F53F1}"/>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6EF3150B-E593-9DB4-FF90-1FDA1F058414}"/>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trackProgress()</a:t>
            </a:r>
            <a:endParaRPr sz="2800" dirty="0"/>
          </a:p>
        </p:txBody>
      </p:sp>
      <p:sp>
        <p:nvSpPr>
          <p:cNvPr id="10" name="Google Shape;137;p17">
            <a:extLst>
              <a:ext uri="{FF2B5EF4-FFF2-40B4-BE49-F238E27FC236}">
                <a16:creationId xmlns:a16="http://schemas.microsoft.com/office/drawing/2014/main" id="{E7A6CCA1-1918-A402-8E4F-6C4E422EED67}"/>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CD537F93-CBD3-EB61-B642-DD6A930EB6BD}"/>
              </a:ext>
            </a:extLst>
          </p:cNvPr>
          <p:cNvPicPr>
            <a:picLocks noChangeAspect="1"/>
          </p:cNvPicPr>
          <p:nvPr/>
        </p:nvPicPr>
        <p:blipFill>
          <a:blip r:embed="rId3"/>
          <a:srcRect r="25607"/>
          <a:stretch/>
        </p:blipFill>
        <p:spPr>
          <a:xfrm>
            <a:off x="1216585" y="1764030"/>
            <a:ext cx="6710829" cy="1825012"/>
          </a:xfrm>
          <a:prstGeom prst="rect">
            <a:avLst/>
          </a:prstGeom>
        </p:spPr>
      </p:pic>
      <p:sp>
        <p:nvSpPr>
          <p:cNvPr id="2" name="Google Shape;143;p17">
            <a:extLst>
              <a:ext uri="{FF2B5EF4-FFF2-40B4-BE49-F238E27FC236}">
                <a16:creationId xmlns:a16="http://schemas.microsoft.com/office/drawing/2014/main" id="{CC00D82D-1950-1EB9-3C00-2FE05B7F1EBC}"/>
              </a:ext>
            </a:extLst>
          </p:cNvPr>
          <p:cNvSpPr/>
          <p:nvPr/>
        </p:nvSpPr>
        <p:spPr>
          <a:xfrm rot="5400000">
            <a:off x="-761077" y="3222900"/>
            <a:ext cx="2722752"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266176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2C0144C5-9AD6-E63A-8176-C87144DBDD7D}"/>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59FC0D83-328D-770E-26BA-F2C1A4A08E8F}"/>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displaySettings()</a:t>
            </a:r>
            <a:endParaRPr sz="2800" dirty="0"/>
          </a:p>
        </p:txBody>
      </p:sp>
      <p:sp>
        <p:nvSpPr>
          <p:cNvPr id="10" name="Google Shape;137;p17">
            <a:extLst>
              <a:ext uri="{FF2B5EF4-FFF2-40B4-BE49-F238E27FC236}">
                <a16:creationId xmlns:a16="http://schemas.microsoft.com/office/drawing/2014/main" id="{D8593924-4445-8F32-EE07-8F0927DC9FE2}"/>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5CC76759-93FD-DB24-1110-27427F2B8A51}"/>
              </a:ext>
            </a:extLst>
          </p:cNvPr>
          <p:cNvPicPr>
            <a:picLocks noChangeAspect="1"/>
          </p:cNvPicPr>
          <p:nvPr/>
        </p:nvPicPr>
        <p:blipFill>
          <a:blip r:embed="rId3"/>
          <a:stretch>
            <a:fillRect/>
          </a:stretch>
        </p:blipFill>
        <p:spPr>
          <a:xfrm>
            <a:off x="1935480" y="1120145"/>
            <a:ext cx="5273040" cy="3611880"/>
          </a:xfrm>
          <a:prstGeom prst="rect">
            <a:avLst/>
          </a:prstGeom>
        </p:spPr>
      </p:pic>
      <p:sp>
        <p:nvSpPr>
          <p:cNvPr id="2" name="Google Shape;143;p17">
            <a:extLst>
              <a:ext uri="{FF2B5EF4-FFF2-40B4-BE49-F238E27FC236}">
                <a16:creationId xmlns:a16="http://schemas.microsoft.com/office/drawing/2014/main" id="{DF0F0D88-F5FD-8244-8AC9-931C1AE72F14}"/>
              </a:ext>
            </a:extLst>
          </p:cNvPr>
          <p:cNvSpPr/>
          <p:nvPr/>
        </p:nvSpPr>
        <p:spPr>
          <a:xfrm rot="5400000">
            <a:off x="-779125" y="3204852"/>
            <a:ext cx="2758847"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230847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0F83F5F3-9E3D-FD7B-4202-F32568667956}"/>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2EA772B8-1D46-3B54-AEA7-7D522780F403}"/>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manageSubjects() and</a:t>
            </a:r>
            <a:br>
              <a:rPr lang="en" sz="2800" dirty="0"/>
            </a:br>
            <a:r>
              <a:rPr lang="en" sz="2800" dirty="0"/>
              <a:t>addSubject(newSubject)</a:t>
            </a:r>
            <a:endParaRPr sz="2800" dirty="0"/>
          </a:p>
        </p:txBody>
      </p:sp>
      <p:sp>
        <p:nvSpPr>
          <p:cNvPr id="10" name="Google Shape;137;p17">
            <a:extLst>
              <a:ext uri="{FF2B5EF4-FFF2-40B4-BE49-F238E27FC236}">
                <a16:creationId xmlns:a16="http://schemas.microsoft.com/office/drawing/2014/main" id="{39C58812-5B3F-8F28-FB9C-34CB2E3F933E}"/>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193CB2F7-BAEA-6886-D081-77C58DC5BAEE}"/>
              </a:ext>
            </a:extLst>
          </p:cNvPr>
          <p:cNvPicPr>
            <a:picLocks noChangeAspect="1"/>
          </p:cNvPicPr>
          <p:nvPr/>
        </p:nvPicPr>
        <p:blipFill>
          <a:blip r:embed="rId3"/>
          <a:stretch>
            <a:fillRect/>
          </a:stretch>
        </p:blipFill>
        <p:spPr>
          <a:xfrm>
            <a:off x="1716024" y="1771650"/>
            <a:ext cx="5273040" cy="800100"/>
          </a:xfrm>
          <a:prstGeom prst="rect">
            <a:avLst/>
          </a:prstGeom>
        </p:spPr>
      </p:pic>
      <p:pic>
        <p:nvPicPr>
          <p:cNvPr id="6" name="Picture 5">
            <a:extLst>
              <a:ext uri="{FF2B5EF4-FFF2-40B4-BE49-F238E27FC236}">
                <a16:creationId xmlns:a16="http://schemas.microsoft.com/office/drawing/2014/main" id="{0C347084-B575-5F53-065F-E53F7A1840FB}"/>
              </a:ext>
            </a:extLst>
          </p:cNvPr>
          <p:cNvPicPr>
            <a:picLocks noChangeAspect="1"/>
          </p:cNvPicPr>
          <p:nvPr/>
        </p:nvPicPr>
        <p:blipFill>
          <a:blip r:embed="rId4"/>
          <a:stretch>
            <a:fillRect/>
          </a:stretch>
        </p:blipFill>
        <p:spPr>
          <a:xfrm>
            <a:off x="1716024" y="3118104"/>
            <a:ext cx="5273040" cy="662940"/>
          </a:xfrm>
          <a:prstGeom prst="rect">
            <a:avLst/>
          </a:prstGeom>
        </p:spPr>
      </p:pic>
      <p:sp>
        <p:nvSpPr>
          <p:cNvPr id="3" name="Google Shape;143;p17">
            <a:extLst>
              <a:ext uri="{FF2B5EF4-FFF2-40B4-BE49-F238E27FC236}">
                <a16:creationId xmlns:a16="http://schemas.microsoft.com/office/drawing/2014/main" id="{90EDB08E-7F4A-8E77-FB14-CB11678FA530}"/>
              </a:ext>
            </a:extLst>
          </p:cNvPr>
          <p:cNvSpPr/>
          <p:nvPr/>
        </p:nvSpPr>
        <p:spPr>
          <a:xfrm rot="5400000">
            <a:off x="-879889" y="3104088"/>
            <a:ext cx="2960376"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468821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F65BBFDC-74A7-14CD-667E-D09FB7024636}"/>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DBC30F88-AD69-7159-2D7F-B408234A3D95}"/>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Pseudocode – deleteSubject(subjectToDelete) and viewSubjects()</a:t>
            </a:r>
            <a:endParaRPr dirty="0"/>
          </a:p>
        </p:txBody>
      </p:sp>
      <p:sp>
        <p:nvSpPr>
          <p:cNvPr id="10" name="Google Shape;137;p17">
            <a:extLst>
              <a:ext uri="{FF2B5EF4-FFF2-40B4-BE49-F238E27FC236}">
                <a16:creationId xmlns:a16="http://schemas.microsoft.com/office/drawing/2014/main" id="{65C079CF-38E3-3CFA-4366-B163E3848A9C}"/>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3" name="Picture 2">
            <a:extLst>
              <a:ext uri="{FF2B5EF4-FFF2-40B4-BE49-F238E27FC236}">
                <a16:creationId xmlns:a16="http://schemas.microsoft.com/office/drawing/2014/main" id="{D91BDA3E-02FC-D06C-0EE3-BB5A87BE9765}"/>
              </a:ext>
            </a:extLst>
          </p:cNvPr>
          <p:cNvPicPr>
            <a:picLocks noChangeAspect="1"/>
          </p:cNvPicPr>
          <p:nvPr/>
        </p:nvPicPr>
        <p:blipFill>
          <a:blip r:embed="rId3"/>
          <a:stretch>
            <a:fillRect/>
          </a:stretch>
        </p:blipFill>
        <p:spPr>
          <a:xfrm>
            <a:off x="1771116" y="1415796"/>
            <a:ext cx="5273497" cy="1207113"/>
          </a:xfrm>
          <a:prstGeom prst="rect">
            <a:avLst/>
          </a:prstGeom>
        </p:spPr>
      </p:pic>
      <p:pic>
        <p:nvPicPr>
          <p:cNvPr id="5" name="Picture 4">
            <a:extLst>
              <a:ext uri="{FF2B5EF4-FFF2-40B4-BE49-F238E27FC236}">
                <a16:creationId xmlns:a16="http://schemas.microsoft.com/office/drawing/2014/main" id="{0E4C4D37-E0B2-CEC9-40EE-91AF3AE4BB88}"/>
              </a:ext>
            </a:extLst>
          </p:cNvPr>
          <p:cNvPicPr>
            <a:picLocks noChangeAspect="1"/>
          </p:cNvPicPr>
          <p:nvPr/>
        </p:nvPicPr>
        <p:blipFill>
          <a:blip r:embed="rId4"/>
          <a:stretch>
            <a:fillRect/>
          </a:stretch>
        </p:blipFill>
        <p:spPr>
          <a:xfrm>
            <a:off x="1771116" y="3095348"/>
            <a:ext cx="5273040" cy="662940"/>
          </a:xfrm>
          <a:prstGeom prst="rect">
            <a:avLst/>
          </a:prstGeom>
        </p:spPr>
      </p:pic>
      <p:sp>
        <p:nvSpPr>
          <p:cNvPr id="4" name="Google Shape;143;p17">
            <a:extLst>
              <a:ext uri="{FF2B5EF4-FFF2-40B4-BE49-F238E27FC236}">
                <a16:creationId xmlns:a16="http://schemas.microsoft.com/office/drawing/2014/main" id="{87EBCC75-3C61-3D7F-3F9A-CD6B0AA428AF}"/>
              </a:ext>
            </a:extLst>
          </p:cNvPr>
          <p:cNvSpPr/>
          <p:nvPr/>
        </p:nvSpPr>
        <p:spPr>
          <a:xfrm rot="5400000">
            <a:off x="-1001709" y="2982268"/>
            <a:ext cx="3204015"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835025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56DD4263-C932-64AB-07C8-6012D7282E7C}"/>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11534086-E8D1-4E7E-682A-45AC00F92A97}"/>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userPreferences()</a:t>
            </a:r>
            <a:endParaRPr sz="2800" dirty="0"/>
          </a:p>
        </p:txBody>
      </p:sp>
      <p:sp>
        <p:nvSpPr>
          <p:cNvPr id="10" name="Google Shape;137;p17">
            <a:extLst>
              <a:ext uri="{FF2B5EF4-FFF2-40B4-BE49-F238E27FC236}">
                <a16:creationId xmlns:a16="http://schemas.microsoft.com/office/drawing/2014/main" id="{11B2C0D2-B5BC-2E1A-4EFD-B2A338DBDF23}"/>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27C7A0CD-22D1-FEFA-5FEB-1A25378BDA9C}"/>
              </a:ext>
            </a:extLst>
          </p:cNvPr>
          <p:cNvPicPr>
            <a:picLocks noChangeAspect="1"/>
          </p:cNvPicPr>
          <p:nvPr/>
        </p:nvPicPr>
        <p:blipFill>
          <a:blip r:embed="rId3"/>
          <a:stretch>
            <a:fillRect/>
          </a:stretch>
        </p:blipFill>
        <p:spPr>
          <a:xfrm>
            <a:off x="1375892" y="1650492"/>
            <a:ext cx="6392216" cy="2263140"/>
          </a:xfrm>
          <a:prstGeom prst="rect">
            <a:avLst/>
          </a:prstGeom>
        </p:spPr>
      </p:pic>
      <p:sp>
        <p:nvSpPr>
          <p:cNvPr id="2" name="Google Shape;143;p17">
            <a:extLst>
              <a:ext uri="{FF2B5EF4-FFF2-40B4-BE49-F238E27FC236}">
                <a16:creationId xmlns:a16="http://schemas.microsoft.com/office/drawing/2014/main" id="{3F974EF9-9705-6C37-DB54-0DBD7A53F95E}"/>
              </a:ext>
            </a:extLst>
          </p:cNvPr>
          <p:cNvSpPr/>
          <p:nvPr/>
        </p:nvSpPr>
        <p:spPr>
          <a:xfrm rot="5400000">
            <a:off x="-1085930" y="2898047"/>
            <a:ext cx="3372458"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3292481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A866C1ED-AF9E-4809-2AF4-233ED6C453FE}"/>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B97FEB58-7FFA-5F60-980F-BB8D8614778E}"/>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Pseudocode – loadUsers()</a:t>
            </a:r>
            <a:endParaRPr sz="2800" dirty="0"/>
          </a:p>
        </p:txBody>
      </p:sp>
      <p:sp>
        <p:nvSpPr>
          <p:cNvPr id="10" name="Google Shape;137;p17">
            <a:extLst>
              <a:ext uri="{FF2B5EF4-FFF2-40B4-BE49-F238E27FC236}">
                <a16:creationId xmlns:a16="http://schemas.microsoft.com/office/drawing/2014/main" id="{E8755E2E-823B-8EF8-85C8-82124D3403DE}"/>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 name="Google Shape;143;p17">
            <a:extLst>
              <a:ext uri="{FF2B5EF4-FFF2-40B4-BE49-F238E27FC236}">
                <a16:creationId xmlns:a16="http://schemas.microsoft.com/office/drawing/2014/main" id="{E84151FC-04DC-DA29-A76C-2C3A62FCB10F}"/>
              </a:ext>
            </a:extLst>
          </p:cNvPr>
          <p:cNvSpPr/>
          <p:nvPr/>
        </p:nvSpPr>
        <p:spPr>
          <a:xfrm rot="5400000">
            <a:off x="-1200230" y="2783747"/>
            <a:ext cx="3601057"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958F7C7F-CB82-1505-140B-7334A4D6CF8E}"/>
              </a:ext>
            </a:extLst>
          </p:cNvPr>
          <p:cNvPicPr>
            <a:picLocks noChangeAspect="1"/>
          </p:cNvPicPr>
          <p:nvPr/>
        </p:nvPicPr>
        <p:blipFill>
          <a:blip r:embed="rId3"/>
          <a:srcRect r="28599"/>
          <a:stretch/>
        </p:blipFill>
        <p:spPr>
          <a:xfrm>
            <a:off x="2022347" y="1575816"/>
            <a:ext cx="5099305" cy="1991868"/>
          </a:xfrm>
          <a:prstGeom prst="rect">
            <a:avLst/>
          </a:prstGeom>
        </p:spPr>
      </p:pic>
    </p:spTree>
    <p:extLst>
      <p:ext uri="{BB962C8B-B14F-4D97-AF65-F5344CB8AC3E}">
        <p14:creationId xmlns:p14="http://schemas.microsoft.com/office/powerpoint/2010/main" val="75164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A8AF47CB-72FA-64CB-2ED6-0C72E0D6AD66}"/>
            </a:ext>
          </a:extLst>
        </p:cNvPr>
        <p:cNvGrpSpPr/>
        <p:nvPr/>
      </p:nvGrpSpPr>
      <p:grpSpPr>
        <a:xfrm>
          <a:off x="0" y="0"/>
          <a:ext cx="0" cy="0"/>
          <a:chOff x="0" y="0"/>
          <a:chExt cx="0" cy="0"/>
        </a:xfrm>
      </p:grpSpPr>
      <p:sp>
        <p:nvSpPr>
          <p:cNvPr id="2186" name="Google Shape;2186;p34">
            <a:extLst>
              <a:ext uri="{FF2B5EF4-FFF2-40B4-BE49-F238E27FC236}">
                <a16:creationId xmlns:a16="http://schemas.microsoft.com/office/drawing/2014/main" id="{F4A0446E-43D0-2253-EA2C-ACAFBEABB582}"/>
              </a:ext>
            </a:extLst>
          </p:cNvPr>
          <p:cNvSpPr txBox="1">
            <a:spLocks noGrp="1" noRot="1" noMove="1" noResize="1" noEditPoints="1" noAdjustHandles="1" noChangeArrowheads="1" noChangeShapeType="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t>Pseudocode – isValidEmail(email)</a:t>
            </a:r>
            <a:br>
              <a:rPr lang="en" dirty="0"/>
            </a:br>
            <a:r>
              <a:rPr lang="en" dirty="0"/>
              <a:t>and isValidPassword(password)</a:t>
            </a:r>
            <a:endParaRPr dirty="0"/>
          </a:p>
        </p:txBody>
      </p:sp>
      <p:sp>
        <p:nvSpPr>
          <p:cNvPr id="10" name="Google Shape;137;p17">
            <a:extLst>
              <a:ext uri="{FF2B5EF4-FFF2-40B4-BE49-F238E27FC236}">
                <a16:creationId xmlns:a16="http://schemas.microsoft.com/office/drawing/2014/main" id="{FA7DF11D-87C2-F4E5-4C7C-B8F4A7F43B01}"/>
              </a:ext>
            </a:extLst>
          </p:cNvPr>
          <p:cNvSpPr/>
          <p:nvPr/>
        </p:nvSpPr>
        <p:spPr>
          <a:xfrm rot="5400000">
            <a:off x="-1270788" y="2713187"/>
            <a:ext cx="3742175" cy="295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sp>
        <p:nvSpPr>
          <p:cNvPr id="11" name="Google Shape;143;p17">
            <a:extLst>
              <a:ext uri="{FF2B5EF4-FFF2-40B4-BE49-F238E27FC236}">
                <a16:creationId xmlns:a16="http://schemas.microsoft.com/office/drawing/2014/main" id="{23EF797D-FE57-E6C2-6CB5-9BC0BEF2D475}"/>
              </a:ext>
            </a:extLst>
          </p:cNvPr>
          <p:cNvSpPr/>
          <p:nvPr/>
        </p:nvSpPr>
        <p:spPr>
          <a:xfrm rot="5400000">
            <a:off x="-1270789" y="2713187"/>
            <a:ext cx="3742176" cy="295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Medium"/>
              <a:ea typeface="Montserrat Medium"/>
              <a:cs typeface="Montserrat Medium"/>
              <a:sym typeface="Montserrat Medium"/>
            </a:endParaRPr>
          </a:p>
        </p:txBody>
      </p:sp>
      <p:pic>
        <p:nvPicPr>
          <p:cNvPr id="3" name="Picture 2">
            <a:extLst>
              <a:ext uri="{FF2B5EF4-FFF2-40B4-BE49-F238E27FC236}">
                <a16:creationId xmlns:a16="http://schemas.microsoft.com/office/drawing/2014/main" id="{F21B3E93-2846-9FDE-8F75-E420290671A0}"/>
              </a:ext>
            </a:extLst>
          </p:cNvPr>
          <p:cNvPicPr>
            <a:picLocks noChangeAspect="1"/>
          </p:cNvPicPr>
          <p:nvPr/>
        </p:nvPicPr>
        <p:blipFill>
          <a:blip r:embed="rId3"/>
          <a:srcRect r="17175"/>
          <a:stretch/>
        </p:blipFill>
        <p:spPr>
          <a:xfrm>
            <a:off x="1258667" y="1521341"/>
            <a:ext cx="7312309" cy="1339596"/>
          </a:xfrm>
          <a:prstGeom prst="rect">
            <a:avLst/>
          </a:prstGeom>
        </p:spPr>
      </p:pic>
      <p:pic>
        <p:nvPicPr>
          <p:cNvPr id="6" name="Picture 5">
            <a:extLst>
              <a:ext uri="{FF2B5EF4-FFF2-40B4-BE49-F238E27FC236}">
                <a16:creationId xmlns:a16="http://schemas.microsoft.com/office/drawing/2014/main" id="{E4AE87D0-4277-3C36-CE7D-0D33A1ED3257}"/>
              </a:ext>
            </a:extLst>
          </p:cNvPr>
          <p:cNvPicPr>
            <a:picLocks noChangeAspect="1"/>
          </p:cNvPicPr>
          <p:nvPr/>
        </p:nvPicPr>
        <p:blipFill>
          <a:blip r:embed="rId4"/>
          <a:srcRect r="15200"/>
          <a:stretch/>
        </p:blipFill>
        <p:spPr>
          <a:xfrm>
            <a:off x="1146818" y="3202685"/>
            <a:ext cx="7424158" cy="1328407"/>
          </a:xfrm>
          <a:prstGeom prst="rect">
            <a:avLst/>
          </a:prstGeom>
        </p:spPr>
      </p:pic>
    </p:spTree>
    <p:extLst>
      <p:ext uri="{BB962C8B-B14F-4D97-AF65-F5344CB8AC3E}">
        <p14:creationId xmlns:p14="http://schemas.microsoft.com/office/powerpoint/2010/main" val="2336682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3058D6BF-B801-9C86-8FA5-28CA5B951E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6C4DCF-0BBD-98E8-0D98-C346C6A6BCA1}"/>
              </a:ext>
            </a:extLst>
          </p:cNvPr>
          <p:cNvSpPr>
            <a:spLocks noGrp="1"/>
          </p:cNvSpPr>
          <p:nvPr>
            <p:ph type="title"/>
          </p:nvPr>
        </p:nvSpPr>
        <p:spPr>
          <a:xfrm>
            <a:off x="452550" y="2290950"/>
            <a:ext cx="8238900" cy="561600"/>
          </a:xfrm>
        </p:spPr>
        <p:txBody>
          <a:bodyPr/>
          <a:lstStyle/>
          <a:p>
            <a:pPr marL="0" lvl="0" indent="0" algn="ctr" rtl="0">
              <a:spcBef>
                <a:spcPts val="0"/>
              </a:spcBef>
              <a:spcAft>
                <a:spcPts val="0"/>
              </a:spcAft>
              <a:buNone/>
            </a:pPr>
            <a:r>
              <a:rPr lang="en-US" sz="2800" b="1" dirty="0">
                <a:solidFill>
                  <a:schemeClr val="dk1"/>
                </a:solidFill>
                <a:latin typeface="Montserrat"/>
                <a:sym typeface="Montserrat"/>
              </a:rPr>
              <a:t>5.6 Example of Expected Screen</a:t>
            </a:r>
            <a:endParaRPr lang="en-US" sz="2800" b="1" dirty="0">
              <a:solidFill>
                <a:schemeClr val="dk1"/>
              </a:solidFill>
              <a:latin typeface="Montserrat"/>
              <a:sym typeface="Montserrat SemiBold"/>
            </a:endParaRPr>
          </a:p>
        </p:txBody>
      </p:sp>
      <p:pic>
        <p:nvPicPr>
          <p:cNvPr id="57" name="Picture 56">
            <a:extLst>
              <a:ext uri="{FF2B5EF4-FFF2-40B4-BE49-F238E27FC236}">
                <a16:creationId xmlns:a16="http://schemas.microsoft.com/office/drawing/2014/main" id="{E32D474A-AD5B-263B-FA1E-DCBA75F478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1204;p25">
            <a:extLst>
              <a:ext uri="{FF2B5EF4-FFF2-40B4-BE49-F238E27FC236}">
                <a16:creationId xmlns:a16="http://schemas.microsoft.com/office/drawing/2014/main" id="{8121D2EF-95B3-0272-410A-8D344A932BD3}"/>
              </a:ext>
            </a:extLst>
          </p:cNvPr>
          <p:cNvGrpSpPr/>
          <p:nvPr/>
        </p:nvGrpSpPr>
        <p:grpSpPr>
          <a:xfrm>
            <a:off x="665152" y="1449953"/>
            <a:ext cx="455009" cy="454080"/>
            <a:chOff x="3363305" y="1063034"/>
            <a:chExt cx="455009" cy="454080"/>
          </a:xfrm>
        </p:grpSpPr>
        <p:sp>
          <p:nvSpPr>
            <p:cNvPr id="59" name="Google Shape;1205;p25">
              <a:extLst>
                <a:ext uri="{FF2B5EF4-FFF2-40B4-BE49-F238E27FC236}">
                  <a16:creationId xmlns:a16="http://schemas.microsoft.com/office/drawing/2014/main" id="{175A24D1-BB28-5631-BE44-A10BDC048BA7}"/>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06;p25">
              <a:extLst>
                <a:ext uri="{FF2B5EF4-FFF2-40B4-BE49-F238E27FC236}">
                  <a16:creationId xmlns:a16="http://schemas.microsoft.com/office/drawing/2014/main" id="{C7ECA361-341E-A13E-04D7-01B678FE050D}"/>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07;p25">
              <a:extLst>
                <a:ext uri="{FF2B5EF4-FFF2-40B4-BE49-F238E27FC236}">
                  <a16:creationId xmlns:a16="http://schemas.microsoft.com/office/drawing/2014/main" id="{A6694E30-93D3-DDFF-C808-E573A2261D64}"/>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08;p25">
              <a:extLst>
                <a:ext uri="{FF2B5EF4-FFF2-40B4-BE49-F238E27FC236}">
                  <a16:creationId xmlns:a16="http://schemas.microsoft.com/office/drawing/2014/main" id="{6D87F4B8-53F9-F328-892A-1C99459E94C4}"/>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09;p25">
              <a:extLst>
                <a:ext uri="{FF2B5EF4-FFF2-40B4-BE49-F238E27FC236}">
                  <a16:creationId xmlns:a16="http://schemas.microsoft.com/office/drawing/2014/main" id="{D5D109BD-EF0C-AB64-A5A0-13639557F74C}"/>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1210;p25">
              <a:extLst>
                <a:ext uri="{FF2B5EF4-FFF2-40B4-BE49-F238E27FC236}">
                  <a16:creationId xmlns:a16="http://schemas.microsoft.com/office/drawing/2014/main" id="{49924199-B7D9-4B34-14CD-D1839D85F334}"/>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1;p25">
              <a:extLst>
                <a:ext uri="{FF2B5EF4-FFF2-40B4-BE49-F238E27FC236}">
                  <a16:creationId xmlns:a16="http://schemas.microsoft.com/office/drawing/2014/main" id="{2DF1451D-98A5-F6F8-F3D4-EE04AED6A904}"/>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2;p25">
              <a:extLst>
                <a:ext uri="{FF2B5EF4-FFF2-40B4-BE49-F238E27FC236}">
                  <a16:creationId xmlns:a16="http://schemas.microsoft.com/office/drawing/2014/main" id="{922045C0-757E-12E1-3091-04E9FA3D8243}"/>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1213;p25">
              <a:extLst>
                <a:ext uri="{FF2B5EF4-FFF2-40B4-BE49-F238E27FC236}">
                  <a16:creationId xmlns:a16="http://schemas.microsoft.com/office/drawing/2014/main" id="{EC7F8441-57B7-F3B5-E41D-F676A3A7AD1C}"/>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14;p25">
              <a:extLst>
                <a:ext uri="{FF2B5EF4-FFF2-40B4-BE49-F238E27FC236}">
                  <a16:creationId xmlns:a16="http://schemas.microsoft.com/office/drawing/2014/main" id="{C478450E-232A-BEB6-0F22-ADF82BC4C0D8}"/>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15;p25">
              <a:extLst>
                <a:ext uri="{FF2B5EF4-FFF2-40B4-BE49-F238E27FC236}">
                  <a16:creationId xmlns:a16="http://schemas.microsoft.com/office/drawing/2014/main" id="{B5758806-473F-2471-4BA1-050BA1607B87}"/>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16;p25">
              <a:extLst>
                <a:ext uri="{FF2B5EF4-FFF2-40B4-BE49-F238E27FC236}">
                  <a16:creationId xmlns:a16="http://schemas.microsoft.com/office/drawing/2014/main" id="{E3560AAB-6BBB-C184-0BFF-C241B1774E04}"/>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17;p25">
              <a:extLst>
                <a:ext uri="{FF2B5EF4-FFF2-40B4-BE49-F238E27FC236}">
                  <a16:creationId xmlns:a16="http://schemas.microsoft.com/office/drawing/2014/main" id="{A1759C55-2516-0500-4F88-C7454BCD787C}"/>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18;p25">
              <a:extLst>
                <a:ext uri="{FF2B5EF4-FFF2-40B4-BE49-F238E27FC236}">
                  <a16:creationId xmlns:a16="http://schemas.microsoft.com/office/drawing/2014/main" id="{91661691-B31E-8B05-8ADF-AD0C7CA8770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19;p25">
              <a:extLst>
                <a:ext uri="{FF2B5EF4-FFF2-40B4-BE49-F238E27FC236}">
                  <a16:creationId xmlns:a16="http://schemas.microsoft.com/office/drawing/2014/main" id="{BD5778F0-7080-55CA-214F-048073DDC98B}"/>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0;p25">
              <a:extLst>
                <a:ext uri="{FF2B5EF4-FFF2-40B4-BE49-F238E27FC236}">
                  <a16:creationId xmlns:a16="http://schemas.microsoft.com/office/drawing/2014/main" id="{0AAC1E59-9FC8-25F3-6459-CFE3ED17DA72}"/>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1;p25">
              <a:extLst>
                <a:ext uri="{FF2B5EF4-FFF2-40B4-BE49-F238E27FC236}">
                  <a16:creationId xmlns:a16="http://schemas.microsoft.com/office/drawing/2014/main" id="{8C090809-32D1-8C25-D291-A3EB513C7EAE}"/>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2;p25">
              <a:extLst>
                <a:ext uri="{FF2B5EF4-FFF2-40B4-BE49-F238E27FC236}">
                  <a16:creationId xmlns:a16="http://schemas.microsoft.com/office/drawing/2014/main" id="{B432E2C9-25D5-0C23-9185-07239AE9334C}"/>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23;p25">
              <a:extLst>
                <a:ext uri="{FF2B5EF4-FFF2-40B4-BE49-F238E27FC236}">
                  <a16:creationId xmlns:a16="http://schemas.microsoft.com/office/drawing/2014/main" id="{6332EF58-EA8E-C690-D6CD-FA44D10A384D}"/>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24;p25">
              <a:extLst>
                <a:ext uri="{FF2B5EF4-FFF2-40B4-BE49-F238E27FC236}">
                  <a16:creationId xmlns:a16="http://schemas.microsoft.com/office/drawing/2014/main" id="{1AA98953-4B80-D678-9DCF-D818C6920897}"/>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25;p25">
              <a:extLst>
                <a:ext uri="{FF2B5EF4-FFF2-40B4-BE49-F238E27FC236}">
                  <a16:creationId xmlns:a16="http://schemas.microsoft.com/office/drawing/2014/main" id="{CCF9C19F-4AB2-3AB9-C10E-933F6502D832}"/>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226;p25">
              <a:extLst>
                <a:ext uri="{FF2B5EF4-FFF2-40B4-BE49-F238E27FC236}">
                  <a16:creationId xmlns:a16="http://schemas.microsoft.com/office/drawing/2014/main" id="{43A32DA4-8840-8ECE-919F-0D8F3AD90719}"/>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11165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E78D0C29-EA16-E44E-5B41-FDC0ED45FD28}"/>
            </a:ext>
          </a:extLst>
        </p:cNvPr>
        <p:cNvGrpSpPr/>
        <p:nvPr/>
      </p:nvGrpSpPr>
      <p:grpSpPr>
        <a:xfrm>
          <a:off x="0" y="0"/>
          <a:ext cx="0" cy="0"/>
          <a:chOff x="0" y="0"/>
          <a:chExt cx="0" cy="0"/>
        </a:xfrm>
      </p:grpSpPr>
      <p:pic>
        <p:nvPicPr>
          <p:cNvPr id="274" name="Picture 273" descr="A screenshot of a computer&#10;&#10;Description automatically generated">
            <a:extLst>
              <a:ext uri="{FF2B5EF4-FFF2-40B4-BE49-F238E27FC236}">
                <a16:creationId xmlns:a16="http://schemas.microsoft.com/office/drawing/2014/main" id="{1880DA93-BE07-3610-5AEB-D4B2C159D1F3}"/>
              </a:ext>
            </a:extLst>
          </p:cNvPr>
          <p:cNvPicPr>
            <a:picLocks noChangeAspect="1"/>
          </p:cNvPicPr>
          <p:nvPr/>
        </p:nvPicPr>
        <p:blipFill>
          <a:blip r:embed="rId3"/>
          <a:stretch>
            <a:fillRect/>
          </a:stretch>
        </p:blipFill>
        <p:spPr>
          <a:xfrm>
            <a:off x="0" y="1255"/>
            <a:ext cx="9144000" cy="5140990"/>
          </a:xfrm>
          <a:prstGeom prst="rect">
            <a:avLst/>
          </a:prstGeom>
        </p:spPr>
      </p:pic>
    </p:spTree>
    <p:extLst>
      <p:ext uri="{BB962C8B-B14F-4D97-AF65-F5344CB8AC3E}">
        <p14:creationId xmlns:p14="http://schemas.microsoft.com/office/powerpoint/2010/main" val="1676669055"/>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AB7E2E52-6605-6338-22AD-E29FCDD4EC57}"/>
            </a:ext>
          </a:extLst>
        </p:cNvPr>
        <p:cNvGrpSpPr/>
        <p:nvPr/>
      </p:nvGrpSpPr>
      <p:grpSpPr>
        <a:xfrm>
          <a:off x="0" y="0"/>
          <a:ext cx="0" cy="0"/>
          <a:chOff x="0" y="0"/>
          <a:chExt cx="0" cy="0"/>
        </a:xfrm>
      </p:grpSpPr>
      <p:pic>
        <p:nvPicPr>
          <p:cNvPr id="3" name="Picture 2" descr="A screenshot of a web page&#10;&#10;Description automatically generated">
            <a:extLst>
              <a:ext uri="{FF2B5EF4-FFF2-40B4-BE49-F238E27FC236}">
                <a16:creationId xmlns:a16="http://schemas.microsoft.com/office/drawing/2014/main" id="{C948FD11-8409-70E4-898A-D36056642DEB}"/>
              </a:ext>
            </a:extLst>
          </p:cNvPr>
          <p:cNvPicPr>
            <a:picLocks noChangeAspect="1"/>
          </p:cNvPicPr>
          <p:nvPr/>
        </p:nvPicPr>
        <p:blipFill>
          <a:blip r:embed="rId3"/>
          <a:stretch>
            <a:fillRect/>
          </a:stretch>
        </p:blipFill>
        <p:spPr>
          <a:xfrm>
            <a:off x="0" y="1255"/>
            <a:ext cx="9144000" cy="5140990"/>
          </a:xfrm>
          <a:prstGeom prst="rect">
            <a:avLst/>
          </a:prstGeom>
        </p:spPr>
      </p:pic>
    </p:spTree>
    <p:extLst>
      <p:ext uri="{BB962C8B-B14F-4D97-AF65-F5344CB8AC3E}">
        <p14:creationId xmlns:p14="http://schemas.microsoft.com/office/powerpoint/2010/main" val="1981539220"/>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4E46C4F5-FFBF-1158-BA71-EBF16887E0B5}"/>
            </a:ext>
          </a:extLst>
        </p:cNvPr>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86730658-0A4E-B27D-3DE2-8DCDD26F8813}"/>
              </a:ext>
            </a:extLst>
          </p:cNvPr>
          <p:cNvPicPr>
            <a:picLocks noChangeAspect="1"/>
          </p:cNvPicPr>
          <p:nvPr/>
        </p:nvPicPr>
        <p:blipFill>
          <a:blip r:embed="rId3"/>
          <a:stretch>
            <a:fillRect/>
          </a:stretch>
        </p:blipFill>
        <p:spPr>
          <a:xfrm>
            <a:off x="0" y="1255"/>
            <a:ext cx="9144000" cy="5140990"/>
          </a:xfrm>
          <a:prstGeom prst="rect">
            <a:avLst/>
          </a:prstGeom>
        </p:spPr>
      </p:pic>
    </p:spTree>
    <p:extLst>
      <p:ext uri="{BB962C8B-B14F-4D97-AF65-F5344CB8AC3E}">
        <p14:creationId xmlns:p14="http://schemas.microsoft.com/office/powerpoint/2010/main" val="4089225009"/>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2648BECE-2DBD-6643-0D11-11817DAE217D}"/>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4AFDE3D4-42FD-8D3F-601C-6917961B7914}"/>
              </a:ext>
            </a:extLst>
          </p:cNvPr>
          <p:cNvPicPr>
            <a:picLocks noChangeAspect="1"/>
          </p:cNvPicPr>
          <p:nvPr/>
        </p:nvPicPr>
        <p:blipFill>
          <a:blip r:embed="rId3"/>
          <a:stretch>
            <a:fillRect/>
          </a:stretch>
        </p:blipFill>
        <p:spPr>
          <a:xfrm>
            <a:off x="0" y="1255"/>
            <a:ext cx="9144000" cy="5140990"/>
          </a:xfrm>
          <a:prstGeom prst="rect">
            <a:avLst/>
          </a:prstGeom>
        </p:spPr>
      </p:pic>
    </p:spTree>
    <p:extLst>
      <p:ext uri="{BB962C8B-B14F-4D97-AF65-F5344CB8AC3E}">
        <p14:creationId xmlns:p14="http://schemas.microsoft.com/office/powerpoint/2010/main" val="3123218880"/>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DD40C8F2-F8B8-F398-4D4E-E3C117FF6356}"/>
            </a:ext>
          </a:extLst>
        </p:cNvPr>
        <p:cNvGrpSpPr/>
        <p:nvPr/>
      </p:nvGrpSpPr>
      <p:grpSpPr>
        <a:xfrm>
          <a:off x="0" y="0"/>
          <a:ext cx="0" cy="0"/>
          <a:chOff x="0" y="0"/>
          <a:chExt cx="0" cy="0"/>
        </a:xfrm>
      </p:grpSpPr>
      <p:pic>
        <p:nvPicPr>
          <p:cNvPr id="3" name="Picture 2" descr="A screenshot of a video game&#10;&#10;Description automatically generated">
            <a:extLst>
              <a:ext uri="{FF2B5EF4-FFF2-40B4-BE49-F238E27FC236}">
                <a16:creationId xmlns:a16="http://schemas.microsoft.com/office/drawing/2014/main" id="{A891A827-2BF7-F877-A8A5-96C96422F844}"/>
              </a:ext>
            </a:extLst>
          </p:cNvPr>
          <p:cNvPicPr>
            <a:picLocks noChangeAspect="1"/>
          </p:cNvPicPr>
          <p:nvPr/>
        </p:nvPicPr>
        <p:blipFill>
          <a:blip r:embed="rId3"/>
          <a:stretch>
            <a:fillRect/>
          </a:stretch>
        </p:blipFill>
        <p:spPr>
          <a:xfrm>
            <a:off x="0" y="1255"/>
            <a:ext cx="9144000" cy="5140990"/>
          </a:xfrm>
          <a:prstGeom prst="rect">
            <a:avLst/>
          </a:prstGeom>
        </p:spPr>
      </p:pic>
    </p:spTree>
    <p:extLst>
      <p:ext uri="{BB962C8B-B14F-4D97-AF65-F5344CB8AC3E}">
        <p14:creationId xmlns:p14="http://schemas.microsoft.com/office/powerpoint/2010/main" val="2139260811"/>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EEEEFDF6-60D6-1D5C-C91B-EE1DA548E6D8}"/>
            </a:ext>
          </a:extLst>
        </p:cNvPr>
        <p:cNvGrpSpPr/>
        <p:nvPr/>
      </p:nvGrpSpPr>
      <p:grpSpPr>
        <a:xfrm>
          <a:off x="0" y="0"/>
          <a:ext cx="0" cy="0"/>
          <a:chOff x="0" y="0"/>
          <a:chExt cx="0" cy="0"/>
        </a:xfrm>
      </p:grpSpPr>
      <p:pic>
        <p:nvPicPr>
          <p:cNvPr id="3" name="Picture 2" descr="A screenshot of a clock&#10;&#10;Description automatically generated">
            <a:extLst>
              <a:ext uri="{FF2B5EF4-FFF2-40B4-BE49-F238E27FC236}">
                <a16:creationId xmlns:a16="http://schemas.microsoft.com/office/drawing/2014/main" id="{D9E9B206-7E35-F4B2-7BCC-00D904566831}"/>
              </a:ext>
            </a:extLst>
          </p:cNvPr>
          <p:cNvPicPr>
            <a:picLocks noChangeAspect="1"/>
          </p:cNvPicPr>
          <p:nvPr/>
        </p:nvPicPr>
        <p:blipFill>
          <a:blip r:embed="rId3"/>
          <a:stretch>
            <a:fillRect/>
          </a:stretch>
        </p:blipFill>
        <p:spPr>
          <a:xfrm>
            <a:off x="0" y="1255"/>
            <a:ext cx="9144000" cy="5140990"/>
          </a:xfrm>
          <a:prstGeom prst="rect">
            <a:avLst/>
          </a:prstGeom>
        </p:spPr>
      </p:pic>
    </p:spTree>
    <p:extLst>
      <p:ext uri="{BB962C8B-B14F-4D97-AF65-F5344CB8AC3E}">
        <p14:creationId xmlns:p14="http://schemas.microsoft.com/office/powerpoint/2010/main" val="162124966"/>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92">
          <a:extLst>
            <a:ext uri="{FF2B5EF4-FFF2-40B4-BE49-F238E27FC236}">
              <a16:creationId xmlns:a16="http://schemas.microsoft.com/office/drawing/2014/main" id="{5E336450-5EC8-3AC8-73D7-041DEDB35057}"/>
            </a:ext>
          </a:extLst>
        </p:cNvPr>
        <p:cNvGrpSpPr/>
        <p:nvPr/>
      </p:nvGrpSpPr>
      <p:grpSpPr>
        <a:xfrm>
          <a:off x="0" y="0"/>
          <a:ext cx="0" cy="0"/>
          <a:chOff x="0" y="0"/>
          <a:chExt cx="0" cy="0"/>
        </a:xfrm>
      </p:grpSpPr>
      <p:sp>
        <p:nvSpPr>
          <p:cNvPr id="1093" name="Google Shape;1093;p25">
            <a:extLst>
              <a:ext uri="{FF2B5EF4-FFF2-40B4-BE49-F238E27FC236}">
                <a16:creationId xmlns:a16="http://schemas.microsoft.com/office/drawing/2014/main" id="{BA31BEE7-A9E3-2BC7-7151-1046A03D38AC}"/>
              </a:ext>
            </a:extLst>
          </p:cNvPr>
          <p:cNvSpPr txBox="1">
            <a:spLocks noGrp="1"/>
          </p:cNvSpPr>
          <p:nvPr>
            <p:ph type="title"/>
          </p:nvPr>
        </p:nvSpPr>
        <p:spPr>
          <a:xfrm>
            <a:off x="452548" y="391533"/>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6.0 Outcome</a:t>
            </a:r>
            <a:endParaRPr sz="2800" dirty="0"/>
          </a:p>
        </p:txBody>
      </p:sp>
      <p:grpSp>
        <p:nvGrpSpPr>
          <p:cNvPr id="1204" name="Google Shape;1204;p25">
            <a:extLst>
              <a:ext uri="{FF2B5EF4-FFF2-40B4-BE49-F238E27FC236}">
                <a16:creationId xmlns:a16="http://schemas.microsoft.com/office/drawing/2014/main" id="{AC59BB30-FA3A-580D-36DC-9D0456C1B39E}"/>
              </a:ext>
            </a:extLst>
          </p:cNvPr>
          <p:cNvGrpSpPr/>
          <p:nvPr/>
        </p:nvGrpSpPr>
        <p:grpSpPr>
          <a:xfrm>
            <a:off x="7068211" y="339198"/>
            <a:ext cx="455009" cy="454080"/>
            <a:chOff x="3363305" y="1063034"/>
            <a:chExt cx="455009" cy="454080"/>
          </a:xfrm>
        </p:grpSpPr>
        <p:sp>
          <p:nvSpPr>
            <p:cNvPr id="1205" name="Google Shape;1205;p25">
              <a:extLst>
                <a:ext uri="{FF2B5EF4-FFF2-40B4-BE49-F238E27FC236}">
                  <a16:creationId xmlns:a16="http://schemas.microsoft.com/office/drawing/2014/main" id="{B3CF5B90-53A8-0776-087C-00FC781E966F}"/>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a:extLst>
                <a:ext uri="{FF2B5EF4-FFF2-40B4-BE49-F238E27FC236}">
                  <a16:creationId xmlns:a16="http://schemas.microsoft.com/office/drawing/2014/main" id="{67D26070-616D-37C0-A271-49F90289D047}"/>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a:extLst>
                <a:ext uri="{FF2B5EF4-FFF2-40B4-BE49-F238E27FC236}">
                  <a16:creationId xmlns:a16="http://schemas.microsoft.com/office/drawing/2014/main" id="{93FBC39A-D7D3-A90A-8AD5-F0A5285D605B}"/>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a:extLst>
                <a:ext uri="{FF2B5EF4-FFF2-40B4-BE49-F238E27FC236}">
                  <a16:creationId xmlns:a16="http://schemas.microsoft.com/office/drawing/2014/main" id="{FC21EE8C-AB44-E2D5-7E9D-232CA7D2ECF3}"/>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a:extLst>
                <a:ext uri="{FF2B5EF4-FFF2-40B4-BE49-F238E27FC236}">
                  <a16:creationId xmlns:a16="http://schemas.microsoft.com/office/drawing/2014/main" id="{656953EC-F489-7A5C-186D-EB36C5A6F3F5}"/>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a:extLst>
                <a:ext uri="{FF2B5EF4-FFF2-40B4-BE49-F238E27FC236}">
                  <a16:creationId xmlns:a16="http://schemas.microsoft.com/office/drawing/2014/main" id="{46288BE9-98D8-FE61-4538-61F1FC08F850}"/>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a:extLst>
                <a:ext uri="{FF2B5EF4-FFF2-40B4-BE49-F238E27FC236}">
                  <a16:creationId xmlns:a16="http://schemas.microsoft.com/office/drawing/2014/main" id="{AE781DB2-2797-63AF-EE28-41972C515554}"/>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a:extLst>
                <a:ext uri="{FF2B5EF4-FFF2-40B4-BE49-F238E27FC236}">
                  <a16:creationId xmlns:a16="http://schemas.microsoft.com/office/drawing/2014/main" id="{DF19AFEC-F4D3-5AD5-AECB-F9395492D708}"/>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a:extLst>
                <a:ext uri="{FF2B5EF4-FFF2-40B4-BE49-F238E27FC236}">
                  <a16:creationId xmlns:a16="http://schemas.microsoft.com/office/drawing/2014/main" id="{64CDD31E-D0FB-C28B-B2F0-A5CBBE0F011C}"/>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a:extLst>
                <a:ext uri="{FF2B5EF4-FFF2-40B4-BE49-F238E27FC236}">
                  <a16:creationId xmlns:a16="http://schemas.microsoft.com/office/drawing/2014/main" id="{46DD8A82-86DF-C470-BCF4-047CA44429CB}"/>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a:extLst>
                <a:ext uri="{FF2B5EF4-FFF2-40B4-BE49-F238E27FC236}">
                  <a16:creationId xmlns:a16="http://schemas.microsoft.com/office/drawing/2014/main" id="{83CFEC38-DF71-FC10-FFD4-A4B66AC58D85}"/>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a:extLst>
                <a:ext uri="{FF2B5EF4-FFF2-40B4-BE49-F238E27FC236}">
                  <a16:creationId xmlns:a16="http://schemas.microsoft.com/office/drawing/2014/main" id="{868108D4-76E0-A3EA-7826-F3FF57C1FEF9}"/>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a:extLst>
                <a:ext uri="{FF2B5EF4-FFF2-40B4-BE49-F238E27FC236}">
                  <a16:creationId xmlns:a16="http://schemas.microsoft.com/office/drawing/2014/main" id="{76AA1119-9F8B-97CF-CE52-CBCB742A16EC}"/>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a:extLst>
                <a:ext uri="{FF2B5EF4-FFF2-40B4-BE49-F238E27FC236}">
                  <a16:creationId xmlns:a16="http://schemas.microsoft.com/office/drawing/2014/main" id="{2A087054-38D9-F5F6-6861-BEE6A0A0F47C}"/>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a:extLst>
                <a:ext uri="{FF2B5EF4-FFF2-40B4-BE49-F238E27FC236}">
                  <a16:creationId xmlns:a16="http://schemas.microsoft.com/office/drawing/2014/main" id="{4B931D03-FBD9-D2CC-E1B0-5923E202AF95}"/>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a:extLst>
                <a:ext uri="{FF2B5EF4-FFF2-40B4-BE49-F238E27FC236}">
                  <a16:creationId xmlns:a16="http://schemas.microsoft.com/office/drawing/2014/main" id="{296B190E-8037-D78F-C9DF-BED8E9CFFAC4}"/>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a:extLst>
                <a:ext uri="{FF2B5EF4-FFF2-40B4-BE49-F238E27FC236}">
                  <a16:creationId xmlns:a16="http://schemas.microsoft.com/office/drawing/2014/main" id="{6565C610-EE44-010F-4663-EDCE38BAE76A}"/>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a:extLst>
                <a:ext uri="{FF2B5EF4-FFF2-40B4-BE49-F238E27FC236}">
                  <a16:creationId xmlns:a16="http://schemas.microsoft.com/office/drawing/2014/main" id="{CA837510-7AE6-4E1F-5454-F56A540BC127}"/>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a:extLst>
                <a:ext uri="{FF2B5EF4-FFF2-40B4-BE49-F238E27FC236}">
                  <a16:creationId xmlns:a16="http://schemas.microsoft.com/office/drawing/2014/main" id="{E63F8089-2BD3-9995-28E2-443D75F5F8A7}"/>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a:extLst>
                <a:ext uri="{FF2B5EF4-FFF2-40B4-BE49-F238E27FC236}">
                  <a16:creationId xmlns:a16="http://schemas.microsoft.com/office/drawing/2014/main" id="{9492A9BB-FD42-631D-D396-22D198387E71}"/>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a:extLst>
                <a:ext uri="{FF2B5EF4-FFF2-40B4-BE49-F238E27FC236}">
                  <a16:creationId xmlns:a16="http://schemas.microsoft.com/office/drawing/2014/main" id="{CF00ED77-F4B8-4ABB-9F20-E2BA0B075C32}"/>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a:extLst>
                <a:ext uri="{FF2B5EF4-FFF2-40B4-BE49-F238E27FC236}">
                  <a16:creationId xmlns:a16="http://schemas.microsoft.com/office/drawing/2014/main" id="{8CC1C288-E516-0F38-551B-A89D9C5B7B9B}"/>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461D59A2-9BA9-E568-86FF-4F6D73B5D1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1108" name="Google Shape;1562;p28">
            <a:extLst>
              <a:ext uri="{FF2B5EF4-FFF2-40B4-BE49-F238E27FC236}">
                <a16:creationId xmlns:a16="http://schemas.microsoft.com/office/drawing/2014/main" id="{71C98367-64FF-77B1-EFBA-50C63BD4FCFD}"/>
              </a:ext>
            </a:extLst>
          </p:cNvPr>
          <p:cNvSpPr>
            <a:spLocks/>
          </p:cNvSpPr>
          <p:nvPr/>
        </p:nvSpPr>
        <p:spPr>
          <a:xfrm>
            <a:off x="241300" y="20979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6" name="TextBox 15">
            <a:extLst>
              <a:ext uri="{FF2B5EF4-FFF2-40B4-BE49-F238E27FC236}">
                <a16:creationId xmlns:a16="http://schemas.microsoft.com/office/drawing/2014/main" id="{81912B91-9D0B-0343-FD72-E6EBE5B31587}"/>
              </a:ext>
            </a:extLst>
          </p:cNvPr>
          <p:cNvSpPr txBox="1"/>
          <p:nvPr/>
        </p:nvSpPr>
        <p:spPr>
          <a:xfrm>
            <a:off x="3281028" y="1211567"/>
            <a:ext cx="2581941" cy="307777"/>
          </a:xfrm>
          <a:prstGeom prst="rect">
            <a:avLst/>
          </a:prstGeom>
          <a:noFill/>
        </p:spPr>
        <p:txBody>
          <a:bodyPr wrap="square">
            <a:spAutoFit/>
          </a:bodyPr>
          <a:lstStyle/>
          <a:p>
            <a:r>
              <a:rPr lang="en-US" dirty="0">
                <a:solidFill>
                  <a:schemeClr val="dk1"/>
                </a:solidFill>
                <a:latin typeface="Montserrat SemiBold"/>
              </a:rPr>
              <a:t>6.1 Benefits of the System</a:t>
            </a:r>
          </a:p>
        </p:txBody>
      </p:sp>
      <p:sp>
        <p:nvSpPr>
          <p:cNvPr id="5" name="TextBox 4">
            <a:extLst>
              <a:ext uri="{FF2B5EF4-FFF2-40B4-BE49-F238E27FC236}">
                <a16:creationId xmlns:a16="http://schemas.microsoft.com/office/drawing/2014/main" id="{3DE5E52F-9836-B4E0-80AE-5F017E25C88D}"/>
              </a:ext>
            </a:extLst>
          </p:cNvPr>
          <p:cNvSpPr txBox="1"/>
          <p:nvPr/>
        </p:nvSpPr>
        <p:spPr>
          <a:xfrm>
            <a:off x="1386155" y="1575736"/>
            <a:ext cx="6371686" cy="1015663"/>
          </a:xfrm>
          <a:prstGeom prst="rect">
            <a:avLst/>
          </a:prstGeom>
          <a:noFill/>
        </p:spPr>
        <p:txBody>
          <a:bodyPr wrap="square">
            <a:spAutoFit/>
          </a:bodyPr>
          <a:lstStyle/>
          <a:p>
            <a:pPr marR="0" algn="ctr"/>
            <a:r>
              <a:rPr lang="en-US" sz="1200" dirty="0">
                <a:latin typeface="Montserrat Medium" panose="00000600000000000000" pitchFamily="2" charset="0"/>
                <a:cs typeface="Arial" panose="020B0604020202020204" pitchFamily="34" charset="0"/>
              </a:rPr>
              <a:t>The system enhances efficiency in learning by automating study session tracking, adaptive learning path generation, and progress analytics. It dynamically adjusts study plans based on performance data and provides curated content to suit different learning styles. Its streamlined operations ensure effective time management and consistent progress monitoring.</a:t>
            </a:r>
          </a:p>
        </p:txBody>
      </p:sp>
      <p:sp>
        <p:nvSpPr>
          <p:cNvPr id="3" name="TextBox 2">
            <a:extLst>
              <a:ext uri="{FF2B5EF4-FFF2-40B4-BE49-F238E27FC236}">
                <a16:creationId xmlns:a16="http://schemas.microsoft.com/office/drawing/2014/main" id="{41F26648-C4B4-EC5B-5603-60A6AFC6E4C3}"/>
              </a:ext>
            </a:extLst>
          </p:cNvPr>
          <p:cNvSpPr txBox="1"/>
          <p:nvPr/>
        </p:nvSpPr>
        <p:spPr>
          <a:xfrm>
            <a:off x="2778809" y="2906132"/>
            <a:ext cx="3586377" cy="307777"/>
          </a:xfrm>
          <a:prstGeom prst="rect">
            <a:avLst/>
          </a:prstGeom>
          <a:noFill/>
        </p:spPr>
        <p:txBody>
          <a:bodyPr wrap="square">
            <a:spAutoFit/>
          </a:bodyPr>
          <a:lstStyle/>
          <a:p>
            <a:r>
              <a:rPr lang="en-US" dirty="0">
                <a:solidFill>
                  <a:schemeClr val="dk1"/>
                </a:solidFill>
                <a:latin typeface="Montserrat SemiBold"/>
              </a:rPr>
              <a:t>6.2 Solutions Provided by the System</a:t>
            </a:r>
          </a:p>
        </p:txBody>
      </p:sp>
      <p:sp>
        <p:nvSpPr>
          <p:cNvPr id="4" name="TextBox 3">
            <a:extLst>
              <a:ext uri="{FF2B5EF4-FFF2-40B4-BE49-F238E27FC236}">
                <a16:creationId xmlns:a16="http://schemas.microsoft.com/office/drawing/2014/main" id="{E7F9770A-3A82-1B60-6492-4B01C1F2B77B}"/>
              </a:ext>
            </a:extLst>
          </p:cNvPr>
          <p:cNvSpPr txBox="1"/>
          <p:nvPr/>
        </p:nvSpPr>
        <p:spPr>
          <a:xfrm>
            <a:off x="1103902" y="3232542"/>
            <a:ext cx="6936194" cy="1200329"/>
          </a:xfrm>
          <a:prstGeom prst="rect">
            <a:avLst/>
          </a:prstGeom>
          <a:noFill/>
        </p:spPr>
        <p:txBody>
          <a:bodyPr wrap="square">
            <a:spAutoFit/>
          </a:bodyPr>
          <a:lstStyle/>
          <a:p>
            <a:pPr marR="0" algn="ctr"/>
            <a:r>
              <a:rPr lang="en-US" sz="1200" dirty="0">
                <a:latin typeface="Montserrat Medium" panose="00000600000000000000" pitchFamily="2" charset="0"/>
                <a:cs typeface="Arial" panose="020B0604020202020204" pitchFamily="34" charset="0"/>
              </a:rPr>
              <a:t>The system simplifies learning management by automating content recommendations, performance analysis, and study session scheduling. It ensures flexibility through customizable settings and integration with adaptive algorithms, enabling real-time adjustments to study plans. Notifications and reminders optimize system functionality by maintaining consistent engagement and reducing missed sessions.</a:t>
            </a:r>
          </a:p>
        </p:txBody>
      </p:sp>
      <p:pic>
        <p:nvPicPr>
          <p:cNvPr id="9" name="Picture 8">
            <a:extLst>
              <a:ext uri="{FF2B5EF4-FFF2-40B4-BE49-F238E27FC236}">
                <a16:creationId xmlns:a16="http://schemas.microsoft.com/office/drawing/2014/main" id="{5557F2A4-17D7-AA5F-8BAF-5B2DEA6815EC}"/>
              </a:ext>
            </a:extLst>
          </p:cNvPr>
          <p:cNvPicPr>
            <a:picLocks noChangeAspect="1"/>
          </p:cNvPicPr>
          <p:nvPr/>
        </p:nvPicPr>
        <p:blipFill>
          <a:blip r:embed="rId4"/>
          <a:stretch>
            <a:fillRect/>
          </a:stretch>
        </p:blipFill>
        <p:spPr>
          <a:xfrm>
            <a:off x="8277584" y="4432871"/>
            <a:ext cx="670618" cy="579170"/>
          </a:xfrm>
          <a:prstGeom prst="rect">
            <a:avLst/>
          </a:prstGeom>
        </p:spPr>
      </p:pic>
      <p:pic>
        <p:nvPicPr>
          <p:cNvPr id="11" name="Picture 10">
            <a:extLst>
              <a:ext uri="{FF2B5EF4-FFF2-40B4-BE49-F238E27FC236}">
                <a16:creationId xmlns:a16="http://schemas.microsoft.com/office/drawing/2014/main" id="{AFC2A842-DCAA-5C74-6515-7453DFF00EEC}"/>
              </a:ext>
            </a:extLst>
          </p:cNvPr>
          <p:cNvPicPr>
            <a:picLocks noChangeAspect="1"/>
          </p:cNvPicPr>
          <p:nvPr/>
        </p:nvPicPr>
        <p:blipFill>
          <a:blip r:embed="rId4"/>
          <a:stretch>
            <a:fillRect/>
          </a:stretch>
        </p:blipFill>
        <p:spPr>
          <a:xfrm>
            <a:off x="900921" y="555698"/>
            <a:ext cx="670618" cy="579170"/>
          </a:xfrm>
          <a:prstGeom prst="rect">
            <a:avLst/>
          </a:prstGeom>
        </p:spPr>
      </p:pic>
      <p:pic>
        <p:nvPicPr>
          <p:cNvPr id="12" name="Picture 11">
            <a:extLst>
              <a:ext uri="{FF2B5EF4-FFF2-40B4-BE49-F238E27FC236}">
                <a16:creationId xmlns:a16="http://schemas.microsoft.com/office/drawing/2014/main" id="{84B0AD31-EC6E-2E61-5580-6EF49E28F163}"/>
              </a:ext>
            </a:extLst>
          </p:cNvPr>
          <p:cNvPicPr>
            <a:picLocks noChangeAspect="1"/>
          </p:cNvPicPr>
          <p:nvPr/>
        </p:nvPicPr>
        <p:blipFill>
          <a:blip r:embed="rId4"/>
          <a:stretch>
            <a:fillRect/>
          </a:stretch>
        </p:blipFill>
        <p:spPr>
          <a:xfrm>
            <a:off x="260350" y="967065"/>
            <a:ext cx="670618" cy="579170"/>
          </a:xfrm>
          <a:prstGeom prst="rect">
            <a:avLst/>
          </a:prstGeom>
        </p:spPr>
      </p:pic>
    </p:spTree>
    <p:extLst>
      <p:ext uri="{BB962C8B-B14F-4D97-AF65-F5344CB8AC3E}">
        <p14:creationId xmlns:p14="http://schemas.microsoft.com/office/powerpoint/2010/main" val="10634028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92">
          <a:extLst>
            <a:ext uri="{FF2B5EF4-FFF2-40B4-BE49-F238E27FC236}">
              <a16:creationId xmlns:a16="http://schemas.microsoft.com/office/drawing/2014/main" id="{807B8C85-FC20-6EEA-A808-95E2FD2B722A}"/>
            </a:ext>
          </a:extLst>
        </p:cNvPr>
        <p:cNvGrpSpPr/>
        <p:nvPr/>
      </p:nvGrpSpPr>
      <p:grpSpPr>
        <a:xfrm>
          <a:off x="0" y="0"/>
          <a:ext cx="0" cy="0"/>
          <a:chOff x="0" y="0"/>
          <a:chExt cx="0" cy="0"/>
        </a:xfrm>
      </p:grpSpPr>
      <p:sp>
        <p:nvSpPr>
          <p:cNvPr id="1093" name="Google Shape;1093;p25">
            <a:extLst>
              <a:ext uri="{FF2B5EF4-FFF2-40B4-BE49-F238E27FC236}">
                <a16:creationId xmlns:a16="http://schemas.microsoft.com/office/drawing/2014/main" id="{27A66539-3997-0634-3442-A8DD3435ECF2}"/>
              </a:ext>
            </a:extLst>
          </p:cNvPr>
          <p:cNvSpPr txBox="1">
            <a:spLocks noGrp="1"/>
          </p:cNvSpPr>
          <p:nvPr>
            <p:ph type="title"/>
          </p:nvPr>
        </p:nvSpPr>
        <p:spPr>
          <a:xfrm>
            <a:off x="373990" y="388369"/>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6.0 Outcome</a:t>
            </a:r>
            <a:endParaRPr sz="2800" dirty="0"/>
          </a:p>
        </p:txBody>
      </p:sp>
      <p:grpSp>
        <p:nvGrpSpPr>
          <p:cNvPr id="1204" name="Google Shape;1204;p25">
            <a:extLst>
              <a:ext uri="{FF2B5EF4-FFF2-40B4-BE49-F238E27FC236}">
                <a16:creationId xmlns:a16="http://schemas.microsoft.com/office/drawing/2014/main" id="{56C4730B-55EC-FCA3-52DC-A4C894B3A626}"/>
              </a:ext>
            </a:extLst>
          </p:cNvPr>
          <p:cNvGrpSpPr/>
          <p:nvPr/>
        </p:nvGrpSpPr>
        <p:grpSpPr>
          <a:xfrm>
            <a:off x="7734001" y="932335"/>
            <a:ext cx="455009" cy="454080"/>
            <a:chOff x="3363305" y="1063034"/>
            <a:chExt cx="455009" cy="454080"/>
          </a:xfrm>
        </p:grpSpPr>
        <p:sp>
          <p:nvSpPr>
            <p:cNvPr id="1205" name="Google Shape;1205;p25">
              <a:extLst>
                <a:ext uri="{FF2B5EF4-FFF2-40B4-BE49-F238E27FC236}">
                  <a16:creationId xmlns:a16="http://schemas.microsoft.com/office/drawing/2014/main" id="{E4343DC4-9A49-3B6D-EED5-86E0103AA8DB}"/>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a:extLst>
                <a:ext uri="{FF2B5EF4-FFF2-40B4-BE49-F238E27FC236}">
                  <a16:creationId xmlns:a16="http://schemas.microsoft.com/office/drawing/2014/main" id="{0BC824F8-288A-D60B-891A-B57EB5B23120}"/>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a:extLst>
                <a:ext uri="{FF2B5EF4-FFF2-40B4-BE49-F238E27FC236}">
                  <a16:creationId xmlns:a16="http://schemas.microsoft.com/office/drawing/2014/main" id="{B4695CE4-EA12-CE55-BD6B-3DEA28797A6F}"/>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a:extLst>
                <a:ext uri="{FF2B5EF4-FFF2-40B4-BE49-F238E27FC236}">
                  <a16:creationId xmlns:a16="http://schemas.microsoft.com/office/drawing/2014/main" id="{0D118F39-5060-4656-01C9-5E294942D4EB}"/>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a:extLst>
                <a:ext uri="{FF2B5EF4-FFF2-40B4-BE49-F238E27FC236}">
                  <a16:creationId xmlns:a16="http://schemas.microsoft.com/office/drawing/2014/main" id="{19FCD53B-3A14-3D15-8B74-A14D72384C86}"/>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a:extLst>
                <a:ext uri="{FF2B5EF4-FFF2-40B4-BE49-F238E27FC236}">
                  <a16:creationId xmlns:a16="http://schemas.microsoft.com/office/drawing/2014/main" id="{7248A55F-167C-A2E0-380A-991AE9FE7BA8}"/>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a:extLst>
                <a:ext uri="{FF2B5EF4-FFF2-40B4-BE49-F238E27FC236}">
                  <a16:creationId xmlns:a16="http://schemas.microsoft.com/office/drawing/2014/main" id="{66C22F40-C7AC-AEBC-0B01-A08EDCD1B93B}"/>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a:extLst>
                <a:ext uri="{FF2B5EF4-FFF2-40B4-BE49-F238E27FC236}">
                  <a16:creationId xmlns:a16="http://schemas.microsoft.com/office/drawing/2014/main" id="{4163F227-8830-7E27-973A-37AF69C5E0E3}"/>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a:extLst>
                <a:ext uri="{FF2B5EF4-FFF2-40B4-BE49-F238E27FC236}">
                  <a16:creationId xmlns:a16="http://schemas.microsoft.com/office/drawing/2014/main" id="{D5182459-5E6F-13B9-9334-BA610BD42AE2}"/>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a:extLst>
                <a:ext uri="{FF2B5EF4-FFF2-40B4-BE49-F238E27FC236}">
                  <a16:creationId xmlns:a16="http://schemas.microsoft.com/office/drawing/2014/main" id="{E393A450-7D74-DF3F-BFAE-09C00EE39D64}"/>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a:extLst>
                <a:ext uri="{FF2B5EF4-FFF2-40B4-BE49-F238E27FC236}">
                  <a16:creationId xmlns:a16="http://schemas.microsoft.com/office/drawing/2014/main" id="{22D96C85-2825-2FDC-8A78-969DA265C841}"/>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a:extLst>
                <a:ext uri="{FF2B5EF4-FFF2-40B4-BE49-F238E27FC236}">
                  <a16:creationId xmlns:a16="http://schemas.microsoft.com/office/drawing/2014/main" id="{3BB5FDB5-6242-DCCE-86A2-D12F7CBA4D87}"/>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a:extLst>
                <a:ext uri="{FF2B5EF4-FFF2-40B4-BE49-F238E27FC236}">
                  <a16:creationId xmlns:a16="http://schemas.microsoft.com/office/drawing/2014/main" id="{2FFF04E2-18C5-7C39-8D1B-0FAE63531EF3}"/>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a:extLst>
                <a:ext uri="{FF2B5EF4-FFF2-40B4-BE49-F238E27FC236}">
                  <a16:creationId xmlns:a16="http://schemas.microsoft.com/office/drawing/2014/main" id="{08F0C862-ADA7-104F-DF0E-90A19DDAB0EB}"/>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a:extLst>
                <a:ext uri="{FF2B5EF4-FFF2-40B4-BE49-F238E27FC236}">
                  <a16:creationId xmlns:a16="http://schemas.microsoft.com/office/drawing/2014/main" id="{C516C12F-F860-4E24-5A6F-2ABDDF1871DE}"/>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a:extLst>
                <a:ext uri="{FF2B5EF4-FFF2-40B4-BE49-F238E27FC236}">
                  <a16:creationId xmlns:a16="http://schemas.microsoft.com/office/drawing/2014/main" id="{F0F486AF-66E1-79EE-045D-59CBD928D73E}"/>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a:extLst>
                <a:ext uri="{FF2B5EF4-FFF2-40B4-BE49-F238E27FC236}">
                  <a16:creationId xmlns:a16="http://schemas.microsoft.com/office/drawing/2014/main" id="{325A8A33-6EB2-B12D-5D6C-14BE53B304E7}"/>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a:extLst>
                <a:ext uri="{FF2B5EF4-FFF2-40B4-BE49-F238E27FC236}">
                  <a16:creationId xmlns:a16="http://schemas.microsoft.com/office/drawing/2014/main" id="{BF60BD07-2772-3668-553E-E57FF1092F1A}"/>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a:extLst>
                <a:ext uri="{FF2B5EF4-FFF2-40B4-BE49-F238E27FC236}">
                  <a16:creationId xmlns:a16="http://schemas.microsoft.com/office/drawing/2014/main" id="{1E5A8694-05F8-B6EC-BBC9-2EB9F83EFA0E}"/>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a:extLst>
                <a:ext uri="{FF2B5EF4-FFF2-40B4-BE49-F238E27FC236}">
                  <a16:creationId xmlns:a16="http://schemas.microsoft.com/office/drawing/2014/main" id="{EC49A20C-639E-1882-C1CA-DF5D9866A21D}"/>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a:extLst>
                <a:ext uri="{FF2B5EF4-FFF2-40B4-BE49-F238E27FC236}">
                  <a16:creationId xmlns:a16="http://schemas.microsoft.com/office/drawing/2014/main" id="{2EEA3181-E665-CC87-38E1-FD922425E375}"/>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a:extLst>
                <a:ext uri="{FF2B5EF4-FFF2-40B4-BE49-F238E27FC236}">
                  <a16:creationId xmlns:a16="http://schemas.microsoft.com/office/drawing/2014/main" id="{7DDA14B3-9B44-9D71-C3F0-33EFF67A1F2A}"/>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F6997B6F-2533-86B3-3C4F-03DDB10AC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1562;p28">
            <a:extLst>
              <a:ext uri="{FF2B5EF4-FFF2-40B4-BE49-F238E27FC236}">
                <a16:creationId xmlns:a16="http://schemas.microsoft.com/office/drawing/2014/main" id="{7C94C111-4015-1FC0-65C0-79DFCA6D9AB6}"/>
              </a:ext>
            </a:extLst>
          </p:cNvPr>
          <p:cNvSpPr>
            <a:spLocks/>
          </p:cNvSpPr>
          <p:nvPr/>
        </p:nvSpPr>
        <p:spPr>
          <a:xfrm>
            <a:off x="311614" y="356139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4" name="Google Shape;1562;p28">
            <a:extLst>
              <a:ext uri="{FF2B5EF4-FFF2-40B4-BE49-F238E27FC236}">
                <a16:creationId xmlns:a16="http://schemas.microsoft.com/office/drawing/2014/main" id="{8C3737E7-4FE4-99D3-8224-B57100A1B9A4}"/>
              </a:ext>
            </a:extLst>
          </p:cNvPr>
          <p:cNvSpPr>
            <a:spLocks/>
          </p:cNvSpPr>
          <p:nvPr/>
        </p:nvSpPr>
        <p:spPr>
          <a:xfrm>
            <a:off x="1386156" y="412299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5" name="Google Shape;1562;p28">
            <a:extLst>
              <a:ext uri="{FF2B5EF4-FFF2-40B4-BE49-F238E27FC236}">
                <a16:creationId xmlns:a16="http://schemas.microsoft.com/office/drawing/2014/main" id="{32749E37-3746-3B5C-FEA3-62385AAE66DB}"/>
              </a:ext>
            </a:extLst>
          </p:cNvPr>
          <p:cNvSpPr>
            <a:spLocks/>
          </p:cNvSpPr>
          <p:nvPr/>
        </p:nvSpPr>
        <p:spPr>
          <a:xfrm>
            <a:off x="8372327" y="3422525"/>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8" name="TextBox 17">
            <a:extLst>
              <a:ext uri="{FF2B5EF4-FFF2-40B4-BE49-F238E27FC236}">
                <a16:creationId xmlns:a16="http://schemas.microsoft.com/office/drawing/2014/main" id="{5274BE58-B7ED-9B4B-1E66-DC0595F1562C}"/>
              </a:ext>
            </a:extLst>
          </p:cNvPr>
          <p:cNvSpPr txBox="1"/>
          <p:nvPr/>
        </p:nvSpPr>
        <p:spPr>
          <a:xfrm>
            <a:off x="1386156" y="2184660"/>
            <a:ext cx="6371686" cy="1015663"/>
          </a:xfrm>
          <a:prstGeom prst="rect">
            <a:avLst/>
          </a:prstGeom>
          <a:noFill/>
        </p:spPr>
        <p:txBody>
          <a:bodyPr wrap="square">
            <a:spAutoFit/>
          </a:bodyPr>
          <a:lstStyle/>
          <a:p>
            <a:pPr algn="ctr"/>
            <a:r>
              <a:rPr lang="en-US" sz="1200" dirty="0">
                <a:latin typeface="Montserrat Medium" panose="00000600000000000000" pitchFamily="2" charset="0"/>
                <a:cs typeface="Arial" panose="020B0604020202020204" pitchFamily="34" charset="0"/>
              </a:rPr>
              <a:t>The system relies heavily on stable internet connectivity and frequent updates, which may lead to technical issues during downtime. Compatibility challenges with diverse curriculum standards could limit its scalability in some regions. Additionally, high development and maintenance requirements may impact long-term cost-effectiveness for smaller institutions.</a:t>
            </a:r>
          </a:p>
        </p:txBody>
      </p:sp>
      <p:sp>
        <p:nvSpPr>
          <p:cNvPr id="6" name="TextBox 5">
            <a:extLst>
              <a:ext uri="{FF2B5EF4-FFF2-40B4-BE49-F238E27FC236}">
                <a16:creationId xmlns:a16="http://schemas.microsoft.com/office/drawing/2014/main" id="{453430F9-45CB-16C3-2FB6-F698722D8C00}"/>
              </a:ext>
            </a:extLst>
          </p:cNvPr>
          <p:cNvSpPr txBox="1"/>
          <p:nvPr/>
        </p:nvSpPr>
        <p:spPr>
          <a:xfrm>
            <a:off x="3131632" y="1667342"/>
            <a:ext cx="2880735" cy="307777"/>
          </a:xfrm>
          <a:prstGeom prst="rect">
            <a:avLst/>
          </a:prstGeom>
          <a:noFill/>
        </p:spPr>
        <p:txBody>
          <a:bodyPr wrap="square">
            <a:spAutoFit/>
          </a:bodyPr>
          <a:lstStyle/>
          <a:p>
            <a:r>
              <a:rPr lang="en-US" dirty="0">
                <a:solidFill>
                  <a:schemeClr val="dk1"/>
                </a:solidFill>
                <a:latin typeface="Montserrat SemiBold"/>
              </a:rPr>
              <a:t>6.3 Limitations of the System</a:t>
            </a:r>
          </a:p>
        </p:txBody>
      </p:sp>
      <p:sp>
        <p:nvSpPr>
          <p:cNvPr id="9" name="Google Shape;1562;p28">
            <a:extLst>
              <a:ext uri="{FF2B5EF4-FFF2-40B4-BE49-F238E27FC236}">
                <a16:creationId xmlns:a16="http://schemas.microsoft.com/office/drawing/2014/main" id="{1563EE30-E459-5CBA-2F66-25A5705D4263}"/>
              </a:ext>
            </a:extLst>
          </p:cNvPr>
          <p:cNvSpPr>
            <a:spLocks/>
          </p:cNvSpPr>
          <p:nvPr/>
        </p:nvSpPr>
        <p:spPr>
          <a:xfrm>
            <a:off x="7876429" y="4193531"/>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 name="Google Shape;1562;p28">
            <a:extLst>
              <a:ext uri="{FF2B5EF4-FFF2-40B4-BE49-F238E27FC236}">
                <a16:creationId xmlns:a16="http://schemas.microsoft.com/office/drawing/2014/main" id="{3DDCB63B-62FE-832E-BB38-1DF7388E7F95}"/>
              </a:ext>
            </a:extLst>
          </p:cNvPr>
          <p:cNvSpPr>
            <a:spLocks/>
          </p:cNvSpPr>
          <p:nvPr/>
        </p:nvSpPr>
        <p:spPr>
          <a:xfrm>
            <a:off x="7310153" y="346691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17502258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92">
          <a:extLst>
            <a:ext uri="{FF2B5EF4-FFF2-40B4-BE49-F238E27FC236}">
              <a16:creationId xmlns:a16="http://schemas.microsoft.com/office/drawing/2014/main" id="{D353B37A-3A4E-B35A-D8CC-6113A7AE3029}"/>
            </a:ext>
          </a:extLst>
        </p:cNvPr>
        <p:cNvGrpSpPr/>
        <p:nvPr/>
      </p:nvGrpSpPr>
      <p:grpSpPr>
        <a:xfrm>
          <a:off x="0" y="0"/>
          <a:ext cx="0" cy="0"/>
          <a:chOff x="0" y="0"/>
          <a:chExt cx="0" cy="0"/>
        </a:xfrm>
      </p:grpSpPr>
      <p:sp>
        <p:nvSpPr>
          <p:cNvPr id="1093" name="Google Shape;1093;p25">
            <a:extLst>
              <a:ext uri="{FF2B5EF4-FFF2-40B4-BE49-F238E27FC236}">
                <a16:creationId xmlns:a16="http://schemas.microsoft.com/office/drawing/2014/main" id="{E08463B5-8385-D926-BAB1-DEEEC6F0A204}"/>
              </a:ext>
            </a:extLst>
          </p:cNvPr>
          <p:cNvSpPr txBox="1">
            <a:spLocks noGrp="1"/>
          </p:cNvSpPr>
          <p:nvPr>
            <p:ph type="title"/>
          </p:nvPr>
        </p:nvSpPr>
        <p:spPr>
          <a:xfrm>
            <a:off x="373990" y="388369"/>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6.0 Outcome</a:t>
            </a:r>
            <a:endParaRPr sz="2800" dirty="0"/>
          </a:p>
        </p:txBody>
      </p:sp>
      <p:grpSp>
        <p:nvGrpSpPr>
          <p:cNvPr id="1204" name="Google Shape;1204;p25">
            <a:extLst>
              <a:ext uri="{FF2B5EF4-FFF2-40B4-BE49-F238E27FC236}">
                <a16:creationId xmlns:a16="http://schemas.microsoft.com/office/drawing/2014/main" id="{E5F45140-69E0-F137-071E-FB5994F191C7}"/>
              </a:ext>
            </a:extLst>
          </p:cNvPr>
          <p:cNvGrpSpPr/>
          <p:nvPr/>
        </p:nvGrpSpPr>
        <p:grpSpPr>
          <a:xfrm>
            <a:off x="6642761" y="463316"/>
            <a:ext cx="455009" cy="454080"/>
            <a:chOff x="3363305" y="1063034"/>
            <a:chExt cx="455009" cy="454080"/>
          </a:xfrm>
        </p:grpSpPr>
        <p:sp>
          <p:nvSpPr>
            <p:cNvPr id="1205" name="Google Shape;1205;p25">
              <a:extLst>
                <a:ext uri="{FF2B5EF4-FFF2-40B4-BE49-F238E27FC236}">
                  <a16:creationId xmlns:a16="http://schemas.microsoft.com/office/drawing/2014/main" id="{ED84238A-56E2-FFF3-355C-130651C8C807}"/>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a:extLst>
                <a:ext uri="{FF2B5EF4-FFF2-40B4-BE49-F238E27FC236}">
                  <a16:creationId xmlns:a16="http://schemas.microsoft.com/office/drawing/2014/main" id="{745E6BC6-F121-A8DF-46F1-757B596E526C}"/>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a:extLst>
                <a:ext uri="{FF2B5EF4-FFF2-40B4-BE49-F238E27FC236}">
                  <a16:creationId xmlns:a16="http://schemas.microsoft.com/office/drawing/2014/main" id="{E3B587AA-8229-5162-859F-768BF8F56ECF}"/>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a:extLst>
                <a:ext uri="{FF2B5EF4-FFF2-40B4-BE49-F238E27FC236}">
                  <a16:creationId xmlns:a16="http://schemas.microsoft.com/office/drawing/2014/main" id="{C0F3A324-4DD8-2D49-1374-E7D4268AD595}"/>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a:extLst>
                <a:ext uri="{FF2B5EF4-FFF2-40B4-BE49-F238E27FC236}">
                  <a16:creationId xmlns:a16="http://schemas.microsoft.com/office/drawing/2014/main" id="{4A222696-B2CB-5C33-8AC7-AFC905657282}"/>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a:extLst>
                <a:ext uri="{FF2B5EF4-FFF2-40B4-BE49-F238E27FC236}">
                  <a16:creationId xmlns:a16="http://schemas.microsoft.com/office/drawing/2014/main" id="{58C00684-E827-BBB2-673B-2C266E9A9B80}"/>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a:extLst>
                <a:ext uri="{FF2B5EF4-FFF2-40B4-BE49-F238E27FC236}">
                  <a16:creationId xmlns:a16="http://schemas.microsoft.com/office/drawing/2014/main" id="{A424217B-BFE9-12C8-A3B1-50DC544F46DA}"/>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a:extLst>
                <a:ext uri="{FF2B5EF4-FFF2-40B4-BE49-F238E27FC236}">
                  <a16:creationId xmlns:a16="http://schemas.microsoft.com/office/drawing/2014/main" id="{8BC82EA9-C23C-3283-C972-50EAA04E1098}"/>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a:extLst>
                <a:ext uri="{FF2B5EF4-FFF2-40B4-BE49-F238E27FC236}">
                  <a16:creationId xmlns:a16="http://schemas.microsoft.com/office/drawing/2014/main" id="{F71F59C7-D9D3-4F3B-D06B-A052A5954030}"/>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a:extLst>
                <a:ext uri="{FF2B5EF4-FFF2-40B4-BE49-F238E27FC236}">
                  <a16:creationId xmlns:a16="http://schemas.microsoft.com/office/drawing/2014/main" id="{0E49974A-420C-D147-A55B-CB5A8A75AF47}"/>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a:extLst>
                <a:ext uri="{FF2B5EF4-FFF2-40B4-BE49-F238E27FC236}">
                  <a16:creationId xmlns:a16="http://schemas.microsoft.com/office/drawing/2014/main" id="{B5B8A244-F142-09C7-CA4B-FD372E1F578C}"/>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a:extLst>
                <a:ext uri="{FF2B5EF4-FFF2-40B4-BE49-F238E27FC236}">
                  <a16:creationId xmlns:a16="http://schemas.microsoft.com/office/drawing/2014/main" id="{54B315B5-5D6A-3190-12C8-30C6272D5B2D}"/>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a:extLst>
                <a:ext uri="{FF2B5EF4-FFF2-40B4-BE49-F238E27FC236}">
                  <a16:creationId xmlns:a16="http://schemas.microsoft.com/office/drawing/2014/main" id="{29766617-D807-D49C-55AB-0170896E3985}"/>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a:extLst>
                <a:ext uri="{FF2B5EF4-FFF2-40B4-BE49-F238E27FC236}">
                  <a16:creationId xmlns:a16="http://schemas.microsoft.com/office/drawing/2014/main" id="{DDAD1D8F-E287-C6BA-A9DC-FA245A86CD8D}"/>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a:extLst>
                <a:ext uri="{FF2B5EF4-FFF2-40B4-BE49-F238E27FC236}">
                  <a16:creationId xmlns:a16="http://schemas.microsoft.com/office/drawing/2014/main" id="{AE55E554-597E-4025-8253-32603133090E}"/>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a:extLst>
                <a:ext uri="{FF2B5EF4-FFF2-40B4-BE49-F238E27FC236}">
                  <a16:creationId xmlns:a16="http://schemas.microsoft.com/office/drawing/2014/main" id="{9F8A0886-A547-59E9-67C5-A6F894EE4C65}"/>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a:extLst>
                <a:ext uri="{FF2B5EF4-FFF2-40B4-BE49-F238E27FC236}">
                  <a16:creationId xmlns:a16="http://schemas.microsoft.com/office/drawing/2014/main" id="{CADDB439-4000-76B8-F765-AB26F83692CA}"/>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a:extLst>
                <a:ext uri="{FF2B5EF4-FFF2-40B4-BE49-F238E27FC236}">
                  <a16:creationId xmlns:a16="http://schemas.microsoft.com/office/drawing/2014/main" id="{CE3A0807-6F25-2908-6952-25B8B9083DB7}"/>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a:extLst>
                <a:ext uri="{FF2B5EF4-FFF2-40B4-BE49-F238E27FC236}">
                  <a16:creationId xmlns:a16="http://schemas.microsoft.com/office/drawing/2014/main" id="{0A06111C-7550-C90F-D372-92A28430E463}"/>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a:extLst>
                <a:ext uri="{FF2B5EF4-FFF2-40B4-BE49-F238E27FC236}">
                  <a16:creationId xmlns:a16="http://schemas.microsoft.com/office/drawing/2014/main" id="{ECE53FC4-2A6E-FA56-64A8-2A9FC55811EB}"/>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a:extLst>
                <a:ext uri="{FF2B5EF4-FFF2-40B4-BE49-F238E27FC236}">
                  <a16:creationId xmlns:a16="http://schemas.microsoft.com/office/drawing/2014/main" id="{89989BB3-B586-0975-326B-1CBB5140FAA5}"/>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a:extLst>
                <a:ext uri="{FF2B5EF4-FFF2-40B4-BE49-F238E27FC236}">
                  <a16:creationId xmlns:a16="http://schemas.microsoft.com/office/drawing/2014/main" id="{1CD8794C-9AF3-8385-A61D-2E1328DD2A1B}"/>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CBF676C4-8EE1-89D3-31F6-980E38F676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1562;p28">
            <a:extLst>
              <a:ext uri="{FF2B5EF4-FFF2-40B4-BE49-F238E27FC236}">
                <a16:creationId xmlns:a16="http://schemas.microsoft.com/office/drawing/2014/main" id="{A18F480F-9AD5-F274-F4DD-80DA34E3A866}"/>
              </a:ext>
            </a:extLst>
          </p:cNvPr>
          <p:cNvSpPr>
            <a:spLocks/>
          </p:cNvSpPr>
          <p:nvPr/>
        </p:nvSpPr>
        <p:spPr>
          <a:xfrm>
            <a:off x="311614" y="356139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4" name="Google Shape;1562;p28">
            <a:extLst>
              <a:ext uri="{FF2B5EF4-FFF2-40B4-BE49-F238E27FC236}">
                <a16:creationId xmlns:a16="http://schemas.microsoft.com/office/drawing/2014/main" id="{E41205A5-1191-BA8F-239E-C30B793B2769}"/>
              </a:ext>
            </a:extLst>
          </p:cNvPr>
          <p:cNvSpPr>
            <a:spLocks/>
          </p:cNvSpPr>
          <p:nvPr/>
        </p:nvSpPr>
        <p:spPr>
          <a:xfrm>
            <a:off x="1386156" y="412299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5" name="Google Shape;1562;p28">
            <a:extLst>
              <a:ext uri="{FF2B5EF4-FFF2-40B4-BE49-F238E27FC236}">
                <a16:creationId xmlns:a16="http://schemas.microsoft.com/office/drawing/2014/main" id="{E0E3940B-393E-BF4C-14CB-AF26D2BB305D}"/>
              </a:ext>
            </a:extLst>
          </p:cNvPr>
          <p:cNvSpPr>
            <a:spLocks/>
          </p:cNvSpPr>
          <p:nvPr/>
        </p:nvSpPr>
        <p:spPr>
          <a:xfrm>
            <a:off x="8372327" y="3422525"/>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8" name="TextBox 17">
            <a:extLst>
              <a:ext uri="{FF2B5EF4-FFF2-40B4-BE49-F238E27FC236}">
                <a16:creationId xmlns:a16="http://schemas.microsoft.com/office/drawing/2014/main" id="{66CD10FA-F147-0CB5-38D6-B57AEA764A24}"/>
              </a:ext>
            </a:extLst>
          </p:cNvPr>
          <p:cNvSpPr txBox="1"/>
          <p:nvPr/>
        </p:nvSpPr>
        <p:spPr>
          <a:xfrm>
            <a:off x="1386156" y="2184660"/>
            <a:ext cx="6371686" cy="1384995"/>
          </a:xfrm>
          <a:prstGeom prst="rect">
            <a:avLst/>
          </a:prstGeom>
          <a:noFill/>
        </p:spPr>
        <p:txBody>
          <a:bodyPr wrap="square">
            <a:spAutoFit/>
          </a:bodyPr>
          <a:lstStyle/>
          <a:p>
            <a:pPr algn="ctr"/>
            <a:r>
              <a:rPr lang="en-US" sz="1200" dirty="0">
                <a:latin typeface="Montserrat Medium" panose="00000600000000000000" pitchFamily="2" charset="0"/>
                <a:cs typeface="Arial" panose="020B0604020202020204" pitchFamily="34" charset="0"/>
              </a:rPr>
              <a:t>The Personalized Adaptive Learning System is designed to optimize learning by automating key processes such as personalized study plan generation, progress tracking, and adaptive content recommendations. It aims to provide learners with a structured, efficient, and engaging study experience. The system is intended to enhance productivity, reduce learning gaps, and foster consistent academic growth, resulting in improved performance and better time management.</a:t>
            </a:r>
          </a:p>
        </p:txBody>
      </p:sp>
      <p:sp>
        <p:nvSpPr>
          <p:cNvPr id="6" name="TextBox 5">
            <a:extLst>
              <a:ext uri="{FF2B5EF4-FFF2-40B4-BE49-F238E27FC236}">
                <a16:creationId xmlns:a16="http://schemas.microsoft.com/office/drawing/2014/main" id="{413152F4-EB68-4582-37F2-4D0759C227E9}"/>
              </a:ext>
            </a:extLst>
          </p:cNvPr>
          <p:cNvSpPr txBox="1"/>
          <p:nvPr/>
        </p:nvSpPr>
        <p:spPr>
          <a:xfrm>
            <a:off x="2413540" y="1521292"/>
            <a:ext cx="4316917" cy="523220"/>
          </a:xfrm>
          <a:prstGeom prst="rect">
            <a:avLst/>
          </a:prstGeom>
          <a:noFill/>
        </p:spPr>
        <p:txBody>
          <a:bodyPr wrap="square">
            <a:spAutoFit/>
          </a:bodyPr>
          <a:lstStyle/>
          <a:p>
            <a:pPr algn="ctr"/>
            <a:r>
              <a:rPr lang="en-US" dirty="0">
                <a:solidFill>
                  <a:schemeClr val="dk1"/>
                </a:solidFill>
                <a:latin typeface="Montserrat SemiBold"/>
              </a:rPr>
              <a:t>Outcome for our </a:t>
            </a:r>
            <a:r>
              <a:rPr lang="en-US" dirty="0" err="1">
                <a:solidFill>
                  <a:schemeClr val="dk1"/>
                </a:solidFill>
                <a:latin typeface="Montserrat SemiBold"/>
              </a:rPr>
              <a:t>HyperHive</a:t>
            </a:r>
            <a:r>
              <a:rPr lang="en-US" dirty="0">
                <a:solidFill>
                  <a:schemeClr val="dk1"/>
                </a:solidFill>
                <a:latin typeface="Montserrat SemiBold"/>
              </a:rPr>
              <a:t>, Personalized Adaptive Learning System</a:t>
            </a:r>
          </a:p>
        </p:txBody>
      </p:sp>
      <p:sp>
        <p:nvSpPr>
          <p:cNvPr id="9" name="Google Shape;1562;p28">
            <a:extLst>
              <a:ext uri="{FF2B5EF4-FFF2-40B4-BE49-F238E27FC236}">
                <a16:creationId xmlns:a16="http://schemas.microsoft.com/office/drawing/2014/main" id="{7C2428BC-0DB6-20BD-1AB2-20D6BD38CBA5}"/>
              </a:ext>
            </a:extLst>
          </p:cNvPr>
          <p:cNvSpPr>
            <a:spLocks/>
          </p:cNvSpPr>
          <p:nvPr/>
        </p:nvSpPr>
        <p:spPr>
          <a:xfrm>
            <a:off x="7876429" y="4193531"/>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 name="Google Shape;1562;p28">
            <a:extLst>
              <a:ext uri="{FF2B5EF4-FFF2-40B4-BE49-F238E27FC236}">
                <a16:creationId xmlns:a16="http://schemas.microsoft.com/office/drawing/2014/main" id="{D7B9511A-BE58-1804-2F87-DD832EBD0EAA}"/>
              </a:ext>
            </a:extLst>
          </p:cNvPr>
          <p:cNvSpPr>
            <a:spLocks/>
          </p:cNvSpPr>
          <p:nvPr/>
        </p:nvSpPr>
        <p:spPr>
          <a:xfrm>
            <a:off x="7310153" y="3466918"/>
            <a:ext cx="651353" cy="561600"/>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24339726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92">
          <a:extLst>
            <a:ext uri="{FF2B5EF4-FFF2-40B4-BE49-F238E27FC236}">
              <a16:creationId xmlns:a16="http://schemas.microsoft.com/office/drawing/2014/main" id="{CD79F3C4-9899-DF0A-49ED-10D86D1AE1DE}"/>
            </a:ext>
          </a:extLst>
        </p:cNvPr>
        <p:cNvGrpSpPr/>
        <p:nvPr/>
      </p:nvGrpSpPr>
      <p:grpSpPr>
        <a:xfrm>
          <a:off x="0" y="0"/>
          <a:ext cx="0" cy="0"/>
          <a:chOff x="0" y="0"/>
          <a:chExt cx="0" cy="0"/>
        </a:xfrm>
      </p:grpSpPr>
      <p:sp>
        <p:nvSpPr>
          <p:cNvPr id="1093" name="Google Shape;1093;p25">
            <a:extLst>
              <a:ext uri="{FF2B5EF4-FFF2-40B4-BE49-F238E27FC236}">
                <a16:creationId xmlns:a16="http://schemas.microsoft.com/office/drawing/2014/main" id="{8FA3DFFC-E76E-4056-35CD-93854E3780B2}"/>
              </a:ext>
            </a:extLst>
          </p:cNvPr>
          <p:cNvSpPr txBox="1">
            <a:spLocks noGrp="1"/>
          </p:cNvSpPr>
          <p:nvPr>
            <p:ph type="title"/>
          </p:nvPr>
        </p:nvSpPr>
        <p:spPr>
          <a:xfrm>
            <a:off x="452550" y="411475"/>
            <a:ext cx="8238900" cy="561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7.0 Conclusion</a:t>
            </a:r>
            <a:endParaRPr sz="2800" dirty="0"/>
          </a:p>
        </p:txBody>
      </p:sp>
      <p:grpSp>
        <p:nvGrpSpPr>
          <p:cNvPr id="1204" name="Google Shape;1204;p25">
            <a:extLst>
              <a:ext uri="{FF2B5EF4-FFF2-40B4-BE49-F238E27FC236}">
                <a16:creationId xmlns:a16="http://schemas.microsoft.com/office/drawing/2014/main" id="{A0E1FCFC-6507-528A-5009-229E0DB21D80}"/>
              </a:ext>
            </a:extLst>
          </p:cNvPr>
          <p:cNvGrpSpPr/>
          <p:nvPr/>
        </p:nvGrpSpPr>
        <p:grpSpPr>
          <a:xfrm>
            <a:off x="7068211" y="339198"/>
            <a:ext cx="455009" cy="454080"/>
            <a:chOff x="3363305" y="1063034"/>
            <a:chExt cx="455009" cy="454080"/>
          </a:xfrm>
        </p:grpSpPr>
        <p:sp>
          <p:nvSpPr>
            <p:cNvPr id="1205" name="Google Shape;1205;p25">
              <a:extLst>
                <a:ext uri="{FF2B5EF4-FFF2-40B4-BE49-F238E27FC236}">
                  <a16:creationId xmlns:a16="http://schemas.microsoft.com/office/drawing/2014/main" id="{A96B4038-D6A9-B9DB-A0FD-7A7EE5393810}"/>
                </a:ext>
              </a:extLst>
            </p:cNvPr>
            <p:cNvSpPr/>
            <p:nvPr/>
          </p:nvSpPr>
          <p:spPr>
            <a:xfrm>
              <a:off x="3447826" y="1120185"/>
              <a:ext cx="183264" cy="206381"/>
            </a:xfrm>
            <a:custGeom>
              <a:avLst/>
              <a:gdLst/>
              <a:ahLst/>
              <a:cxnLst/>
              <a:rect l="l" t="t" r="r" b="b"/>
              <a:pathLst>
                <a:path w="7680" h="8656" extrusionOk="0">
                  <a:moveTo>
                    <a:pt x="3197" y="1"/>
                  </a:moveTo>
                  <a:cubicBezTo>
                    <a:pt x="2833" y="1"/>
                    <a:pt x="2474" y="77"/>
                    <a:pt x="2134" y="232"/>
                  </a:cubicBezTo>
                  <a:cubicBezTo>
                    <a:pt x="587" y="925"/>
                    <a:pt x="1" y="2967"/>
                    <a:pt x="1044" y="5275"/>
                  </a:cubicBezTo>
                  <a:cubicBezTo>
                    <a:pt x="1970" y="7321"/>
                    <a:pt x="4398" y="8655"/>
                    <a:pt x="5542" y="8655"/>
                  </a:cubicBezTo>
                  <a:cubicBezTo>
                    <a:pt x="5688" y="8655"/>
                    <a:pt x="5814" y="8633"/>
                    <a:pt x="5912" y="8588"/>
                  </a:cubicBezTo>
                  <a:cubicBezTo>
                    <a:pt x="6780" y="8200"/>
                    <a:pt x="7679" y="5054"/>
                    <a:pt x="6636" y="2746"/>
                  </a:cubicBezTo>
                  <a:cubicBezTo>
                    <a:pt x="5823" y="948"/>
                    <a:pt x="4479" y="1"/>
                    <a:pt x="31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5">
              <a:extLst>
                <a:ext uri="{FF2B5EF4-FFF2-40B4-BE49-F238E27FC236}">
                  <a16:creationId xmlns:a16="http://schemas.microsoft.com/office/drawing/2014/main" id="{64D946DD-66D5-E8D4-1113-450E2F80B971}"/>
                </a:ext>
              </a:extLst>
            </p:cNvPr>
            <p:cNvSpPr/>
            <p:nvPr/>
          </p:nvSpPr>
          <p:spPr>
            <a:xfrm>
              <a:off x="3506002" y="1120161"/>
              <a:ext cx="113275" cy="147227"/>
            </a:xfrm>
            <a:custGeom>
              <a:avLst/>
              <a:gdLst/>
              <a:ahLst/>
              <a:cxnLst/>
              <a:rect l="l" t="t" r="r" b="b"/>
              <a:pathLst>
                <a:path w="4747" h="6175" extrusionOk="0">
                  <a:moveTo>
                    <a:pt x="749" y="1"/>
                  </a:moveTo>
                  <a:cubicBezTo>
                    <a:pt x="496" y="1"/>
                    <a:pt x="245" y="37"/>
                    <a:pt x="0" y="111"/>
                  </a:cubicBezTo>
                  <a:lnTo>
                    <a:pt x="0" y="142"/>
                  </a:lnTo>
                  <a:cubicBezTo>
                    <a:pt x="52" y="134"/>
                    <a:pt x="104" y="131"/>
                    <a:pt x="157" y="131"/>
                  </a:cubicBezTo>
                  <a:cubicBezTo>
                    <a:pt x="720" y="131"/>
                    <a:pt x="1306" y="542"/>
                    <a:pt x="1661" y="1330"/>
                  </a:cubicBezTo>
                  <a:cubicBezTo>
                    <a:pt x="2118" y="2343"/>
                    <a:pt x="1722" y="3714"/>
                    <a:pt x="1341" y="3889"/>
                  </a:cubicBezTo>
                  <a:cubicBezTo>
                    <a:pt x="1298" y="3909"/>
                    <a:pt x="1245" y="3918"/>
                    <a:pt x="1182" y="3918"/>
                  </a:cubicBezTo>
                  <a:cubicBezTo>
                    <a:pt x="896" y="3918"/>
                    <a:pt x="425" y="3725"/>
                    <a:pt x="0" y="3394"/>
                  </a:cubicBezTo>
                  <a:lnTo>
                    <a:pt x="0" y="6175"/>
                  </a:lnTo>
                  <a:lnTo>
                    <a:pt x="4586" y="6175"/>
                  </a:lnTo>
                  <a:cubicBezTo>
                    <a:pt x="4746" y="5093"/>
                    <a:pt x="4685" y="3828"/>
                    <a:pt x="4198" y="2747"/>
                  </a:cubicBezTo>
                  <a:cubicBezTo>
                    <a:pt x="3383" y="946"/>
                    <a:pt x="2037" y="1"/>
                    <a:pt x="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5">
              <a:extLst>
                <a:ext uri="{FF2B5EF4-FFF2-40B4-BE49-F238E27FC236}">
                  <a16:creationId xmlns:a16="http://schemas.microsoft.com/office/drawing/2014/main" id="{3E3C8B05-3640-1685-0401-7B59D0532F50}"/>
                </a:ext>
              </a:extLst>
            </p:cNvPr>
            <p:cNvSpPr/>
            <p:nvPr/>
          </p:nvSpPr>
          <p:spPr>
            <a:xfrm>
              <a:off x="3364211" y="1195384"/>
              <a:ext cx="225620" cy="156955"/>
            </a:xfrm>
            <a:custGeom>
              <a:avLst/>
              <a:gdLst/>
              <a:ahLst/>
              <a:cxnLst/>
              <a:rect l="l" t="t" r="r" b="b"/>
              <a:pathLst>
                <a:path w="9455" h="6583" extrusionOk="0">
                  <a:moveTo>
                    <a:pt x="3500" y="1"/>
                  </a:moveTo>
                  <a:cubicBezTo>
                    <a:pt x="2189" y="1"/>
                    <a:pt x="1156" y="600"/>
                    <a:pt x="701" y="1610"/>
                  </a:cubicBezTo>
                  <a:cubicBezTo>
                    <a:pt x="1" y="3157"/>
                    <a:pt x="907" y="5069"/>
                    <a:pt x="3215" y="6112"/>
                  </a:cubicBezTo>
                  <a:cubicBezTo>
                    <a:pt x="3958" y="6447"/>
                    <a:pt x="4786" y="6582"/>
                    <a:pt x="5581" y="6582"/>
                  </a:cubicBezTo>
                  <a:cubicBezTo>
                    <a:pt x="7262" y="6582"/>
                    <a:pt x="8794" y="5978"/>
                    <a:pt x="9058" y="5389"/>
                  </a:cubicBezTo>
                  <a:cubicBezTo>
                    <a:pt x="9454" y="4513"/>
                    <a:pt x="8052" y="1565"/>
                    <a:pt x="5744" y="521"/>
                  </a:cubicBezTo>
                  <a:cubicBezTo>
                    <a:pt x="4949" y="165"/>
                    <a:pt x="4186" y="1"/>
                    <a:pt x="35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5">
              <a:extLst>
                <a:ext uri="{FF2B5EF4-FFF2-40B4-BE49-F238E27FC236}">
                  <a16:creationId xmlns:a16="http://schemas.microsoft.com/office/drawing/2014/main" id="{FA1084B8-0F4F-DC08-C021-D1A1C60A9706}"/>
                </a:ext>
              </a:extLst>
            </p:cNvPr>
            <p:cNvSpPr/>
            <p:nvPr/>
          </p:nvSpPr>
          <p:spPr>
            <a:xfrm>
              <a:off x="3364426" y="1195384"/>
              <a:ext cx="225405" cy="156955"/>
            </a:xfrm>
            <a:custGeom>
              <a:avLst/>
              <a:gdLst/>
              <a:ahLst/>
              <a:cxnLst/>
              <a:rect l="l" t="t" r="r" b="b"/>
              <a:pathLst>
                <a:path w="9446" h="6583" extrusionOk="0">
                  <a:moveTo>
                    <a:pt x="700" y="1594"/>
                  </a:moveTo>
                  <a:cubicBezTo>
                    <a:pt x="697" y="1600"/>
                    <a:pt x="695" y="1605"/>
                    <a:pt x="692" y="1610"/>
                  </a:cubicBezTo>
                  <a:cubicBezTo>
                    <a:pt x="695" y="1605"/>
                    <a:pt x="697" y="1600"/>
                    <a:pt x="700" y="1594"/>
                  </a:cubicBezTo>
                  <a:close/>
                  <a:moveTo>
                    <a:pt x="692" y="1610"/>
                  </a:moveTo>
                  <a:lnTo>
                    <a:pt x="692" y="1610"/>
                  </a:lnTo>
                  <a:cubicBezTo>
                    <a:pt x="689" y="1618"/>
                    <a:pt x="686" y="1625"/>
                    <a:pt x="683" y="1632"/>
                  </a:cubicBezTo>
                  <a:lnTo>
                    <a:pt x="683" y="1632"/>
                  </a:lnTo>
                  <a:cubicBezTo>
                    <a:pt x="686" y="1625"/>
                    <a:pt x="689" y="1618"/>
                    <a:pt x="692" y="1610"/>
                  </a:cubicBezTo>
                  <a:close/>
                  <a:moveTo>
                    <a:pt x="3491" y="1"/>
                  </a:moveTo>
                  <a:cubicBezTo>
                    <a:pt x="2187" y="1"/>
                    <a:pt x="1159" y="594"/>
                    <a:pt x="700" y="1594"/>
                  </a:cubicBezTo>
                  <a:lnTo>
                    <a:pt x="700" y="1594"/>
                  </a:lnTo>
                  <a:cubicBezTo>
                    <a:pt x="1008" y="925"/>
                    <a:pt x="1695" y="530"/>
                    <a:pt x="2564" y="530"/>
                  </a:cubicBezTo>
                  <a:cubicBezTo>
                    <a:pt x="3024" y="530"/>
                    <a:pt x="3535" y="641"/>
                    <a:pt x="4067" y="879"/>
                  </a:cubicBezTo>
                  <a:cubicBezTo>
                    <a:pt x="5613" y="1580"/>
                    <a:pt x="6558" y="3560"/>
                    <a:pt x="6291" y="4139"/>
                  </a:cubicBezTo>
                  <a:cubicBezTo>
                    <a:pt x="6116" y="4538"/>
                    <a:pt x="5087" y="4943"/>
                    <a:pt x="3960" y="4943"/>
                  </a:cubicBezTo>
                  <a:cubicBezTo>
                    <a:pt x="3427" y="4943"/>
                    <a:pt x="2873" y="4852"/>
                    <a:pt x="2376" y="4627"/>
                  </a:cubicBezTo>
                  <a:cubicBezTo>
                    <a:pt x="841" y="3939"/>
                    <a:pt x="229" y="2665"/>
                    <a:pt x="683" y="1632"/>
                  </a:cubicBezTo>
                  <a:lnTo>
                    <a:pt x="683" y="1632"/>
                  </a:lnTo>
                  <a:cubicBezTo>
                    <a:pt x="0" y="3175"/>
                    <a:pt x="909" y="5074"/>
                    <a:pt x="3206" y="6112"/>
                  </a:cubicBezTo>
                  <a:cubicBezTo>
                    <a:pt x="3949" y="6447"/>
                    <a:pt x="4777" y="6582"/>
                    <a:pt x="5572" y="6582"/>
                  </a:cubicBezTo>
                  <a:cubicBezTo>
                    <a:pt x="7253" y="6582"/>
                    <a:pt x="8785" y="5978"/>
                    <a:pt x="9049" y="5389"/>
                  </a:cubicBezTo>
                  <a:cubicBezTo>
                    <a:pt x="9445" y="4513"/>
                    <a:pt x="8043" y="1565"/>
                    <a:pt x="5735" y="521"/>
                  </a:cubicBezTo>
                  <a:cubicBezTo>
                    <a:pt x="4940" y="165"/>
                    <a:pt x="4177" y="1"/>
                    <a:pt x="3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5">
              <a:extLst>
                <a:ext uri="{FF2B5EF4-FFF2-40B4-BE49-F238E27FC236}">
                  <a16:creationId xmlns:a16="http://schemas.microsoft.com/office/drawing/2014/main" id="{5B5DC7AA-92BC-9DC0-E4E1-3ADC3A0FF8E5}"/>
                </a:ext>
              </a:extLst>
            </p:cNvPr>
            <p:cNvSpPr/>
            <p:nvPr/>
          </p:nvSpPr>
          <p:spPr>
            <a:xfrm>
              <a:off x="3523804" y="1263550"/>
              <a:ext cx="202354" cy="216490"/>
            </a:xfrm>
            <a:custGeom>
              <a:avLst/>
              <a:gdLst/>
              <a:ahLst/>
              <a:cxnLst/>
              <a:rect l="l" t="t" r="r" b="b"/>
              <a:pathLst>
                <a:path w="8480" h="9080" extrusionOk="0">
                  <a:moveTo>
                    <a:pt x="4425" y="0"/>
                  </a:moveTo>
                  <a:cubicBezTo>
                    <a:pt x="3238" y="0"/>
                    <a:pt x="2129" y="580"/>
                    <a:pt x="1357" y="1509"/>
                  </a:cubicBezTo>
                  <a:cubicBezTo>
                    <a:pt x="778" y="2202"/>
                    <a:pt x="389" y="3093"/>
                    <a:pt x="275" y="4091"/>
                  </a:cubicBezTo>
                  <a:cubicBezTo>
                    <a:pt x="1" y="6582"/>
                    <a:pt x="1601" y="8807"/>
                    <a:pt x="3848" y="9058"/>
                  </a:cubicBezTo>
                  <a:cubicBezTo>
                    <a:pt x="3983" y="9073"/>
                    <a:pt x="4118" y="9080"/>
                    <a:pt x="4251" y="9080"/>
                  </a:cubicBezTo>
                  <a:cubicBezTo>
                    <a:pt x="6335" y="9080"/>
                    <a:pt x="8153" y="7331"/>
                    <a:pt x="8411" y="4983"/>
                  </a:cubicBezTo>
                  <a:cubicBezTo>
                    <a:pt x="8479" y="4350"/>
                    <a:pt x="8434" y="3741"/>
                    <a:pt x="8281" y="3170"/>
                  </a:cubicBezTo>
                  <a:cubicBezTo>
                    <a:pt x="7832" y="1494"/>
                    <a:pt x="6522" y="206"/>
                    <a:pt x="4838" y="24"/>
                  </a:cubicBezTo>
                  <a:cubicBezTo>
                    <a:pt x="4700" y="8"/>
                    <a:pt x="4562" y="0"/>
                    <a:pt x="4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0" name="Google Shape;1210;p25">
              <a:extLst>
                <a:ext uri="{FF2B5EF4-FFF2-40B4-BE49-F238E27FC236}">
                  <a16:creationId xmlns:a16="http://schemas.microsoft.com/office/drawing/2014/main" id="{8EA0ACBE-59B9-7667-7B5C-771BB6C00887}"/>
                </a:ext>
              </a:extLst>
            </p:cNvPr>
            <p:cNvSpPr/>
            <p:nvPr/>
          </p:nvSpPr>
          <p:spPr>
            <a:xfrm>
              <a:off x="3530175" y="1328568"/>
              <a:ext cx="195243" cy="114468"/>
            </a:xfrm>
            <a:custGeom>
              <a:avLst/>
              <a:gdLst/>
              <a:ahLst/>
              <a:cxnLst/>
              <a:rect l="l" t="t" r="r" b="b"/>
              <a:pathLst>
                <a:path w="8182" h="4801" extrusionOk="0">
                  <a:moveTo>
                    <a:pt x="359" y="1"/>
                  </a:moveTo>
                  <a:cubicBezTo>
                    <a:pt x="183" y="420"/>
                    <a:pt x="61" y="877"/>
                    <a:pt x="8" y="1364"/>
                  </a:cubicBezTo>
                  <a:cubicBezTo>
                    <a:pt x="8" y="1395"/>
                    <a:pt x="8" y="1410"/>
                    <a:pt x="1" y="1440"/>
                  </a:cubicBezTo>
                  <a:cubicBezTo>
                    <a:pt x="397" y="3139"/>
                    <a:pt x="1935" y="4556"/>
                    <a:pt x="3916" y="4769"/>
                  </a:cubicBezTo>
                  <a:cubicBezTo>
                    <a:pt x="4097" y="4790"/>
                    <a:pt x="4277" y="4800"/>
                    <a:pt x="4454" y="4800"/>
                  </a:cubicBezTo>
                  <a:cubicBezTo>
                    <a:pt x="5845" y="4800"/>
                    <a:pt x="7104" y="4184"/>
                    <a:pt x="7908" y="3238"/>
                  </a:cubicBezTo>
                  <a:lnTo>
                    <a:pt x="7946" y="3223"/>
                  </a:lnTo>
                  <a:cubicBezTo>
                    <a:pt x="8037" y="2918"/>
                    <a:pt x="8106" y="2591"/>
                    <a:pt x="8144" y="2256"/>
                  </a:cubicBezTo>
                  <a:cubicBezTo>
                    <a:pt x="8167" y="2035"/>
                    <a:pt x="8182" y="1814"/>
                    <a:pt x="8174" y="1593"/>
                  </a:cubicBezTo>
                  <a:lnTo>
                    <a:pt x="8174" y="1593"/>
                  </a:lnTo>
                  <a:cubicBezTo>
                    <a:pt x="7384" y="2614"/>
                    <a:pt x="6101" y="3258"/>
                    <a:pt x="4684" y="3258"/>
                  </a:cubicBezTo>
                  <a:cubicBezTo>
                    <a:pt x="4516" y="3258"/>
                    <a:pt x="4346" y="3249"/>
                    <a:pt x="4175" y="3231"/>
                  </a:cubicBezTo>
                  <a:cubicBezTo>
                    <a:pt x="2255" y="3017"/>
                    <a:pt x="755" y="1677"/>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5">
              <a:extLst>
                <a:ext uri="{FF2B5EF4-FFF2-40B4-BE49-F238E27FC236}">
                  <a16:creationId xmlns:a16="http://schemas.microsoft.com/office/drawing/2014/main" id="{0D5164D3-2994-4A4D-4D3E-E59E91264234}"/>
                </a:ext>
              </a:extLst>
            </p:cNvPr>
            <p:cNvSpPr/>
            <p:nvPr/>
          </p:nvSpPr>
          <p:spPr>
            <a:xfrm rot="-3739570">
              <a:off x="3565612" y="1185991"/>
              <a:ext cx="164721" cy="190736"/>
            </a:xfrm>
            <a:custGeom>
              <a:avLst/>
              <a:gdLst/>
              <a:ahLst/>
              <a:cxnLst/>
              <a:rect l="l" t="t" r="r" b="b"/>
              <a:pathLst>
                <a:path w="6903" h="8000" extrusionOk="0">
                  <a:moveTo>
                    <a:pt x="3452" y="1"/>
                  </a:moveTo>
                  <a:cubicBezTo>
                    <a:pt x="1547" y="1"/>
                    <a:pt x="1" y="1791"/>
                    <a:pt x="1" y="4000"/>
                  </a:cubicBezTo>
                  <a:cubicBezTo>
                    <a:pt x="1" y="6209"/>
                    <a:pt x="1547" y="7999"/>
                    <a:pt x="3452" y="7999"/>
                  </a:cubicBezTo>
                  <a:cubicBezTo>
                    <a:pt x="5356" y="7999"/>
                    <a:pt x="6902" y="6209"/>
                    <a:pt x="6902" y="4000"/>
                  </a:cubicBezTo>
                  <a:cubicBezTo>
                    <a:pt x="6902" y="1791"/>
                    <a:pt x="5356" y="1"/>
                    <a:pt x="3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5">
              <a:extLst>
                <a:ext uri="{FF2B5EF4-FFF2-40B4-BE49-F238E27FC236}">
                  <a16:creationId xmlns:a16="http://schemas.microsoft.com/office/drawing/2014/main" id="{72086575-B1A3-3C74-1EDB-FA94E72764C4}"/>
                </a:ext>
              </a:extLst>
            </p:cNvPr>
            <p:cNvSpPr/>
            <p:nvPr/>
          </p:nvSpPr>
          <p:spPr>
            <a:xfrm>
              <a:off x="3570718" y="1143503"/>
              <a:ext cx="172168" cy="164394"/>
            </a:xfrm>
            <a:custGeom>
              <a:avLst/>
              <a:gdLst/>
              <a:ahLst/>
              <a:cxnLst/>
              <a:rect l="l" t="t" r="r" b="b"/>
              <a:pathLst>
                <a:path w="7215" h="6895" extrusionOk="0">
                  <a:moveTo>
                    <a:pt x="3611" y="0"/>
                  </a:moveTo>
                  <a:cubicBezTo>
                    <a:pt x="1615" y="0"/>
                    <a:pt x="0" y="1547"/>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3" name="Google Shape;1213;p25">
              <a:extLst>
                <a:ext uri="{FF2B5EF4-FFF2-40B4-BE49-F238E27FC236}">
                  <a16:creationId xmlns:a16="http://schemas.microsoft.com/office/drawing/2014/main" id="{7244520A-C1F7-296B-6120-CCAC2CEF79CE}"/>
                </a:ext>
              </a:extLst>
            </p:cNvPr>
            <p:cNvSpPr/>
            <p:nvPr/>
          </p:nvSpPr>
          <p:spPr>
            <a:xfrm>
              <a:off x="3570718" y="1143503"/>
              <a:ext cx="172168" cy="164394"/>
            </a:xfrm>
            <a:custGeom>
              <a:avLst/>
              <a:gdLst/>
              <a:ahLst/>
              <a:cxnLst/>
              <a:rect l="l" t="t" r="r" b="b"/>
              <a:pathLst>
                <a:path w="7215" h="6895" extrusionOk="0">
                  <a:moveTo>
                    <a:pt x="3611" y="0"/>
                  </a:moveTo>
                  <a:cubicBezTo>
                    <a:pt x="3481" y="0"/>
                    <a:pt x="3360" y="8"/>
                    <a:pt x="3238" y="16"/>
                  </a:cubicBezTo>
                  <a:cubicBezTo>
                    <a:pt x="4677" y="176"/>
                    <a:pt x="5805" y="1349"/>
                    <a:pt x="5805" y="2773"/>
                  </a:cubicBezTo>
                  <a:cubicBezTo>
                    <a:pt x="5805" y="4304"/>
                    <a:pt x="4502" y="5546"/>
                    <a:pt x="2903" y="5546"/>
                  </a:cubicBezTo>
                  <a:cubicBezTo>
                    <a:pt x="1409" y="5546"/>
                    <a:pt x="183" y="4472"/>
                    <a:pt x="23" y="3093"/>
                  </a:cubicBezTo>
                  <a:cubicBezTo>
                    <a:pt x="8" y="3207"/>
                    <a:pt x="0" y="3329"/>
                    <a:pt x="0" y="3451"/>
                  </a:cubicBezTo>
                  <a:cubicBezTo>
                    <a:pt x="0" y="5356"/>
                    <a:pt x="1615" y="6894"/>
                    <a:pt x="3611" y="6894"/>
                  </a:cubicBezTo>
                  <a:cubicBezTo>
                    <a:pt x="5599" y="6894"/>
                    <a:pt x="7214" y="5356"/>
                    <a:pt x="7214" y="3451"/>
                  </a:cubicBezTo>
                  <a:cubicBezTo>
                    <a:pt x="7214" y="1547"/>
                    <a:pt x="5599" y="0"/>
                    <a:pt x="3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5">
              <a:extLst>
                <a:ext uri="{FF2B5EF4-FFF2-40B4-BE49-F238E27FC236}">
                  <a16:creationId xmlns:a16="http://schemas.microsoft.com/office/drawing/2014/main" id="{718DBE4C-0483-B325-3038-5AECCFAE3BED}"/>
                </a:ext>
              </a:extLst>
            </p:cNvPr>
            <p:cNvSpPr/>
            <p:nvPr/>
          </p:nvSpPr>
          <p:spPr>
            <a:xfrm>
              <a:off x="3524711" y="1362902"/>
              <a:ext cx="195076" cy="117162"/>
            </a:xfrm>
            <a:custGeom>
              <a:avLst/>
              <a:gdLst/>
              <a:ahLst/>
              <a:cxnLst/>
              <a:rect l="l" t="t" r="r" b="b"/>
              <a:pathLst>
                <a:path w="8175" h="4914" extrusionOk="0">
                  <a:moveTo>
                    <a:pt x="230" y="0"/>
                  </a:moveTo>
                  <a:lnTo>
                    <a:pt x="230" y="0"/>
                  </a:lnTo>
                  <a:cubicBezTo>
                    <a:pt x="1" y="2461"/>
                    <a:pt x="1585" y="4647"/>
                    <a:pt x="3810" y="4891"/>
                  </a:cubicBezTo>
                  <a:cubicBezTo>
                    <a:pt x="3946" y="4906"/>
                    <a:pt x="4081" y="4913"/>
                    <a:pt x="4216" y="4913"/>
                  </a:cubicBezTo>
                  <a:cubicBezTo>
                    <a:pt x="5998" y="4913"/>
                    <a:pt x="7594" y="3625"/>
                    <a:pt x="8175" y="1783"/>
                  </a:cubicBezTo>
                  <a:lnTo>
                    <a:pt x="8175" y="1783"/>
                  </a:lnTo>
                  <a:lnTo>
                    <a:pt x="8137" y="1798"/>
                  </a:lnTo>
                  <a:cubicBezTo>
                    <a:pt x="7333" y="2744"/>
                    <a:pt x="6074" y="3360"/>
                    <a:pt x="4683" y="3360"/>
                  </a:cubicBezTo>
                  <a:cubicBezTo>
                    <a:pt x="4506" y="3360"/>
                    <a:pt x="4326" y="3350"/>
                    <a:pt x="4145" y="3329"/>
                  </a:cubicBezTo>
                  <a:cubicBezTo>
                    <a:pt x="3734" y="3291"/>
                    <a:pt x="3345" y="3192"/>
                    <a:pt x="2972" y="3047"/>
                  </a:cubicBezTo>
                  <a:cubicBezTo>
                    <a:pt x="1852" y="2827"/>
                    <a:pt x="953" y="1989"/>
                    <a:pt x="549" y="876"/>
                  </a:cubicBezTo>
                  <a:cubicBezTo>
                    <a:pt x="412" y="595"/>
                    <a:pt x="306" y="305"/>
                    <a:pt x="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5">
              <a:extLst>
                <a:ext uri="{FF2B5EF4-FFF2-40B4-BE49-F238E27FC236}">
                  <a16:creationId xmlns:a16="http://schemas.microsoft.com/office/drawing/2014/main" id="{6AAECFDB-9249-8EFB-F46F-13C29CBB1DEF}"/>
                </a:ext>
              </a:extLst>
            </p:cNvPr>
            <p:cNvSpPr/>
            <p:nvPr/>
          </p:nvSpPr>
          <p:spPr>
            <a:xfrm>
              <a:off x="3673780" y="1344185"/>
              <a:ext cx="51829" cy="57437"/>
            </a:xfrm>
            <a:custGeom>
              <a:avLst/>
              <a:gdLst/>
              <a:ahLst/>
              <a:cxnLst/>
              <a:rect l="l" t="t" r="r" b="b"/>
              <a:pathLst>
                <a:path w="2172" h="2409" extrusionOk="0">
                  <a:moveTo>
                    <a:pt x="1966" y="1"/>
                  </a:moveTo>
                  <a:cubicBezTo>
                    <a:pt x="1554" y="222"/>
                    <a:pt x="1128" y="443"/>
                    <a:pt x="678" y="549"/>
                  </a:cubicBezTo>
                  <a:cubicBezTo>
                    <a:pt x="678" y="557"/>
                    <a:pt x="678" y="565"/>
                    <a:pt x="678" y="580"/>
                  </a:cubicBezTo>
                  <a:cubicBezTo>
                    <a:pt x="602" y="1265"/>
                    <a:pt x="358" y="1890"/>
                    <a:pt x="0" y="2408"/>
                  </a:cubicBezTo>
                  <a:cubicBezTo>
                    <a:pt x="869" y="2141"/>
                    <a:pt x="1623" y="1631"/>
                    <a:pt x="2156" y="938"/>
                  </a:cubicBezTo>
                  <a:cubicBezTo>
                    <a:pt x="2156" y="1052"/>
                    <a:pt x="2156" y="1159"/>
                    <a:pt x="2156" y="1265"/>
                  </a:cubicBezTo>
                  <a:cubicBezTo>
                    <a:pt x="2171" y="831"/>
                    <a:pt x="2133" y="405"/>
                    <a:pt x="20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5">
              <a:extLst>
                <a:ext uri="{FF2B5EF4-FFF2-40B4-BE49-F238E27FC236}">
                  <a16:creationId xmlns:a16="http://schemas.microsoft.com/office/drawing/2014/main" id="{F2EC7072-4FE1-3680-C784-309D7423F2FB}"/>
                </a:ext>
              </a:extLst>
            </p:cNvPr>
            <p:cNvSpPr/>
            <p:nvPr/>
          </p:nvSpPr>
          <p:spPr>
            <a:xfrm>
              <a:off x="3595606" y="1366526"/>
              <a:ext cx="129812" cy="76582"/>
            </a:xfrm>
            <a:custGeom>
              <a:avLst/>
              <a:gdLst/>
              <a:ahLst/>
              <a:cxnLst/>
              <a:rect l="l" t="t" r="r" b="b"/>
              <a:pathLst>
                <a:path w="5440" h="3212" extrusionOk="0">
                  <a:moveTo>
                    <a:pt x="5432" y="1"/>
                  </a:moveTo>
                  <a:cubicBezTo>
                    <a:pt x="4899" y="694"/>
                    <a:pt x="4145" y="1204"/>
                    <a:pt x="3276" y="1471"/>
                  </a:cubicBezTo>
                  <a:cubicBezTo>
                    <a:pt x="2652" y="2379"/>
                    <a:pt x="1652" y="2955"/>
                    <a:pt x="589" y="2955"/>
                  </a:cubicBezTo>
                  <a:cubicBezTo>
                    <a:pt x="394" y="2955"/>
                    <a:pt x="198" y="2936"/>
                    <a:pt x="1" y="2895"/>
                  </a:cubicBezTo>
                  <a:lnTo>
                    <a:pt x="1" y="2895"/>
                  </a:lnTo>
                  <a:cubicBezTo>
                    <a:pt x="522" y="3112"/>
                    <a:pt x="1077" y="3212"/>
                    <a:pt x="1633" y="3212"/>
                  </a:cubicBezTo>
                  <a:cubicBezTo>
                    <a:pt x="3010" y="3212"/>
                    <a:pt x="4384" y="2597"/>
                    <a:pt x="5204" y="1631"/>
                  </a:cubicBezTo>
                  <a:cubicBezTo>
                    <a:pt x="5219" y="1585"/>
                    <a:pt x="5226" y="1540"/>
                    <a:pt x="5242" y="1486"/>
                  </a:cubicBezTo>
                  <a:cubicBezTo>
                    <a:pt x="5379" y="1006"/>
                    <a:pt x="5440" y="504"/>
                    <a:pt x="54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5">
              <a:extLst>
                <a:ext uri="{FF2B5EF4-FFF2-40B4-BE49-F238E27FC236}">
                  <a16:creationId xmlns:a16="http://schemas.microsoft.com/office/drawing/2014/main" id="{1DEC25CE-7520-FB8A-F379-09F9E54A4E65}"/>
                </a:ext>
              </a:extLst>
            </p:cNvPr>
            <p:cNvSpPr/>
            <p:nvPr/>
          </p:nvSpPr>
          <p:spPr>
            <a:xfrm>
              <a:off x="3637962" y="1325493"/>
              <a:ext cx="10762" cy="20552"/>
            </a:xfrm>
            <a:custGeom>
              <a:avLst/>
              <a:gdLst/>
              <a:ahLst/>
              <a:cxnLst/>
              <a:rect l="l" t="t" r="r" b="b"/>
              <a:pathLst>
                <a:path w="451" h="862" extrusionOk="0">
                  <a:moveTo>
                    <a:pt x="229" y="0"/>
                  </a:moveTo>
                  <a:cubicBezTo>
                    <a:pt x="107" y="0"/>
                    <a:pt x="1" y="99"/>
                    <a:pt x="1" y="221"/>
                  </a:cubicBezTo>
                  <a:lnTo>
                    <a:pt x="1" y="633"/>
                  </a:lnTo>
                  <a:cubicBezTo>
                    <a:pt x="1" y="762"/>
                    <a:pt x="107" y="861"/>
                    <a:pt x="229" y="861"/>
                  </a:cubicBezTo>
                  <a:cubicBezTo>
                    <a:pt x="351" y="861"/>
                    <a:pt x="450" y="762"/>
                    <a:pt x="450" y="633"/>
                  </a:cubicBezTo>
                  <a:lnTo>
                    <a:pt x="450" y="221"/>
                  </a:lnTo>
                  <a:cubicBezTo>
                    <a:pt x="450" y="99"/>
                    <a:pt x="351" y="0"/>
                    <a:pt x="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5">
              <a:extLst>
                <a:ext uri="{FF2B5EF4-FFF2-40B4-BE49-F238E27FC236}">
                  <a16:creationId xmlns:a16="http://schemas.microsoft.com/office/drawing/2014/main" id="{125F7322-2726-A8B1-14E0-A337100F7647}"/>
                </a:ext>
              </a:extLst>
            </p:cNvPr>
            <p:cNvSpPr/>
            <p:nvPr/>
          </p:nvSpPr>
          <p:spPr>
            <a:xfrm>
              <a:off x="3612525" y="1166010"/>
              <a:ext cx="53285" cy="29469"/>
            </a:xfrm>
            <a:custGeom>
              <a:avLst/>
              <a:gdLst/>
              <a:ahLst/>
              <a:cxnLst/>
              <a:rect l="l" t="t" r="r" b="b"/>
              <a:pathLst>
                <a:path w="2233" h="1236" extrusionOk="0">
                  <a:moveTo>
                    <a:pt x="1825" y="1"/>
                  </a:moveTo>
                  <a:cubicBezTo>
                    <a:pt x="1228" y="1"/>
                    <a:pt x="647" y="199"/>
                    <a:pt x="183" y="572"/>
                  </a:cubicBezTo>
                  <a:cubicBezTo>
                    <a:pt x="23" y="702"/>
                    <a:pt x="0" y="938"/>
                    <a:pt x="130" y="1098"/>
                  </a:cubicBezTo>
                  <a:cubicBezTo>
                    <a:pt x="198" y="1189"/>
                    <a:pt x="313" y="1235"/>
                    <a:pt x="419" y="1235"/>
                  </a:cubicBezTo>
                  <a:cubicBezTo>
                    <a:pt x="503" y="1235"/>
                    <a:pt x="587" y="1212"/>
                    <a:pt x="655" y="1151"/>
                  </a:cubicBezTo>
                  <a:cubicBezTo>
                    <a:pt x="982" y="892"/>
                    <a:pt x="1387" y="755"/>
                    <a:pt x="1816" y="755"/>
                  </a:cubicBezTo>
                  <a:cubicBezTo>
                    <a:pt x="1828" y="755"/>
                    <a:pt x="1840" y="755"/>
                    <a:pt x="1851" y="755"/>
                  </a:cubicBezTo>
                  <a:lnTo>
                    <a:pt x="1859" y="755"/>
                  </a:lnTo>
                  <a:cubicBezTo>
                    <a:pt x="2057" y="755"/>
                    <a:pt x="2225" y="588"/>
                    <a:pt x="2232" y="382"/>
                  </a:cubicBezTo>
                  <a:cubicBezTo>
                    <a:pt x="2232" y="176"/>
                    <a:pt x="2072" y="9"/>
                    <a:pt x="1859" y="1"/>
                  </a:cubicBezTo>
                  <a:cubicBezTo>
                    <a:pt x="1848" y="1"/>
                    <a:pt x="1836" y="1"/>
                    <a:pt x="1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5">
              <a:extLst>
                <a:ext uri="{FF2B5EF4-FFF2-40B4-BE49-F238E27FC236}">
                  <a16:creationId xmlns:a16="http://schemas.microsoft.com/office/drawing/2014/main" id="{4D678CF5-F769-0F21-DB0B-C52719DB1289}"/>
                </a:ext>
              </a:extLst>
            </p:cNvPr>
            <p:cNvSpPr/>
            <p:nvPr/>
          </p:nvSpPr>
          <p:spPr>
            <a:xfrm>
              <a:off x="3605247" y="1214434"/>
              <a:ext cx="22383" cy="20338"/>
            </a:xfrm>
            <a:custGeom>
              <a:avLst/>
              <a:gdLst/>
              <a:ahLst/>
              <a:cxnLst/>
              <a:rect l="l" t="t" r="r" b="b"/>
              <a:pathLst>
                <a:path w="938" h="853" extrusionOk="0">
                  <a:moveTo>
                    <a:pt x="461" y="1"/>
                  </a:moveTo>
                  <a:cubicBezTo>
                    <a:pt x="268" y="1"/>
                    <a:pt x="93" y="136"/>
                    <a:pt x="54" y="339"/>
                  </a:cubicBezTo>
                  <a:cubicBezTo>
                    <a:pt x="1" y="568"/>
                    <a:pt x="145" y="796"/>
                    <a:pt x="381" y="842"/>
                  </a:cubicBezTo>
                  <a:cubicBezTo>
                    <a:pt x="412" y="849"/>
                    <a:pt x="443" y="853"/>
                    <a:pt x="474" y="853"/>
                  </a:cubicBezTo>
                  <a:cubicBezTo>
                    <a:pt x="669" y="853"/>
                    <a:pt x="845" y="712"/>
                    <a:pt x="884" y="514"/>
                  </a:cubicBezTo>
                  <a:cubicBezTo>
                    <a:pt x="938" y="286"/>
                    <a:pt x="785" y="57"/>
                    <a:pt x="557" y="12"/>
                  </a:cubicBezTo>
                  <a:cubicBezTo>
                    <a:pt x="525" y="4"/>
                    <a:pt x="493"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5">
              <a:extLst>
                <a:ext uri="{FF2B5EF4-FFF2-40B4-BE49-F238E27FC236}">
                  <a16:creationId xmlns:a16="http://schemas.microsoft.com/office/drawing/2014/main" id="{C669FBAB-32BB-D34E-A1E9-0B708834E2F8}"/>
                </a:ext>
              </a:extLst>
            </p:cNvPr>
            <p:cNvSpPr/>
            <p:nvPr/>
          </p:nvSpPr>
          <p:spPr>
            <a:xfrm>
              <a:off x="3644882" y="1229765"/>
              <a:ext cx="34553" cy="23270"/>
            </a:xfrm>
            <a:custGeom>
              <a:avLst/>
              <a:gdLst/>
              <a:ahLst/>
              <a:cxnLst/>
              <a:rect l="l" t="t" r="r" b="b"/>
              <a:pathLst>
                <a:path w="1448" h="976" extrusionOk="0">
                  <a:moveTo>
                    <a:pt x="274" y="0"/>
                  </a:moveTo>
                  <a:cubicBezTo>
                    <a:pt x="159" y="0"/>
                    <a:pt x="60" y="82"/>
                    <a:pt x="46" y="199"/>
                  </a:cubicBezTo>
                  <a:cubicBezTo>
                    <a:pt x="0" y="587"/>
                    <a:pt x="282" y="930"/>
                    <a:pt x="663" y="976"/>
                  </a:cubicBezTo>
                  <a:lnTo>
                    <a:pt x="739" y="976"/>
                  </a:lnTo>
                  <a:cubicBezTo>
                    <a:pt x="1090" y="976"/>
                    <a:pt x="1394" y="709"/>
                    <a:pt x="1432" y="351"/>
                  </a:cubicBezTo>
                  <a:cubicBezTo>
                    <a:pt x="1448" y="229"/>
                    <a:pt x="1356" y="115"/>
                    <a:pt x="1234" y="107"/>
                  </a:cubicBezTo>
                  <a:cubicBezTo>
                    <a:pt x="1225" y="106"/>
                    <a:pt x="1216" y="106"/>
                    <a:pt x="1208" y="106"/>
                  </a:cubicBezTo>
                  <a:cubicBezTo>
                    <a:pt x="1096" y="106"/>
                    <a:pt x="998" y="193"/>
                    <a:pt x="990" y="306"/>
                  </a:cubicBezTo>
                  <a:cubicBezTo>
                    <a:pt x="976" y="433"/>
                    <a:pt x="863" y="528"/>
                    <a:pt x="743" y="528"/>
                  </a:cubicBezTo>
                  <a:cubicBezTo>
                    <a:pt x="734" y="528"/>
                    <a:pt x="725" y="527"/>
                    <a:pt x="716" y="526"/>
                  </a:cubicBezTo>
                  <a:cubicBezTo>
                    <a:pt x="579" y="511"/>
                    <a:pt x="480" y="389"/>
                    <a:pt x="495" y="252"/>
                  </a:cubicBezTo>
                  <a:cubicBezTo>
                    <a:pt x="503" y="130"/>
                    <a:pt x="419" y="16"/>
                    <a:pt x="290" y="1"/>
                  </a:cubicBezTo>
                  <a:cubicBezTo>
                    <a:pt x="285" y="1"/>
                    <a:pt x="27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5">
              <a:extLst>
                <a:ext uri="{FF2B5EF4-FFF2-40B4-BE49-F238E27FC236}">
                  <a16:creationId xmlns:a16="http://schemas.microsoft.com/office/drawing/2014/main" id="{F1CCB03C-A6D7-404D-7459-5CA49127EEE1}"/>
                </a:ext>
              </a:extLst>
            </p:cNvPr>
            <p:cNvSpPr/>
            <p:nvPr/>
          </p:nvSpPr>
          <p:spPr>
            <a:xfrm>
              <a:off x="3693776" y="1216676"/>
              <a:ext cx="22383" cy="20409"/>
            </a:xfrm>
            <a:custGeom>
              <a:avLst/>
              <a:gdLst/>
              <a:ahLst/>
              <a:cxnLst/>
              <a:rect l="l" t="t" r="r" b="b"/>
              <a:pathLst>
                <a:path w="938" h="856" extrusionOk="0">
                  <a:moveTo>
                    <a:pt x="472" y="1"/>
                  </a:moveTo>
                  <a:cubicBezTo>
                    <a:pt x="274" y="1"/>
                    <a:pt x="94" y="136"/>
                    <a:pt x="54" y="337"/>
                  </a:cubicBezTo>
                  <a:cubicBezTo>
                    <a:pt x="0" y="565"/>
                    <a:pt x="145" y="794"/>
                    <a:pt x="381" y="847"/>
                  </a:cubicBezTo>
                  <a:cubicBezTo>
                    <a:pt x="410" y="853"/>
                    <a:pt x="438" y="855"/>
                    <a:pt x="466" y="855"/>
                  </a:cubicBezTo>
                  <a:cubicBezTo>
                    <a:pt x="664" y="855"/>
                    <a:pt x="844" y="719"/>
                    <a:pt x="884" y="519"/>
                  </a:cubicBezTo>
                  <a:cubicBezTo>
                    <a:pt x="937" y="283"/>
                    <a:pt x="785" y="62"/>
                    <a:pt x="556" y="9"/>
                  </a:cubicBezTo>
                  <a:cubicBezTo>
                    <a:pt x="528" y="3"/>
                    <a:pt x="500" y="1"/>
                    <a:pt x="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5">
              <a:extLst>
                <a:ext uri="{FF2B5EF4-FFF2-40B4-BE49-F238E27FC236}">
                  <a16:creationId xmlns:a16="http://schemas.microsoft.com/office/drawing/2014/main" id="{77A11984-9619-0477-BE9B-D2ED254442BB}"/>
                </a:ext>
              </a:extLst>
            </p:cNvPr>
            <p:cNvSpPr/>
            <p:nvPr/>
          </p:nvSpPr>
          <p:spPr>
            <a:xfrm>
              <a:off x="3363305" y="1063034"/>
              <a:ext cx="416830" cy="454080"/>
            </a:xfrm>
            <a:custGeom>
              <a:avLst/>
              <a:gdLst/>
              <a:ahLst/>
              <a:cxnLst/>
              <a:rect l="l" t="t" r="r" b="b"/>
              <a:pathLst>
                <a:path w="17468" h="19045" extrusionOk="0">
                  <a:moveTo>
                    <a:pt x="6744" y="2772"/>
                  </a:moveTo>
                  <a:cubicBezTo>
                    <a:pt x="7650" y="2772"/>
                    <a:pt x="8578" y="3324"/>
                    <a:pt x="9286" y="4328"/>
                  </a:cubicBezTo>
                  <a:cubicBezTo>
                    <a:pt x="8685" y="4998"/>
                    <a:pt x="8319" y="5874"/>
                    <a:pt x="8319" y="6826"/>
                  </a:cubicBezTo>
                  <a:cubicBezTo>
                    <a:pt x="8319" y="6834"/>
                    <a:pt x="8319" y="6849"/>
                    <a:pt x="8319" y="6864"/>
                  </a:cubicBezTo>
                  <a:cubicBezTo>
                    <a:pt x="8205" y="7009"/>
                    <a:pt x="8098" y="7169"/>
                    <a:pt x="8007" y="7329"/>
                  </a:cubicBezTo>
                  <a:cubicBezTo>
                    <a:pt x="7534" y="6781"/>
                    <a:pt x="6834" y="6141"/>
                    <a:pt x="5935" y="5729"/>
                  </a:cubicBezTo>
                  <a:cubicBezTo>
                    <a:pt x="5432" y="5508"/>
                    <a:pt x="4929" y="5348"/>
                    <a:pt x="4442" y="5257"/>
                  </a:cubicBezTo>
                  <a:cubicBezTo>
                    <a:pt x="4487" y="4191"/>
                    <a:pt x="4990" y="3345"/>
                    <a:pt x="5828" y="2972"/>
                  </a:cubicBezTo>
                  <a:cubicBezTo>
                    <a:pt x="6124" y="2837"/>
                    <a:pt x="6433" y="2772"/>
                    <a:pt x="6744" y="2772"/>
                  </a:cubicBezTo>
                  <a:close/>
                  <a:moveTo>
                    <a:pt x="12303" y="3749"/>
                  </a:moveTo>
                  <a:cubicBezTo>
                    <a:pt x="14085" y="3749"/>
                    <a:pt x="15533" y="5128"/>
                    <a:pt x="15533" y="6826"/>
                  </a:cubicBezTo>
                  <a:cubicBezTo>
                    <a:pt x="15533" y="8517"/>
                    <a:pt x="14085" y="9896"/>
                    <a:pt x="12303" y="9896"/>
                  </a:cubicBezTo>
                  <a:cubicBezTo>
                    <a:pt x="10520" y="9896"/>
                    <a:pt x="9073" y="8517"/>
                    <a:pt x="9073" y="6826"/>
                  </a:cubicBezTo>
                  <a:cubicBezTo>
                    <a:pt x="9073" y="5128"/>
                    <a:pt x="10520" y="3749"/>
                    <a:pt x="12303" y="3749"/>
                  </a:cubicBezTo>
                  <a:close/>
                  <a:moveTo>
                    <a:pt x="3522" y="5925"/>
                  </a:moveTo>
                  <a:cubicBezTo>
                    <a:pt x="4182" y="5925"/>
                    <a:pt x="4906" y="6092"/>
                    <a:pt x="5622" y="6415"/>
                  </a:cubicBezTo>
                  <a:cubicBezTo>
                    <a:pt x="6552" y="6834"/>
                    <a:pt x="7237" y="7550"/>
                    <a:pt x="7656" y="8076"/>
                  </a:cubicBezTo>
                  <a:cubicBezTo>
                    <a:pt x="7664" y="8083"/>
                    <a:pt x="7671" y="8098"/>
                    <a:pt x="7679" y="8106"/>
                  </a:cubicBezTo>
                  <a:cubicBezTo>
                    <a:pt x="7649" y="8235"/>
                    <a:pt x="7618" y="8365"/>
                    <a:pt x="7595" y="8502"/>
                  </a:cubicBezTo>
                  <a:cubicBezTo>
                    <a:pt x="7527" y="8959"/>
                    <a:pt x="7557" y="9409"/>
                    <a:pt x="7664" y="9843"/>
                  </a:cubicBezTo>
                  <a:cubicBezTo>
                    <a:pt x="7626" y="9896"/>
                    <a:pt x="7588" y="9942"/>
                    <a:pt x="7557" y="9995"/>
                  </a:cubicBezTo>
                  <a:lnTo>
                    <a:pt x="4213" y="8487"/>
                  </a:lnTo>
                  <a:cubicBezTo>
                    <a:pt x="4182" y="8473"/>
                    <a:pt x="4151" y="8466"/>
                    <a:pt x="4120" y="8466"/>
                  </a:cubicBezTo>
                  <a:cubicBezTo>
                    <a:pt x="4035" y="8466"/>
                    <a:pt x="3955" y="8515"/>
                    <a:pt x="3916" y="8594"/>
                  </a:cubicBezTo>
                  <a:cubicBezTo>
                    <a:pt x="3863" y="8708"/>
                    <a:pt x="3916" y="8845"/>
                    <a:pt x="4030" y="8898"/>
                  </a:cubicBezTo>
                  <a:lnTo>
                    <a:pt x="7313" y="10376"/>
                  </a:lnTo>
                  <a:cubicBezTo>
                    <a:pt x="7077" y="10772"/>
                    <a:pt x="6902" y="11206"/>
                    <a:pt x="6780" y="11656"/>
                  </a:cubicBezTo>
                  <a:cubicBezTo>
                    <a:pt x="6392" y="11725"/>
                    <a:pt x="6001" y="11759"/>
                    <a:pt x="5618" y="11759"/>
                  </a:cubicBezTo>
                  <a:cubicBezTo>
                    <a:pt x="4815" y="11759"/>
                    <a:pt x="4048" y="11609"/>
                    <a:pt x="3413" y="11321"/>
                  </a:cubicBezTo>
                  <a:cubicBezTo>
                    <a:pt x="2393" y="10864"/>
                    <a:pt x="1608" y="10193"/>
                    <a:pt x="1204" y="9424"/>
                  </a:cubicBezTo>
                  <a:cubicBezTo>
                    <a:pt x="823" y="8723"/>
                    <a:pt x="785" y="7976"/>
                    <a:pt x="1082" y="7321"/>
                  </a:cubicBezTo>
                  <a:cubicBezTo>
                    <a:pt x="1379" y="6659"/>
                    <a:pt x="1966" y="6194"/>
                    <a:pt x="2743" y="6011"/>
                  </a:cubicBezTo>
                  <a:cubicBezTo>
                    <a:pt x="2988" y="5953"/>
                    <a:pt x="3250" y="5925"/>
                    <a:pt x="3522" y="5925"/>
                  </a:cubicBezTo>
                  <a:close/>
                  <a:moveTo>
                    <a:pt x="8509" y="7999"/>
                  </a:moveTo>
                  <a:cubicBezTo>
                    <a:pt x="8746" y="8685"/>
                    <a:pt x="9172" y="9287"/>
                    <a:pt x="9736" y="9744"/>
                  </a:cubicBezTo>
                  <a:cubicBezTo>
                    <a:pt x="9713" y="9774"/>
                    <a:pt x="9705" y="9820"/>
                    <a:pt x="9705" y="9858"/>
                  </a:cubicBezTo>
                  <a:lnTo>
                    <a:pt x="9705" y="10269"/>
                  </a:lnTo>
                  <a:cubicBezTo>
                    <a:pt x="9705" y="10399"/>
                    <a:pt x="9804" y="10498"/>
                    <a:pt x="9926" y="10498"/>
                  </a:cubicBezTo>
                  <a:cubicBezTo>
                    <a:pt x="10056" y="10498"/>
                    <a:pt x="10155" y="10399"/>
                    <a:pt x="10155" y="10269"/>
                  </a:cubicBezTo>
                  <a:lnTo>
                    <a:pt x="10155" y="10041"/>
                  </a:lnTo>
                  <a:cubicBezTo>
                    <a:pt x="10772" y="10422"/>
                    <a:pt x="11511" y="10643"/>
                    <a:pt x="12303" y="10643"/>
                  </a:cubicBezTo>
                  <a:cubicBezTo>
                    <a:pt x="12890" y="10643"/>
                    <a:pt x="13446" y="10521"/>
                    <a:pt x="13948" y="10300"/>
                  </a:cubicBezTo>
                  <a:lnTo>
                    <a:pt x="13948" y="10536"/>
                  </a:lnTo>
                  <a:cubicBezTo>
                    <a:pt x="13948" y="10665"/>
                    <a:pt x="14047" y="10765"/>
                    <a:pt x="14177" y="10765"/>
                  </a:cubicBezTo>
                  <a:cubicBezTo>
                    <a:pt x="14299" y="10765"/>
                    <a:pt x="14398" y="10665"/>
                    <a:pt x="14398" y="10536"/>
                  </a:cubicBezTo>
                  <a:lnTo>
                    <a:pt x="14398" y="10125"/>
                  </a:lnTo>
                  <a:cubicBezTo>
                    <a:pt x="14398" y="10109"/>
                    <a:pt x="14398" y="10094"/>
                    <a:pt x="14390" y="10071"/>
                  </a:cubicBezTo>
                  <a:cubicBezTo>
                    <a:pt x="14832" y="9812"/>
                    <a:pt x="15220" y="9470"/>
                    <a:pt x="15525" y="9066"/>
                  </a:cubicBezTo>
                  <a:lnTo>
                    <a:pt x="15525" y="9066"/>
                  </a:lnTo>
                  <a:cubicBezTo>
                    <a:pt x="15540" y="9279"/>
                    <a:pt x="15533" y="9492"/>
                    <a:pt x="15502" y="9706"/>
                  </a:cubicBezTo>
                  <a:cubicBezTo>
                    <a:pt x="15380" y="10506"/>
                    <a:pt x="14901" y="11206"/>
                    <a:pt x="14146" y="11679"/>
                  </a:cubicBezTo>
                  <a:cubicBezTo>
                    <a:pt x="13986" y="11778"/>
                    <a:pt x="13811" y="11869"/>
                    <a:pt x="13628" y="11945"/>
                  </a:cubicBezTo>
                  <a:lnTo>
                    <a:pt x="13628" y="11717"/>
                  </a:lnTo>
                  <a:cubicBezTo>
                    <a:pt x="13628" y="11595"/>
                    <a:pt x="13529" y="11496"/>
                    <a:pt x="13408" y="11496"/>
                  </a:cubicBezTo>
                  <a:cubicBezTo>
                    <a:pt x="13286" y="11496"/>
                    <a:pt x="13179" y="11595"/>
                    <a:pt x="13179" y="11717"/>
                  </a:cubicBezTo>
                  <a:lnTo>
                    <a:pt x="13179" y="12098"/>
                  </a:lnTo>
                  <a:cubicBezTo>
                    <a:pt x="12833" y="12195"/>
                    <a:pt x="12469" y="12246"/>
                    <a:pt x="12095" y="12246"/>
                  </a:cubicBezTo>
                  <a:cubicBezTo>
                    <a:pt x="11885" y="12246"/>
                    <a:pt x="11672" y="12230"/>
                    <a:pt x="11457" y="12197"/>
                  </a:cubicBezTo>
                  <a:cubicBezTo>
                    <a:pt x="9995" y="11968"/>
                    <a:pt x="8845" y="11031"/>
                    <a:pt x="8456" y="9873"/>
                  </a:cubicBezTo>
                  <a:cubicBezTo>
                    <a:pt x="8448" y="9828"/>
                    <a:pt x="8433" y="9782"/>
                    <a:pt x="8410" y="9744"/>
                  </a:cubicBezTo>
                  <a:cubicBezTo>
                    <a:pt x="8311" y="9378"/>
                    <a:pt x="8281" y="8997"/>
                    <a:pt x="8342" y="8609"/>
                  </a:cubicBezTo>
                  <a:cubicBezTo>
                    <a:pt x="8372" y="8403"/>
                    <a:pt x="8426" y="8197"/>
                    <a:pt x="8509" y="7999"/>
                  </a:cubicBezTo>
                  <a:close/>
                  <a:moveTo>
                    <a:pt x="7999" y="10688"/>
                  </a:moveTo>
                  <a:cubicBezTo>
                    <a:pt x="8616" y="11831"/>
                    <a:pt x="9842" y="12707"/>
                    <a:pt x="11343" y="12936"/>
                  </a:cubicBezTo>
                  <a:cubicBezTo>
                    <a:pt x="11602" y="12974"/>
                    <a:pt x="11854" y="12996"/>
                    <a:pt x="12105" y="12996"/>
                  </a:cubicBezTo>
                  <a:cubicBezTo>
                    <a:pt x="12989" y="12996"/>
                    <a:pt x="13834" y="12760"/>
                    <a:pt x="14550" y="12311"/>
                  </a:cubicBezTo>
                  <a:cubicBezTo>
                    <a:pt x="14619" y="12265"/>
                    <a:pt x="14680" y="12227"/>
                    <a:pt x="14748" y="12181"/>
                  </a:cubicBezTo>
                  <a:cubicBezTo>
                    <a:pt x="14779" y="12395"/>
                    <a:pt x="14794" y="12608"/>
                    <a:pt x="14794" y="12829"/>
                  </a:cubicBezTo>
                  <a:cubicBezTo>
                    <a:pt x="14023" y="13681"/>
                    <a:pt x="12885" y="14166"/>
                    <a:pt x="11683" y="14166"/>
                  </a:cubicBezTo>
                  <a:cubicBezTo>
                    <a:pt x="11520" y="14166"/>
                    <a:pt x="11356" y="14157"/>
                    <a:pt x="11191" y="14139"/>
                  </a:cubicBezTo>
                  <a:cubicBezTo>
                    <a:pt x="9523" y="13956"/>
                    <a:pt x="8136" y="12867"/>
                    <a:pt x="7656" y="11382"/>
                  </a:cubicBezTo>
                  <a:cubicBezTo>
                    <a:pt x="7748" y="11145"/>
                    <a:pt x="7862" y="10909"/>
                    <a:pt x="7999" y="10688"/>
                  </a:cubicBezTo>
                  <a:close/>
                  <a:moveTo>
                    <a:pt x="7451" y="12075"/>
                  </a:moveTo>
                  <a:cubicBezTo>
                    <a:pt x="8121" y="13438"/>
                    <a:pt x="9507" y="14413"/>
                    <a:pt x="11145" y="14589"/>
                  </a:cubicBezTo>
                  <a:cubicBezTo>
                    <a:pt x="11320" y="14611"/>
                    <a:pt x="11503" y="14619"/>
                    <a:pt x="11678" y="14619"/>
                  </a:cubicBezTo>
                  <a:cubicBezTo>
                    <a:pt x="12821" y="14619"/>
                    <a:pt x="13918" y="14215"/>
                    <a:pt x="14748" y="13499"/>
                  </a:cubicBezTo>
                  <a:lnTo>
                    <a:pt x="14748" y="13499"/>
                  </a:lnTo>
                  <a:cubicBezTo>
                    <a:pt x="14702" y="13834"/>
                    <a:pt x="14619" y="14162"/>
                    <a:pt x="14504" y="14474"/>
                  </a:cubicBezTo>
                  <a:cubicBezTo>
                    <a:pt x="13716" y="15249"/>
                    <a:pt x="12628" y="15685"/>
                    <a:pt x="11466" y="15685"/>
                  </a:cubicBezTo>
                  <a:cubicBezTo>
                    <a:pt x="11292" y="15685"/>
                    <a:pt x="11116" y="15675"/>
                    <a:pt x="10939" y="15655"/>
                  </a:cubicBezTo>
                  <a:cubicBezTo>
                    <a:pt x="9279" y="15472"/>
                    <a:pt x="7877" y="14413"/>
                    <a:pt x="7352" y="12996"/>
                  </a:cubicBezTo>
                  <a:cubicBezTo>
                    <a:pt x="7352" y="12844"/>
                    <a:pt x="7359" y="12692"/>
                    <a:pt x="7374" y="12539"/>
                  </a:cubicBezTo>
                  <a:cubicBezTo>
                    <a:pt x="7397" y="12387"/>
                    <a:pt x="7420" y="12227"/>
                    <a:pt x="7451" y="12075"/>
                  </a:cubicBezTo>
                  <a:close/>
                  <a:moveTo>
                    <a:pt x="7489" y="14192"/>
                  </a:moveTo>
                  <a:cubicBezTo>
                    <a:pt x="7687" y="14459"/>
                    <a:pt x="7915" y="14710"/>
                    <a:pt x="8174" y="14931"/>
                  </a:cubicBezTo>
                  <a:cubicBezTo>
                    <a:pt x="8928" y="15586"/>
                    <a:pt x="9865" y="15990"/>
                    <a:pt x="10886" y="16104"/>
                  </a:cubicBezTo>
                  <a:cubicBezTo>
                    <a:pt x="11077" y="16127"/>
                    <a:pt x="11267" y="16135"/>
                    <a:pt x="11457" y="16135"/>
                  </a:cubicBezTo>
                  <a:cubicBezTo>
                    <a:pt x="12379" y="16135"/>
                    <a:pt x="13263" y="15891"/>
                    <a:pt x="14002" y="15426"/>
                  </a:cubicBezTo>
                  <a:lnTo>
                    <a:pt x="14002" y="15426"/>
                  </a:lnTo>
                  <a:cubicBezTo>
                    <a:pt x="13819" y="15708"/>
                    <a:pt x="13598" y="15960"/>
                    <a:pt x="13347" y="16181"/>
                  </a:cubicBezTo>
                  <a:cubicBezTo>
                    <a:pt x="12659" y="16788"/>
                    <a:pt x="11832" y="17114"/>
                    <a:pt x="10982" y="17114"/>
                  </a:cubicBezTo>
                  <a:cubicBezTo>
                    <a:pt x="10861" y="17114"/>
                    <a:pt x="10740" y="17108"/>
                    <a:pt x="10619" y="17095"/>
                  </a:cubicBezTo>
                  <a:cubicBezTo>
                    <a:pt x="9088" y="16927"/>
                    <a:pt x="7892" y="15739"/>
                    <a:pt x="7489" y="14192"/>
                  </a:cubicBezTo>
                  <a:close/>
                  <a:moveTo>
                    <a:pt x="10604" y="1"/>
                  </a:moveTo>
                  <a:cubicBezTo>
                    <a:pt x="9820" y="1"/>
                    <a:pt x="9172" y="648"/>
                    <a:pt x="9172" y="1433"/>
                  </a:cubicBezTo>
                  <a:cubicBezTo>
                    <a:pt x="9172" y="1639"/>
                    <a:pt x="9347" y="1806"/>
                    <a:pt x="9553" y="1806"/>
                  </a:cubicBezTo>
                  <a:cubicBezTo>
                    <a:pt x="9759" y="1806"/>
                    <a:pt x="9926" y="1639"/>
                    <a:pt x="9926" y="1433"/>
                  </a:cubicBezTo>
                  <a:cubicBezTo>
                    <a:pt x="9926" y="1060"/>
                    <a:pt x="10231" y="755"/>
                    <a:pt x="10604" y="755"/>
                  </a:cubicBezTo>
                  <a:cubicBezTo>
                    <a:pt x="10985" y="755"/>
                    <a:pt x="11290" y="1052"/>
                    <a:pt x="11290" y="1433"/>
                  </a:cubicBezTo>
                  <a:lnTo>
                    <a:pt x="11244" y="3139"/>
                  </a:lnTo>
                  <a:cubicBezTo>
                    <a:pt x="10726" y="3276"/>
                    <a:pt x="10254" y="3513"/>
                    <a:pt x="9842" y="3817"/>
                  </a:cubicBezTo>
                  <a:cubicBezTo>
                    <a:pt x="9294" y="3078"/>
                    <a:pt x="8631" y="2538"/>
                    <a:pt x="7900" y="2248"/>
                  </a:cubicBezTo>
                  <a:cubicBezTo>
                    <a:pt x="7510" y="2097"/>
                    <a:pt x="7117" y="2021"/>
                    <a:pt x="6730" y="2021"/>
                  </a:cubicBezTo>
                  <a:cubicBezTo>
                    <a:pt x="6315" y="2021"/>
                    <a:pt x="5906" y="2109"/>
                    <a:pt x="5516" y="2286"/>
                  </a:cubicBezTo>
                  <a:cubicBezTo>
                    <a:pt x="4426" y="2774"/>
                    <a:pt x="3764" y="3840"/>
                    <a:pt x="3695" y="5173"/>
                  </a:cubicBezTo>
                  <a:cubicBezTo>
                    <a:pt x="3657" y="5172"/>
                    <a:pt x="3620" y="5172"/>
                    <a:pt x="3582" y="5172"/>
                  </a:cubicBezTo>
                  <a:cubicBezTo>
                    <a:pt x="3233" y="5172"/>
                    <a:pt x="2891" y="5205"/>
                    <a:pt x="2568" y="5287"/>
                  </a:cubicBezTo>
                  <a:cubicBezTo>
                    <a:pt x="1562" y="5524"/>
                    <a:pt x="793" y="6133"/>
                    <a:pt x="397" y="7009"/>
                  </a:cubicBezTo>
                  <a:cubicBezTo>
                    <a:pt x="1" y="7885"/>
                    <a:pt x="54" y="8868"/>
                    <a:pt x="541" y="9782"/>
                  </a:cubicBezTo>
                  <a:cubicBezTo>
                    <a:pt x="1029" y="10704"/>
                    <a:pt x="1920" y="11473"/>
                    <a:pt x="3101" y="12006"/>
                  </a:cubicBezTo>
                  <a:cubicBezTo>
                    <a:pt x="3832" y="12334"/>
                    <a:pt x="4708" y="12509"/>
                    <a:pt x="5622" y="12509"/>
                  </a:cubicBezTo>
                  <a:cubicBezTo>
                    <a:pt x="5958" y="12509"/>
                    <a:pt x="6293" y="12486"/>
                    <a:pt x="6635" y="12440"/>
                  </a:cubicBezTo>
                  <a:lnTo>
                    <a:pt x="6635" y="12440"/>
                  </a:lnTo>
                  <a:cubicBezTo>
                    <a:pt x="6635" y="12448"/>
                    <a:pt x="6635" y="12456"/>
                    <a:pt x="6628" y="12463"/>
                  </a:cubicBezTo>
                  <a:cubicBezTo>
                    <a:pt x="6369" y="14817"/>
                    <a:pt x="7679" y="16958"/>
                    <a:pt x="9652" y="17643"/>
                  </a:cubicBezTo>
                  <a:lnTo>
                    <a:pt x="10002" y="18786"/>
                  </a:lnTo>
                  <a:cubicBezTo>
                    <a:pt x="10048" y="18931"/>
                    <a:pt x="10185" y="19037"/>
                    <a:pt x="10345" y="19045"/>
                  </a:cubicBezTo>
                  <a:lnTo>
                    <a:pt x="10360" y="19045"/>
                  </a:lnTo>
                  <a:cubicBezTo>
                    <a:pt x="10513" y="19045"/>
                    <a:pt x="10650" y="18953"/>
                    <a:pt x="10711" y="18816"/>
                  </a:cubicBezTo>
                  <a:lnTo>
                    <a:pt x="11107" y="17864"/>
                  </a:lnTo>
                  <a:cubicBezTo>
                    <a:pt x="12097" y="17834"/>
                    <a:pt x="13057" y="17445"/>
                    <a:pt x="13849" y="16737"/>
                  </a:cubicBezTo>
                  <a:cubicBezTo>
                    <a:pt x="14687" y="15990"/>
                    <a:pt x="15251" y="14962"/>
                    <a:pt x="15457" y="13812"/>
                  </a:cubicBezTo>
                  <a:cubicBezTo>
                    <a:pt x="15609" y="13979"/>
                    <a:pt x="15769" y="14185"/>
                    <a:pt x="15906" y="14406"/>
                  </a:cubicBezTo>
                  <a:cubicBezTo>
                    <a:pt x="15975" y="14520"/>
                    <a:pt x="16097" y="14581"/>
                    <a:pt x="16226" y="14581"/>
                  </a:cubicBezTo>
                  <a:cubicBezTo>
                    <a:pt x="16295" y="14581"/>
                    <a:pt x="16363" y="14566"/>
                    <a:pt x="16424" y="14528"/>
                  </a:cubicBezTo>
                  <a:cubicBezTo>
                    <a:pt x="16599" y="14421"/>
                    <a:pt x="16653" y="14192"/>
                    <a:pt x="16546" y="14017"/>
                  </a:cubicBezTo>
                  <a:cubicBezTo>
                    <a:pt x="16226" y="13484"/>
                    <a:pt x="15769" y="13035"/>
                    <a:pt x="15540" y="12829"/>
                  </a:cubicBezTo>
                  <a:cubicBezTo>
                    <a:pt x="15540" y="12547"/>
                    <a:pt x="15518" y="12258"/>
                    <a:pt x="15472" y="11976"/>
                  </a:cubicBezTo>
                  <a:lnTo>
                    <a:pt x="15472" y="11976"/>
                  </a:lnTo>
                  <a:cubicBezTo>
                    <a:pt x="15822" y="12029"/>
                    <a:pt x="16333" y="12212"/>
                    <a:pt x="16752" y="12737"/>
                  </a:cubicBezTo>
                  <a:cubicBezTo>
                    <a:pt x="16828" y="12836"/>
                    <a:pt x="16934" y="12882"/>
                    <a:pt x="17049" y="12882"/>
                  </a:cubicBezTo>
                  <a:cubicBezTo>
                    <a:pt x="17125" y="12882"/>
                    <a:pt x="17209" y="12859"/>
                    <a:pt x="17277" y="12798"/>
                  </a:cubicBezTo>
                  <a:cubicBezTo>
                    <a:pt x="17437" y="12677"/>
                    <a:pt x="17468" y="12440"/>
                    <a:pt x="17338" y="12273"/>
                  </a:cubicBezTo>
                  <a:cubicBezTo>
                    <a:pt x="16805" y="11602"/>
                    <a:pt x="16157" y="11343"/>
                    <a:pt x="15670" y="11252"/>
                  </a:cubicBezTo>
                  <a:cubicBezTo>
                    <a:pt x="15967" y="10818"/>
                    <a:pt x="16165" y="10338"/>
                    <a:pt x="16241" y="9820"/>
                  </a:cubicBezTo>
                  <a:cubicBezTo>
                    <a:pt x="16333" y="9241"/>
                    <a:pt x="16264" y="8647"/>
                    <a:pt x="16058" y="8083"/>
                  </a:cubicBezTo>
                  <a:cubicBezTo>
                    <a:pt x="16203" y="7687"/>
                    <a:pt x="16279" y="7268"/>
                    <a:pt x="16279" y="6826"/>
                  </a:cubicBezTo>
                  <a:cubicBezTo>
                    <a:pt x="16279" y="5143"/>
                    <a:pt x="15144" y="3711"/>
                    <a:pt x="13567" y="3200"/>
                  </a:cubicBezTo>
                  <a:lnTo>
                    <a:pt x="13720" y="1479"/>
                  </a:lnTo>
                  <a:cubicBezTo>
                    <a:pt x="13756" y="1129"/>
                    <a:pt x="14052" y="866"/>
                    <a:pt x="14397" y="866"/>
                  </a:cubicBezTo>
                  <a:cubicBezTo>
                    <a:pt x="14420" y="866"/>
                    <a:pt x="14443" y="867"/>
                    <a:pt x="14466" y="869"/>
                  </a:cubicBezTo>
                  <a:cubicBezTo>
                    <a:pt x="14649" y="885"/>
                    <a:pt x="14809" y="968"/>
                    <a:pt x="14923" y="1113"/>
                  </a:cubicBezTo>
                  <a:cubicBezTo>
                    <a:pt x="15038" y="1250"/>
                    <a:pt x="15091" y="1425"/>
                    <a:pt x="15076" y="1608"/>
                  </a:cubicBezTo>
                  <a:cubicBezTo>
                    <a:pt x="15053" y="1814"/>
                    <a:pt x="15205" y="1997"/>
                    <a:pt x="15411" y="2020"/>
                  </a:cubicBezTo>
                  <a:cubicBezTo>
                    <a:pt x="15425" y="2021"/>
                    <a:pt x="15438" y="2022"/>
                    <a:pt x="15452" y="2022"/>
                  </a:cubicBezTo>
                  <a:cubicBezTo>
                    <a:pt x="15640" y="2022"/>
                    <a:pt x="15801" y="1876"/>
                    <a:pt x="15822" y="1684"/>
                  </a:cubicBezTo>
                  <a:cubicBezTo>
                    <a:pt x="15860" y="1304"/>
                    <a:pt x="15746" y="930"/>
                    <a:pt x="15502" y="633"/>
                  </a:cubicBezTo>
                  <a:cubicBezTo>
                    <a:pt x="15259" y="336"/>
                    <a:pt x="14916" y="153"/>
                    <a:pt x="14535" y="123"/>
                  </a:cubicBezTo>
                  <a:cubicBezTo>
                    <a:pt x="14484" y="117"/>
                    <a:pt x="14434" y="115"/>
                    <a:pt x="14384" y="115"/>
                  </a:cubicBezTo>
                  <a:cubicBezTo>
                    <a:pt x="13662" y="115"/>
                    <a:pt x="13045" y="669"/>
                    <a:pt x="12973" y="1403"/>
                  </a:cubicBezTo>
                  <a:cubicBezTo>
                    <a:pt x="12973" y="1403"/>
                    <a:pt x="12973" y="1410"/>
                    <a:pt x="12973" y="1410"/>
                  </a:cubicBezTo>
                  <a:lnTo>
                    <a:pt x="12829" y="3033"/>
                  </a:lnTo>
                  <a:cubicBezTo>
                    <a:pt x="12661" y="3010"/>
                    <a:pt x="12478" y="3002"/>
                    <a:pt x="12303" y="3002"/>
                  </a:cubicBezTo>
                  <a:cubicBezTo>
                    <a:pt x="12196" y="3002"/>
                    <a:pt x="12097" y="3002"/>
                    <a:pt x="11998" y="3010"/>
                  </a:cubicBezTo>
                  <a:lnTo>
                    <a:pt x="12036" y="1441"/>
                  </a:lnTo>
                  <a:cubicBezTo>
                    <a:pt x="12036" y="1441"/>
                    <a:pt x="12036" y="1441"/>
                    <a:pt x="12036" y="1433"/>
                  </a:cubicBezTo>
                  <a:cubicBezTo>
                    <a:pt x="12036" y="648"/>
                    <a:pt x="11396"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5">
              <a:extLst>
                <a:ext uri="{FF2B5EF4-FFF2-40B4-BE49-F238E27FC236}">
                  <a16:creationId xmlns:a16="http://schemas.microsoft.com/office/drawing/2014/main" id="{01CAC959-6F1F-B4BA-10D5-5C6DD857D170}"/>
                </a:ext>
              </a:extLst>
            </p:cNvPr>
            <p:cNvSpPr/>
            <p:nvPr/>
          </p:nvSpPr>
          <p:spPr>
            <a:xfrm>
              <a:off x="3371299" y="1079033"/>
              <a:ext cx="65837" cy="72672"/>
            </a:xfrm>
            <a:custGeom>
              <a:avLst/>
              <a:gdLst/>
              <a:ahLst/>
              <a:cxnLst/>
              <a:rect l="l" t="t" r="r" b="b"/>
              <a:pathLst>
                <a:path w="2759" h="3048" extrusionOk="0">
                  <a:moveTo>
                    <a:pt x="1380" y="0"/>
                  </a:moveTo>
                  <a:cubicBezTo>
                    <a:pt x="1332" y="0"/>
                    <a:pt x="1284" y="31"/>
                    <a:pt x="1265" y="92"/>
                  </a:cubicBezTo>
                  <a:lnTo>
                    <a:pt x="953" y="960"/>
                  </a:lnTo>
                  <a:cubicBezTo>
                    <a:pt x="938" y="998"/>
                    <a:pt x="915" y="1029"/>
                    <a:pt x="884" y="1044"/>
                  </a:cubicBezTo>
                  <a:lnTo>
                    <a:pt x="115" y="1387"/>
                  </a:lnTo>
                  <a:cubicBezTo>
                    <a:pt x="1" y="1440"/>
                    <a:pt x="1" y="1608"/>
                    <a:pt x="115" y="1661"/>
                  </a:cubicBezTo>
                  <a:lnTo>
                    <a:pt x="884" y="2004"/>
                  </a:lnTo>
                  <a:cubicBezTo>
                    <a:pt x="915" y="2019"/>
                    <a:pt x="938" y="2049"/>
                    <a:pt x="953" y="2087"/>
                  </a:cubicBezTo>
                  <a:lnTo>
                    <a:pt x="1265" y="2956"/>
                  </a:lnTo>
                  <a:cubicBezTo>
                    <a:pt x="1284" y="3017"/>
                    <a:pt x="1332" y="3047"/>
                    <a:pt x="1380" y="3047"/>
                  </a:cubicBezTo>
                  <a:cubicBezTo>
                    <a:pt x="1429" y="3047"/>
                    <a:pt x="1479" y="3017"/>
                    <a:pt x="1501" y="2956"/>
                  </a:cubicBezTo>
                  <a:lnTo>
                    <a:pt x="1814" y="2087"/>
                  </a:lnTo>
                  <a:cubicBezTo>
                    <a:pt x="1821" y="2049"/>
                    <a:pt x="1852" y="2019"/>
                    <a:pt x="1882" y="2004"/>
                  </a:cubicBezTo>
                  <a:lnTo>
                    <a:pt x="2652" y="1661"/>
                  </a:lnTo>
                  <a:cubicBezTo>
                    <a:pt x="2758" y="1608"/>
                    <a:pt x="2758" y="1440"/>
                    <a:pt x="2652" y="1387"/>
                  </a:cubicBezTo>
                  <a:lnTo>
                    <a:pt x="1882" y="1044"/>
                  </a:lnTo>
                  <a:cubicBezTo>
                    <a:pt x="1852" y="1029"/>
                    <a:pt x="1821" y="998"/>
                    <a:pt x="1814" y="960"/>
                  </a:cubicBezTo>
                  <a:lnTo>
                    <a:pt x="1501" y="92"/>
                  </a:lnTo>
                  <a:cubicBezTo>
                    <a:pt x="1479" y="31"/>
                    <a:pt x="1429" y="0"/>
                    <a:pt x="13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5">
              <a:extLst>
                <a:ext uri="{FF2B5EF4-FFF2-40B4-BE49-F238E27FC236}">
                  <a16:creationId xmlns:a16="http://schemas.microsoft.com/office/drawing/2014/main" id="{BD1F4A99-EC65-61A8-5AA2-61E07C201F52}"/>
                </a:ext>
              </a:extLst>
            </p:cNvPr>
            <p:cNvSpPr/>
            <p:nvPr/>
          </p:nvSpPr>
          <p:spPr>
            <a:xfrm>
              <a:off x="3758301" y="1143312"/>
              <a:ext cx="48918" cy="53979"/>
            </a:xfrm>
            <a:custGeom>
              <a:avLst/>
              <a:gdLst/>
              <a:ahLst/>
              <a:cxnLst/>
              <a:rect l="l" t="t" r="r" b="b"/>
              <a:pathLst>
                <a:path w="2050" h="2264" extrusionOk="0">
                  <a:moveTo>
                    <a:pt x="1025" y="1"/>
                  </a:moveTo>
                  <a:cubicBezTo>
                    <a:pt x="989" y="1"/>
                    <a:pt x="953" y="24"/>
                    <a:pt x="938" y="69"/>
                  </a:cubicBezTo>
                  <a:lnTo>
                    <a:pt x="709" y="717"/>
                  </a:lnTo>
                  <a:cubicBezTo>
                    <a:pt x="701" y="740"/>
                    <a:pt x="679" y="763"/>
                    <a:pt x="656" y="778"/>
                  </a:cubicBezTo>
                  <a:lnTo>
                    <a:pt x="84" y="1029"/>
                  </a:lnTo>
                  <a:cubicBezTo>
                    <a:pt x="1" y="1067"/>
                    <a:pt x="1" y="1197"/>
                    <a:pt x="84" y="1235"/>
                  </a:cubicBezTo>
                  <a:lnTo>
                    <a:pt x="656" y="1494"/>
                  </a:lnTo>
                  <a:cubicBezTo>
                    <a:pt x="679" y="1502"/>
                    <a:pt x="701" y="1524"/>
                    <a:pt x="709" y="1547"/>
                  </a:cubicBezTo>
                  <a:lnTo>
                    <a:pt x="938" y="2195"/>
                  </a:lnTo>
                  <a:cubicBezTo>
                    <a:pt x="953" y="2240"/>
                    <a:pt x="989" y="2263"/>
                    <a:pt x="1025" y="2263"/>
                  </a:cubicBezTo>
                  <a:cubicBezTo>
                    <a:pt x="1061" y="2263"/>
                    <a:pt x="1097" y="2240"/>
                    <a:pt x="1113" y="2195"/>
                  </a:cubicBezTo>
                  <a:lnTo>
                    <a:pt x="1341" y="1547"/>
                  </a:lnTo>
                  <a:cubicBezTo>
                    <a:pt x="1356" y="1524"/>
                    <a:pt x="1372" y="1502"/>
                    <a:pt x="1395" y="1494"/>
                  </a:cubicBezTo>
                  <a:lnTo>
                    <a:pt x="1966" y="1235"/>
                  </a:lnTo>
                  <a:cubicBezTo>
                    <a:pt x="2050" y="1197"/>
                    <a:pt x="2050" y="1067"/>
                    <a:pt x="1966" y="1029"/>
                  </a:cubicBezTo>
                  <a:lnTo>
                    <a:pt x="1395" y="778"/>
                  </a:lnTo>
                  <a:cubicBezTo>
                    <a:pt x="1372" y="763"/>
                    <a:pt x="1356" y="740"/>
                    <a:pt x="1341" y="717"/>
                  </a:cubicBezTo>
                  <a:lnTo>
                    <a:pt x="1113" y="69"/>
                  </a:lnTo>
                  <a:cubicBezTo>
                    <a:pt x="1097" y="24"/>
                    <a:pt x="1061" y="1"/>
                    <a:pt x="10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5">
              <a:extLst>
                <a:ext uri="{FF2B5EF4-FFF2-40B4-BE49-F238E27FC236}">
                  <a16:creationId xmlns:a16="http://schemas.microsoft.com/office/drawing/2014/main" id="{E280153B-85AA-31F5-AA27-44F50D55AA80}"/>
                </a:ext>
              </a:extLst>
            </p:cNvPr>
            <p:cNvSpPr/>
            <p:nvPr/>
          </p:nvSpPr>
          <p:spPr>
            <a:xfrm>
              <a:off x="3786291" y="1090644"/>
              <a:ext cx="32023" cy="31997"/>
            </a:xfrm>
            <a:custGeom>
              <a:avLst/>
              <a:gdLst/>
              <a:ahLst/>
              <a:cxnLst/>
              <a:rect l="l" t="t" r="r" b="b"/>
              <a:pathLst>
                <a:path w="1342" h="1342" extrusionOk="0">
                  <a:moveTo>
                    <a:pt x="671" y="1"/>
                  </a:moveTo>
                  <a:cubicBezTo>
                    <a:pt x="298" y="1"/>
                    <a:pt x="1" y="298"/>
                    <a:pt x="1" y="671"/>
                  </a:cubicBezTo>
                  <a:cubicBezTo>
                    <a:pt x="1" y="1044"/>
                    <a:pt x="298" y="1341"/>
                    <a:pt x="671" y="1341"/>
                  </a:cubicBezTo>
                  <a:cubicBezTo>
                    <a:pt x="1044" y="1341"/>
                    <a:pt x="1341" y="1044"/>
                    <a:pt x="1341" y="671"/>
                  </a:cubicBezTo>
                  <a:cubicBezTo>
                    <a:pt x="1341" y="298"/>
                    <a:pt x="1044" y="1"/>
                    <a:pt x="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5">
              <a:extLst>
                <a:ext uri="{FF2B5EF4-FFF2-40B4-BE49-F238E27FC236}">
                  <a16:creationId xmlns:a16="http://schemas.microsoft.com/office/drawing/2014/main" id="{DF5C1632-6412-1F96-1B3E-247B51128A74}"/>
                </a:ext>
              </a:extLst>
            </p:cNvPr>
            <p:cNvSpPr/>
            <p:nvPr/>
          </p:nvSpPr>
          <p:spPr>
            <a:xfrm>
              <a:off x="3478728" y="1080106"/>
              <a:ext cx="13482" cy="13471"/>
            </a:xfrm>
            <a:custGeom>
              <a:avLst/>
              <a:gdLst/>
              <a:ahLst/>
              <a:cxnLst/>
              <a:rect l="l" t="t" r="r" b="b"/>
              <a:pathLst>
                <a:path w="565" h="565" extrusionOk="0">
                  <a:moveTo>
                    <a:pt x="283" y="1"/>
                  </a:moveTo>
                  <a:cubicBezTo>
                    <a:pt x="123" y="1"/>
                    <a:pt x="1" y="130"/>
                    <a:pt x="1" y="283"/>
                  </a:cubicBezTo>
                  <a:cubicBezTo>
                    <a:pt x="1" y="435"/>
                    <a:pt x="123" y="565"/>
                    <a:pt x="283" y="565"/>
                  </a:cubicBezTo>
                  <a:cubicBezTo>
                    <a:pt x="435" y="565"/>
                    <a:pt x="564" y="435"/>
                    <a:pt x="564" y="283"/>
                  </a:cubicBezTo>
                  <a:cubicBezTo>
                    <a:pt x="564" y="130"/>
                    <a:pt x="435"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A0295CB7-86D0-A559-FD0F-2E2B7910A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106" y="120320"/>
            <a:ext cx="821574" cy="6943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ED13E0-A104-4A9C-10AE-4E850F4B5BFC}"/>
              </a:ext>
            </a:extLst>
          </p:cNvPr>
          <p:cNvSpPr txBox="1"/>
          <p:nvPr/>
        </p:nvSpPr>
        <p:spPr>
          <a:xfrm>
            <a:off x="958226" y="1556087"/>
            <a:ext cx="7227548" cy="2031325"/>
          </a:xfrm>
          <a:prstGeom prst="rect">
            <a:avLst/>
          </a:prstGeom>
          <a:noFill/>
        </p:spPr>
        <p:txBody>
          <a:bodyPr wrap="square">
            <a:spAutoFit/>
          </a:bodyPr>
          <a:lstStyle/>
          <a:p>
            <a:pPr marL="0" marR="0" algn="ctr"/>
            <a:r>
              <a:rPr lang="en-US" dirty="0">
                <a:latin typeface="Montserrat Medium" panose="00000600000000000000" pitchFamily="2" charset="0"/>
                <a:cs typeface="Arial" panose="020B0604020202020204" pitchFamily="34" charset="0"/>
              </a:rPr>
              <a:t>The </a:t>
            </a:r>
            <a:r>
              <a:rPr lang="en-US" dirty="0" err="1">
                <a:latin typeface="Montserrat Medium" panose="00000600000000000000" pitchFamily="2" charset="0"/>
                <a:cs typeface="Arial" panose="020B0604020202020204" pitchFamily="34" charset="0"/>
              </a:rPr>
              <a:t>HyperHive</a:t>
            </a:r>
            <a:r>
              <a:rPr lang="en-US" dirty="0">
                <a:latin typeface="Montserrat Medium" panose="00000600000000000000" pitchFamily="2" charset="0"/>
                <a:cs typeface="Arial" panose="020B0604020202020204" pitchFamily="34" charset="0"/>
              </a:rPr>
              <a:t> documentation serves as a detailed blueprint for future projects, reducing development time and enhancing code quality. Its focus on user-centric design helps create intuitive systems tailored to user preferences, while its adaptable principles allow expansion into new domains like training and wellness. Insights from user feedback drive innovation and iterative improvements, supported by rapid prototyping and testing. The documentation also streamlines quality assurance, simplifies onboarding for new developers, and ensures efficient maintenance, making it a key resource for long-term growth and innovation.</a:t>
            </a:r>
          </a:p>
        </p:txBody>
      </p:sp>
      <p:sp>
        <p:nvSpPr>
          <p:cNvPr id="8" name="Google Shape;1562;p28">
            <a:extLst>
              <a:ext uri="{FF2B5EF4-FFF2-40B4-BE49-F238E27FC236}">
                <a16:creationId xmlns:a16="http://schemas.microsoft.com/office/drawing/2014/main" id="{4AF30994-0438-3BB7-ABDC-9197654CD03D}"/>
              </a:ext>
            </a:extLst>
          </p:cNvPr>
          <p:cNvSpPr/>
          <p:nvPr/>
        </p:nvSpPr>
        <p:spPr>
          <a:xfrm>
            <a:off x="328626" y="3631593"/>
            <a:ext cx="629600" cy="542844"/>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9" name="Google Shape;1562;p28">
            <a:extLst>
              <a:ext uri="{FF2B5EF4-FFF2-40B4-BE49-F238E27FC236}">
                <a16:creationId xmlns:a16="http://schemas.microsoft.com/office/drawing/2014/main" id="{39A68010-8C32-73C5-0D6B-C3F90B6CDD25}"/>
              </a:ext>
            </a:extLst>
          </p:cNvPr>
          <p:cNvSpPr/>
          <p:nvPr/>
        </p:nvSpPr>
        <p:spPr>
          <a:xfrm>
            <a:off x="1142763" y="4170424"/>
            <a:ext cx="629600" cy="542844"/>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0" name="Google Shape;1562;p28">
            <a:extLst>
              <a:ext uri="{FF2B5EF4-FFF2-40B4-BE49-F238E27FC236}">
                <a16:creationId xmlns:a16="http://schemas.microsoft.com/office/drawing/2014/main" id="{9FE5F40C-C308-67A6-0353-9289B9DEC8E4}"/>
              </a:ext>
            </a:extLst>
          </p:cNvPr>
          <p:cNvSpPr/>
          <p:nvPr/>
        </p:nvSpPr>
        <p:spPr>
          <a:xfrm>
            <a:off x="137750" y="4460603"/>
            <a:ext cx="629600" cy="542844"/>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1" name="Google Shape;1562;p28">
            <a:extLst>
              <a:ext uri="{FF2B5EF4-FFF2-40B4-BE49-F238E27FC236}">
                <a16:creationId xmlns:a16="http://schemas.microsoft.com/office/drawing/2014/main" id="{7A4AA448-E283-9B38-353A-23433387B5D8}"/>
              </a:ext>
            </a:extLst>
          </p:cNvPr>
          <p:cNvSpPr/>
          <p:nvPr/>
        </p:nvSpPr>
        <p:spPr>
          <a:xfrm>
            <a:off x="8298093" y="3360171"/>
            <a:ext cx="629600" cy="542844"/>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2" name="Google Shape;1562;p28">
            <a:extLst>
              <a:ext uri="{FF2B5EF4-FFF2-40B4-BE49-F238E27FC236}">
                <a16:creationId xmlns:a16="http://schemas.microsoft.com/office/drawing/2014/main" id="{97D52E65-B43A-FBFF-A8B9-DE7612A3D905}"/>
              </a:ext>
            </a:extLst>
          </p:cNvPr>
          <p:cNvSpPr/>
          <p:nvPr/>
        </p:nvSpPr>
        <p:spPr>
          <a:xfrm>
            <a:off x="8001237" y="4330718"/>
            <a:ext cx="629600" cy="542844"/>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
        <p:nvSpPr>
          <p:cNvPr id="13" name="Google Shape;1562;p28">
            <a:extLst>
              <a:ext uri="{FF2B5EF4-FFF2-40B4-BE49-F238E27FC236}">
                <a16:creationId xmlns:a16="http://schemas.microsoft.com/office/drawing/2014/main" id="{56BDB5B7-E282-948E-19A6-DE05865DAEAF}"/>
              </a:ext>
            </a:extLst>
          </p:cNvPr>
          <p:cNvSpPr/>
          <p:nvPr/>
        </p:nvSpPr>
        <p:spPr>
          <a:xfrm>
            <a:off x="7267545" y="3631593"/>
            <a:ext cx="629600" cy="542844"/>
          </a:xfrm>
          <a:prstGeom prst="hexagon">
            <a:avLst>
              <a:gd name="adj" fmla="val 28852"/>
              <a:gd name="vf" fmla="val 11547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600" dirty="0">
              <a:solidFill>
                <a:schemeClr val="dk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1531563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Bee Infographics by Slidesgo">
  <a:themeElements>
    <a:clrScheme name="Simple Light">
      <a:dk1>
        <a:srgbClr val="000000"/>
      </a:dk1>
      <a:lt1>
        <a:srgbClr val="C37777"/>
      </a:lt1>
      <a:dk2>
        <a:srgbClr val="FFDF47"/>
      </a:dk2>
      <a:lt2>
        <a:srgbClr val="FFFAE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DA792B0D2F8043BDC659BE29FBABF8" ma:contentTypeVersion="5" ma:contentTypeDescription="Create a new document." ma:contentTypeScope="" ma:versionID="cb10378ac9cecac110c811c4235faf19">
  <xsd:schema xmlns:xsd="http://www.w3.org/2001/XMLSchema" xmlns:xs="http://www.w3.org/2001/XMLSchema" xmlns:p="http://schemas.microsoft.com/office/2006/metadata/properties" xmlns:ns3="cd58b8ab-8c72-4cbe-b62b-2d4c6bb1e76e" targetNamespace="http://schemas.microsoft.com/office/2006/metadata/properties" ma:root="true" ma:fieldsID="29f14f21e292a34f9f355a1e46cf3998" ns3:_="">
    <xsd:import namespace="cd58b8ab-8c72-4cbe-b62b-2d4c6bb1e76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58b8ab-8c72-4cbe-b62b-2d4c6bb1e76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6607F7-1D16-442E-8BA7-DC9517F0DF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58b8ab-8c72-4cbe-b62b-2d4c6bb1e7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35997E-668C-4892-A4E2-AEB823750C14}">
  <ds:schemaRefs>
    <ds:schemaRef ds:uri="http://schemas.microsoft.com/sharepoint/v3/contenttype/forms"/>
  </ds:schemaRefs>
</ds:datastoreItem>
</file>

<file path=customXml/itemProps3.xml><?xml version="1.0" encoding="utf-8"?>
<ds:datastoreItem xmlns:ds="http://schemas.openxmlformats.org/officeDocument/2006/customXml" ds:itemID="{92A04C06-5F6E-4EED-94CB-62BD25D078F8}">
  <ds:schemaRefs>
    <ds:schemaRef ds:uri="cd58b8ab-8c72-4cbe-b62b-2d4c6bb1e76e"/>
    <ds:schemaRef ds:uri="http://purl.org/dc/dcmitype/"/>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3804</TotalTime>
  <Words>2848</Words>
  <Application>Microsoft Office PowerPoint</Application>
  <PresentationFormat>On-screen Show (16:9)</PresentationFormat>
  <Paragraphs>276</Paragraphs>
  <Slides>64</Slides>
  <Notes>63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ArialMT</vt:lpstr>
      <vt:lpstr>Fira Sans Extra Condensed</vt:lpstr>
      <vt:lpstr>Montserrat</vt:lpstr>
      <vt:lpstr>Montserrat Medium</vt:lpstr>
      <vt:lpstr>Montserrat SemiBold</vt:lpstr>
      <vt:lpstr>Bee Infographics by Slidesgo</vt:lpstr>
      <vt:lpstr>Hyperhive </vt:lpstr>
      <vt:lpstr>1.0 Introduction – Background</vt:lpstr>
      <vt:lpstr>1.0 Introduction – Background</vt:lpstr>
      <vt:lpstr>1.0 Introduction – Background</vt:lpstr>
      <vt:lpstr>1.0 Introduction – Background</vt:lpstr>
      <vt:lpstr>2.0 Problem Statement</vt:lpstr>
      <vt:lpstr>3.0 Objective</vt:lpstr>
      <vt:lpstr>4.0 Methodology</vt:lpstr>
      <vt:lpstr>4.0 Methodology</vt:lpstr>
      <vt:lpstr>4.0 Methodology</vt:lpstr>
      <vt:lpstr>4.0 Methodology</vt:lpstr>
      <vt:lpstr>4.0 Methodology</vt:lpstr>
      <vt:lpstr>4.0 Methodology</vt:lpstr>
      <vt:lpstr>4.0 Methodology</vt:lpstr>
      <vt:lpstr>5.0 SOLUTIONS</vt:lpstr>
      <vt:lpstr>5.0 SOLUTIONS</vt:lpstr>
      <vt:lpstr>5.0 SOLUTIONS</vt:lpstr>
      <vt:lpstr>PowerPoint Presentation</vt:lpstr>
      <vt:lpstr>5.2 Designing Module </vt:lpstr>
      <vt:lpstr>5.2 Designing Module </vt:lpstr>
      <vt:lpstr>5.2 Designing Module </vt:lpstr>
      <vt:lpstr>5.2 Designing Module </vt:lpstr>
      <vt:lpstr>5.3 Formula / Calculation</vt:lpstr>
      <vt:lpstr>5.3 Formula / Calculation</vt:lpstr>
      <vt:lpstr>5.3 Formula / Calculation</vt:lpstr>
      <vt:lpstr>5.3 Formula / Calculation</vt:lpstr>
      <vt:lpstr>5.4 Designing Flowchart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5.5 Pseudocode</vt:lpstr>
      <vt:lpstr>Pseudocode – Main()</vt:lpstr>
      <vt:lpstr>Pseudocode – Register() part 1</vt:lpstr>
      <vt:lpstr>Pseudocode – Register() part 2</vt:lpstr>
      <vt:lpstr>Pseudocode – Login()</vt:lpstr>
      <vt:lpstr>Pseudocode – displayMenu()</vt:lpstr>
      <vt:lpstr>Pseudocode – startPomodoro() part 1</vt:lpstr>
      <vt:lpstr>Pseudocode – startPomodoro() part 2</vt:lpstr>
      <vt:lpstr>Pseudocode – startPomodoro() part 3</vt:lpstr>
      <vt:lpstr>Pseudocode – trackProgress()</vt:lpstr>
      <vt:lpstr>Pseudocode – displaySettings()</vt:lpstr>
      <vt:lpstr>Pseudocode – manageSubjects() and addSubject(newSubject)</vt:lpstr>
      <vt:lpstr>Pseudocode – deleteSubject(subjectToDelete) and viewSubjects()</vt:lpstr>
      <vt:lpstr>Pseudocode – userPreferences()</vt:lpstr>
      <vt:lpstr>Pseudocode – loadUsers()</vt:lpstr>
      <vt:lpstr>Pseudocode – isValidEmail(email) and isValidPassword(password)</vt:lpstr>
      <vt:lpstr>5.6 Example of Expected Screen</vt:lpstr>
      <vt:lpstr>PowerPoint Presentation</vt:lpstr>
      <vt:lpstr>PowerPoint Presentation</vt:lpstr>
      <vt:lpstr>PowerPoint Presentation</vt:lpstr>
      <vt:lpstr>PowerPoint Presentation</vt:lpstr>
      <vt:lpstr>PowerPoint Presentation</vt:lpstr>
      <vt:lpstr>PowerPoint Presentation</vt:lpstr>
      <vt:lpstr>6.0 Outcome</vt:lpstr>
      <vt:lpstr>6.0 Outcome</vt:lpstr>
      <vt:lpstr>6.0 Outcome</vt:lpstr>
      <vt:lpstr>7.0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SHANNAH LOVE OLAS</cp:lastModifiedBy>
  <cp:revision>18</cp:revision>
  <dcterms:modified xsi:type="dcterms:W3CDTF">2025-01-25T03:30:12Z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0x010100CCDA792B0D2F8043BDC659BE29FBABF8</vt:lpwstr>
  </property>
</Properties>
</file>